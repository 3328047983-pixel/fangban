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2" r:id="rId8"/>
    <p:sldId id="260" r:id="rId9"/>
    <p:sldId id="261" r:id="rId10"/>
    <p:sldId id="262" r:id="rId11"/>
    <p:sldId id="263" r:id="rId12"/>
    <p:sldId id="264" r:id="rId13"/>
    <p:sldId id="273" r:id="rId14"/>
    <p:sldId id="265" r:id="rId15"/>
    <p:sldId id="266" r:id="rId16"/>
    <p:sldId id="274" r:id="rId17"/>
    <p:sldId id="267" r:id="rId18"/>
    <p:sldId id="268" r:id="rId19"/>
    <p:sldId id="269" r:id="rId20"/>
    <p:sldId id="270" r:id="rId21"/>
    <p:sldId id="271" r:id="rId22"/>
    <p:sldId id="275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8" userDrawn="1">
          <p15:clr>
            <a:srgbClr val="747775"/>
          </p15:clr>
        </p15:guide>
        <p15:guide id="2" pos="2903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58"/>
        <p:guide pos="290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这篇论文研究的是一个很现实的问题：一种本来只应该由本人使用的匿名数字凭证，如果被卖给别人，系统怎样在不破坏匿名性的情况下阻止这种交易？论文发表于IEEE S&amp;P 2026，作者来自华为海森堡研究中心。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匿名Token的核心参与者就是Client、Issuer和Verifier。Client先向Issuer证明资格获得Token，之后向Verifier出示Token获取服务。隐私要求是Verifier无法把Token的签发和兑换关联起来。可以用CAPTCHA的例子帮助理解：用户通过一次CAPTCHA获得匿名Token，以后用Token访问网站，网站不知道之前是谁完成的CAPTCHA。这一页不要讲BBS、零知识证明等技术细节，目标只有一个：让所有人明白Token是一种匿名的"资格证明"。</a:t>
            </a:r>
            <a:r>
              <a:rPr lang="en-US">
                <a:solidFill>
                  <a:srgbClr val="8C8C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 是一种匿名的"资格证明" · 核心安全目标：有效性 + 签发与兑换不可关联</a:t>
            </a:r>
            <a:endParaRPr lang="en-US"/>
          </a:p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直接讲故事。Alice是有资格的用户，获得Token后卖给没有资格的Bob，Bob用Token获得了服务。核心问题是：匿名性越强，Verifier越难判断当前使用Token的人是不是原来的持有者。如果卖家把完整状态都交给买家，买家和卖家的主要差异只剩身份，而直接利用身份判断又会破坏匿名性。可以用不记名门票做类比：不记名门票保护隐私，但也天然容易转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这一页介绍CCS 2024的NTAT方案。不要一开始说复杂名称，先说思路：把Token和用户一个非常重要的秘密绑定，比如加密货币钱包私钥或高价值账户密钥。兑换Token时必须证明知道这个秘密，如果想把Token卖给别人，就必须交出高价值秘密，卖家因此不愿意卖。最重要的一句话是：它不是让"转让"在数学上完全不可能，而是让转让的代价高到不值得。这个理解非常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olidFill>
                  <a:srgbClr val="8C8C87"/>
                </a:solidFill>
                <a:latin typeface="微软雅黑" panose="020B0503020204020204" charset="-122"/>
                <a:sym typeface="+mn-ea"/>
              </a:rPr>
              <a:t>先理清四个角色，再讲后面的漏洞，听众就不会困惑为什么 Client 突然分成了两方</a:t>
            </a:r>
            <a:endParaRPr b="0">
              <a:solidFill>
                <a:srgbClr val="8C8C87"/>
              </a:solidFill>
              <a:latin typeface="微软雅黑" panose="020B050302020402020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整场汇报第一个高潮。旧方案NTAT假定卖家出售Token后不会继续参与兑换，但论文发现这是一个关键漏洞。卖家和买家完全可以实时通信：Verifier给Bob发challenge，Bob转发给Alice，Alice用自己的Secret生成proof返回给Bob，Bob再转发给Verifier。这样Bob在不知道Insurance Secret的情况下也能完成兑换。这就是Vendor-aided Token Redemption攻击。最后的研究问题是：如何在"卖家可以实时帮助买家"的情况下，仍然保证Token不值得出售？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这一页只讲思想，不讲密码学实现。核心概念是Betrayability（可背叛性）：当卖家Alice帮助买家Bob兑换Token时，Bob有机会偷偷获得Alice的Insurance Secret。因为Alice无法确定Bob会不会背叛自己，所以Alice不敢帮助Bob。这样就把"帮助买家兑换"等同于"交出Insurance Secret"。可以说一句有记忆点的话：以前的思路是"不要相信系统外的人"，这篇论文更进一步——让两个作弊者之间也无法相互信任。这也是题目No Honor Among Crooks的含义。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放4个难点，不堆公式。难点1是如何允许买家偷卖家的Secret，需要设计机制让卖家帮助生成证明时秘密悄悄泄露。难点2是核心矛盾：Buyer能偷但Verifier不能偷，不能设计成任何人都能触发的后门，作者引入身份密钥把Trapdoor能力绑定到客户端identification secret key上。难点3是如何不破坏匿名性，Token发行和兑换不能关联。难点4是效率问题，加入各种密码学组件后协议不能太慢。</a:t>
            </a:r>
            <a:r>
              <a:rPr lang="en-US">
                <a:solidFill>
                  <a:srgbClr val="8C8C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 2 是核心矛盾：作者引入身份密钥，将 Trapdoor 绑定到客户端 identification secret key，防止恶意 Verifier 模拟买家窃取秘密</a:t>
            </a:r>
            <a:endParaRPr lang="en-US"/>
          </a:p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这一页展示ATB整体方案的两个阶段。阶段1是Token Issuance：用户拥有Insurance Secret，与Token绑定，Issuer盲签名，得到Anonymous Token。论文使用BBS signatures实现Token，通过Blind Issuance避免Issuer看到最终Token。阶段2是Token Redemption：Client发送Token+Pseudonym给Verifier，Verifier返回Encryption Key，Client加密Insurance Secret并附上Zero-Knowledge Proof，Verifier验证成功。页底强调：关键改变发生在Redemption阶段，这里嵌入了Trapdoor，自然进入下一页。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这一页用左右对比讲Trapdoor机制。左边是正常兑换：Verifier发K，Client用K加密Insurance Secret，Verifier无法解密Secret。右边是买家准备背叛：Bob自己生成K'并知道对应私钥k'，把K'发给Alice，Alice以为是正常挑战帮助生成证明，但实际上把Insurance Secret编码进了Bob可以解密的ciphertext中，最后Bob用k'就能恢复Insurance Secret。底部大结论是整篇论文最值得记住的公式化表达：Helping Buyer ≈ Giving Away Secret（帮助买家≈交出秘密）。</a:t>
            </a:r>
            <a:r>
              <a:rPr lang="en-US">
                <a:solidFill>
                  <a:srgbClr val="8C8C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论文的三消息 redemption 协议利用 Trapdoor 机制：买家可把正常 K 换成自己掌握解密密钥的 K'</a:t>
            </a:r>
            <a:endParaRPr lang="en-US"/>
          </a:p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olidFill>
                  <a:srgbClr val="6B6B67"/>
                </a:solidFill>
                <a:latin typeface="微软雅黑" panose="020B0503020204020204" charset="-122"/>
                <a:sym typeface="+mn-ea"/>
              </a:rPr>
              <a:t>身份秘密 sk_Id 将可解密密钥的使用权绑定到真正的兑换者</a:t>
            </a:r>
            <a:r>
              <a:rPr lang="zh-CN">
                <a:solidFill>
                  <a:srgbClr val="6B6B67"/>
                </a:solidFill>
                <a:latin typeface="微软雅黑" panose="020B0503020204020204" charset="-122"/>
                <a:sym typeface="+mn-ea"/>
              </a:rPr>
              <a:t>，</a:t>
            </a:r>
            <a:r>
              <a:rPr>
                <a:solidFill>
                  <a:srgbClr val="6B6B67"/>
                </a:solidFill>
                <a:latin typeface="微软雅黑" panose="020B0503020204020204" charset="-122"/>
                <a:sym typeface="+mn-ea"/>
              </a:rPr>
              <a:t>Verifier 必须证明：生成的是「不可解密密钥」，或知道当前 Client 的身份秘密</a:t>
            </a:r>
            <a:endParaRPr b="0">
              <a:solidFill>
                <a:srgbClr val="6B6B67"/>
              </a:solidFill>
              <a:latin typeface="微软雅黑" panose="020B0503020204020204" charset="-122"/>
            </a:endParaRPr>
          </a:p>
          <a:p>
            <a:endParaRPr b="0">
              <a:solidFill>
                <a:srgbClr val="6B6B67"/>
              </a:solidFill>
              <a:latin typeface="微软雅黑" panose="020B0503020204020204" charset="-122"/>
            </a:endParaRPr>
          </a:p>
          <a:p>
            <a:r>
              <a:rPr lang="zh-CN" altLang="en-US"/>
              <a:t>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这一页开始稍微讲一点密码学，但不讲证明细节。三个技术组件：第一是Exponential ElGamal，把Insurance Secret加密进去，同时方便与零知识证明结合。第二是Secret Chunking，因为Exponential ElGamal解密后得到的是xG而不是x，如果x是完整高熵私钥无法通过离散对数恢复，所以把Secret拆成x1到xL，每块比较小再分别恢复。第三是Range Proof，证明每个xi在合法范围内且组成原Secret，有Bulletproof++和Groth16两种方案。最后给非专业听众的总结是：不用记算法名，只需要知道作者解决了"如何偷偷提取秘密，同时又不让秘密直接暴露"的问题。</a:t>
            </a:r>
            <a:r>
              <a:rPr lang="en-US">
                <a:solidFill>
                  <a:srgbClr val="8C8C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论文通过 Secret Chunking 解决高熵 Secret 无法直接由 Exponential ElGamal 解密的问题，并利用 Range Proof 保证各 chunk 的范围与一致性</a:t>
            </a:r>
            <a:endParaRPr lang="en-US"/>
          </a:p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ATB的四个安全性质。Correctness是正常用户正常兑换时Verifier接受。Accountability是如果Token被双花，两个不同Pseudonym可以被链接。Unlinkability是同一个用户多次兑换之间不可链接。Betrayability是如果买家把Token卖给第三方且第三方继续帮买家完成Redemption，买家可以提取Insurance Secret。强调前三个是匿名Token本来就需要的性质，Betrayability是本文新增的核心性质。本页只放定义，不放复杂的Security Game。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这一页讲实验设计。四个方案变体：Req-BP++和Red-BP++用Bulletproof++，Req-SNARK和Red-SNARK用Groth16 zk-SNARK，Req表示在Issuance阶段做Range Proof，Red表示在Redemption阶段做。实验环境是Rust实现，Intel Core i7-1360P处理器，16GB内存，每个配置跑100次取平均，Secret分块数L取4、8、16、32。测量Issuance和Redemption两个阶段的运行时间。</a:t>
            </a:r>
            <a:r>
              <a:rPr>
                <a:solidFill>
                  <a:srgbClr val="5B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 表示把 Insurance Secret 拆成的块数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这一页展示实验结果。左侧柱状图是Bulletproof++在不同L值下Redemption阶段的运行时间：L=4约42ms，L=8约58ms，L=16约95ms，L=32约170ms。L=32用红色标注因为开销较大。下方注明Baseline PV-NTAT不到9ms但没有Betrayability。右侧表格对比关键数据。底部结论：性能开销可接受，换来的是抵抗Token转让的能力。</a:t>
            </a:r>
            <a:r>
              <a:rPr lang="en-US">
                <a:solidFill>
                  <a:srgbClr val="8C8C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性能开销可接受，换来抵抗 Token 转让的能力；数据为论文实验 Redemption 阶段测量结果</a:t>
            </a:r>
            <a:endParaRPr lang="en-US"/>
          </a:p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这一页讲两种Range Proof方案的性能权衡。Bulletproof++的proof size是736字节，证明时间随L对数增长，验证快，不需要trusted setup。Groth16的proof size只有288字节更小，验证极快，但证明生成更慢，需要trusted setup。优化策略是把Range Proof放到Issuance阶段，因为Issuance是低频操作，Redemption是高频操作，这样可以降低Redemption延迟。推荐方案是Bulletproof++加Issuance阶段证明。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用表格对比三类方案。普通匿名Token有匿名性但不可转让和抵抗Vendor-aided都不行。NTAT有匿名性和不可转让，但无法抵抗Vendor-aided攻击。ATB（本文）三项全有，通过Betrayability机制实现。底部强调核心提升是威胁模型而非速度，ATB首次在密码学层面解决了Vendor-aided Token转让问题。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最后一页，总结贡献和局限。主要贡献四点：提出Betrayability新概念、构造ATB方案首次抵抗Vendor-aided转让、给出四个安全性质的完整证明、原型实现与实验验证。局限四点：依赖强RSA假设、Redemption需要三消息交互、Insurance Secret被主动丢弃则无法追责、分块数L影响安全性与性能权衡。中间大框是论文的核心哲学：不是阻止作弊者合作，而是让作弊者之间无法建立信任。结尾公式Vendor Assistance ⇒ Risk of Losing Insurance Secret是整篇论文的浓缩。最后标注论文信息。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1" Type="http://schemas.openxmlformats.org/officeDocument/2006/relationships/theme" Target="../theme/theme1.xml"/><Relationship Id="rId30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2.png"/><Relationship Id="rId28" Type="http://schemas.openxmlformats.org/officeDocument/2006/relationships/tags" Target="../tags/tag1.xml"/><Relationship Id="rId27" Type="http://schemas.openxmlformats.org/officeDocument/2006/relationships/image" Target="../media/image1.png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7"/>
          <a:stretch>
            <a:fillRect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grpSp>
        <p:nvGrpSpPr>
          <p:cNvPr id="15" name="7ff02aee-71f8-4a67-9b90-d833328db15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28"/>
            </p:custDataLst>
          </p:nvPr>
        </p:nvGrpSpPr>
        <p:grpSpPr>
          <a:xfrm>
            <a:off x="9756774" y="398093"/>
            <a:ext cx="1762126" cy="523987"/>
            <a:chOff x="2893999" y="2478437"/>
            <a:chExt cx="6404004" cy="1904297"/>
          </a:xfrm>
          <a:solidFill>
            <a:schemeClr val="accent1"/>
          </a:solidFill>
        </p:grpSpPr>
        <p:sp>
          <p:nvSpPr>
            <p:cNvPr id="17" name="íSlïďé"/>
            <p:cNvSpPr/>
            <p:nvPr/>
          </p:nvSpPr>
          <p:spPr bwMode="auto">
            <a:xfrm>
              <a:off x="5051845" y="2527651"/>
              <a:ext cx="4246158" cy="1423945"/>
            </a:xfrm>
            <a:custGeom>
              <a:avLst/>
              <a:gdLst>
                <a:gd name="T0" fmla="*/ 1784 w 1911"/>
                <a:gd name="T1" fmla="*/ 421 h 640"/>
                <a:gd name="T2" fmla="*/ 1734 w 1911"/>
                <a:gd name="T3" fmla="*/ 518 h 640"/>
                <a:gd name="T4" fmla="*/ 1699 w 1911"/>
                <a:gd name="T5" fmla="*/ 549 h 640"/>
                <a:gd name="T6" fmla="*/ 1646 w 1911"/>
                <a:gd name="T7" fmla="*/ 453 h 640"/>
                <a:gd name="T8" fmla="*/ 20 w 1911"/>
                <a:gd name="T9" fmla="*/ 363 h 640"/>
                <a:gd name="T10" fmla="*/ 278 w 1911"/>
                <a:gd name="T11" fmla="*/ 203 h 640"/>
                <a:gd name="T12" fmla="*/ 337 w 1911"/>
                <a:gd name="T13" fmla="*/ 233 h 640"/>
                <a:gd name="T14" fmla="*/ 326 w 1911"/>
                <a:gd name="T15" fmla="*/ 312 h 640"/>
                <a:gd name="T16" fmla="*/ 320 w 1911"/>
                <a:gd name="T17" fmla="*/ 385 h 640"/>
                <a:gd name="T18" fmla="*/ 277 w 1911"/>
                <a:gd name="T19" fmla="*/ 510 h 640"/>
                <a:gd name="T20" fmla="*/ 308 w 1911"/>
                <a:gd name="T21" fmla="*/ 532 h 640"/>
                <a:gd name="T22" fmla="*/ 206 w 1911"/>
                <a:gd name="T23" fmla="*/ 565 h 640"/>
                <a:gd name="T24" fmla="*/ 255 w 1911"/>
                <a:gd name="T25" fmla="*/ 386 h 640"/>
                <a:gd name="T26" fmla="*/ 245 w 1911"/>
                <a:gd name="T27" fmla="*/ 327 h 640"/>
                <a:gd name="T28" fmla="*/ 27 w 1911"/>
                <a:gd name="T29" fmla="*/ 387 h 640"/>
                <a:gd name="T30" fmla="*/ 215 w 1911"/>
                <a:gd name="T31" fmla="*/ 186 h 640"/>
                <a:gd name="T32" fmla="*/ 296 w 1911"/>
                <a:gd name="T33" fmla="*/ 30 h 640"/>
                <a:gd name="T34" fmla="*/ 370 w 1911"/>
                <a:gd name="T35" fmla="*/ 43 h 640"/>
                <a:gd name="T36" fmla="*/ 213 w 1911"/>
                <a:gd name="T37" fmla="*/ 245 h 640"/>
                <a:gd name="T38" fmla="*/ 772 w 1911"/>
                <a:gd name="T39" fmla="*/ 168 h 640"/>
                <a:gd name="T40" fmla="*/ 852 w 1911"/>
                <a:gd name="T41" fmla="*/ 126 h 640"/>
                <a:gd name="T42" fmla="*/ 873 w 1911"/>
                <a:gd name="T43" fmla="*/ 180 h 640"/>
                <a:gd name="T44" fmla="*/ 856 w 1911"/>
                <a:gd name="T45" fmla="*/ 257 h 640"/>
                <a:gd name="T46" fmla="*/ 885 w 1911"/>
                <a:gd name="T47" fmla="*/ 294 h 640"/>
                <a:gd name="T48" fmla="*/ 893 w 1911"/>
                <a:gd name="T49" fmla="*/ 364 h 640"/>
                <a:gd name="T50" fmla="*/ 879 w 1911"/>
                <a:gd name="T51" fmla="*/ 433 h 640"/>
                <a:gd name="T52" fmla="*/ 815 w 1911"/>
                <a:gd name="T53" fmla="*/ 540 h 640"/>
                <a:gd name="T54" fmla="*/ 835 w 1911"/>
                <a:gd name="T55" fmla="*/ 451 h 640"/>
                <a:gd name="T56" fmla="*/ 788 w 1911"/>
                <a:gd name="T57" fmla="*/ 400 h 640"/>
                <a:gd name="T58" fmla="*/ 780 w 1911"/>
                <a:gd name="T59" fmla="*/ 349 h 640"/>
                <a:gd name="T60" fmla="*/ 550 w 1911"/>
                <a:gd name="T61" fmla="*/ 603 h 640"/>
                <a:gd name="T62" fmla="*/ 798 w 1911"/>
                <a:gd name="T63" fmla="*/ 193 h 640"/>
                <a:gd name="T64" fmla="*/ 751 w 1911"/>
                <a:gd name="T65" fmla="*/ 388 h 640"/>
                <a:gd name="T66" fmla="*/ 736 w 1911"/>
                <a:gd name="T67" fmla="*/ 438 h 640"/>
                <a:gd name="T68" fmla="*/ 815 w 1911"/>
                <a:gd name="T69" fmla="*/ 333 h 640"/>
                <a:gd name="T70" fmla="*/ 842 w 1911"/>
                <a:gd name="T71" fmla="*/ 286 h 640"/>
                <a:gd name="T72" fmla="*/ 1228 w 1911"/>
                <a:gd name="T73" fmla="*/ 203 h 640"/>
                <a:gd name="T74" fmla="*/ 1257 w 1911"/>
                <a:gd name="T75" fmla="*/ 225 h 640"/>
                <a:gd name="T76" fmla="*/ 1352 w 1911"/>
                <a:gd name="T77" fmla="*/ 308 h 640"/>
                <a:gd name="T78" fmla="*/ 1230 w 1911"/>
                <a:gd name="T79" fmla="*/ 395 h 640"/>
                <a:gd name="T80" fmla="*/ 1333 w 1911"/>
                <a:gd name="T81" fmla="*/ 560 h 640"/>
                <a:gd name="T82" fmla="*/ 1190 w 1911"/>
                <a:gd name="T83" fmla="*/ 493 h 640"/>
                <a:gd name="T84" fmla="*/ 1147 w 1911"/>
                <a:gd name="T85" fmla="*/ 431 h 640"/>
                <a:gd name="T86" fmla="*/ 1695 w 1911"/>
                <a:gd name="T87" fmla="*/ 235 h 640"/>
                <a:gd name="T88" fmla="*/ 1675 w 1911"/>
                <a:gd name="T89" fmla="*/ 177 h 640"/>
                <a:gd name="T90" fmla="*/ 1845 w 1911"/>
                <a:gd name="T91" fmla="*/ 91 h 640"/>
                <a:gd name="T92" fmla="*/ 1764 w 1911"/>
                <a:gd name="T93" fmla="*/ 237 h 640"/>
                <a:gd name="T94" fmla="*/ 1883 w 1911"/>
                <a:gd name="T95" fmla="*/ 156 h 640"/>
                <a:gd name="T96" fmla="*/ 1892 w 1911"/>
                <a:gd name="T97" fmla="*/ 308 h 640"/>
                <a:gd name="T98" fmla="*/ 1704 w 1911"/>
                <a:gd name="T99" fmla="*/ 334 h 640"/>
                <a:gd name="T100" fmla="*/ 1680 w 1911"/>
                <a:gd name="T101" fmla="*/ 280 h 640"/>
                <a:gd name="T102" fmla="*/ 1765 w 1911"/>
                <a:gd name="T103" fmla="*/ 251 h 640"/>
                <a:gd name="T104" fmla="*/ 1617 w 1911"/>
                <a:gd name="T105" fmla="*/ 253 h 640"/>
                <a:gd name="T106" fmla="*/ 1640 w 1911"/>
                <a:gd name="T107" fmla="*/ 299 h 640"/>
                <a:gd name="T108" fmla="*/ 1589 w 1911"/>
                <a:gd name="T109" fmla="*/ 37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11" h="640">
                  <a:moveTo>
                    <a:pt x="1702" y="398"/>
                  </a:moveTo>
                  <a:cubicBezTo>
                    <a:pt x="1696" y="396"/>
                    <a:pt x="1696" y="396"/>
                    <a:pt x="1696" y="396"/>
                  </a:cubicBezTo>
                  <a:cubicBezTo>
                    <a:pt x="1696" y="396"/>
                    <a:pt x="1663" y="368"/>
                    <a:pt x="1711" y="377"/>
                  </a:cubicBezTo>
                  <a:cubicBezTo>
                    <a:pt x="1711" y="377"/>
                    <a:pt x="1753" y="393"/>
                    <a:pt x="1758" y="404"/>
                  </a:cubicBezTo>
                  <a:cubicBezTo>
                    <a:pt x="1758" y="404"/>
                    <a:pt x="1770" y="422"/>
                    <a:pt x="1784" y="421"/>
                  </a:cubicBezTo>
                  <a:cubicBezTo>
                    <a:pt x="1784" y="421"/>
                    <a:pt x="1826" y="412"/>
                    <a:pt x="1842" y="452"/>
                  </a:cubicBezTo>
                  <a:cubicBezTo>
                    <a:pt x="1842" y="452"/>
                    <a:pt x="1828" y="453"/>
                    <a:pt x="1825" y="460"/>
                  </a:cubicBezTo>
                  <a:cubicBezTo>
                    <a:pt x="1825" y="460"/>
                    <a:pt x="1790" y="451"/>
                    <a:pt x="1784" y="462"/>
                  </a:cubicBezTo>
                  <a:cubicBezTo>
                    <a:pt x="1784" y="462"/>
                    <a:pt x="1737" y="464"/>
                    <a:pt x="1735" y="476"/>
                  </a:cubicBezTo>
                  <a:cubicBezTo>
                    <a:pt x="1735" y="476"/>
                    <a:pt x="1728" y="470"/>
                    <a:pt x="1734" y="518"/>
                  </a:cubicBezTo>
                  <a:cubicBezTo>
                    <a:pt x="1734" y="518"/>
                    <a:pt x="1744" y="606"/>
                    <a:pt x="1737" y="616"/>
                  </a:cubicBezTo>
                  <a:cubicBezTo>
                    <a:pt x="1737" y="616"/>
                    <a:pt x="1713" y="640"/>
                    <a:pt x="1645" y="583"/>
                  </a:cubicBezTo>
                  <a:cubicBezTo>
                    <a:pt x="1645" y="583"/>
                    <a:pt x="1639" y="558"/>
                    <a:pt x="1634" y="555"/>
                  </a:cubicBezTo>
                  <a:cubicBezTo>
                    <a:pt x="1683" y="560"/>
                    <a:pt x="1683" y="560"/>
                    <a:pt x="1683" y="560"/>
                  </a:cubicBezTo>
                  <a:cubicBezTo>
                    <a:pt x="1683" y="560"/>
                    <a:pt x="1699" y="560"/>
                    <a:pt x="1699" y="549"/>
                  </a:cubicBezTo>
                  <a:cubicBezTo>
                    <a:pt x="1701" y="509"/>
                    <a:pt x="1701" y="509"/>
                    <a:pt x="1701" y="509"/>
                  </a:cubicBezTo>
                  <a:cubicBezTo>
                    <a:pt x="1701" y="509"/>
                    <a:pt x="1692" y="468"/>
                    <a:pt x="1668" y="490"/>
                  </a:cubicBezTo>
                  <a:cubicBezTo>
                    <a:pt x="1668" y="490"/>
                    <a:pt x="1626" y="498"/>
                    <a:pt x="1603" y="521"/>
                  </a:cubicBezTo>
                  <a:cubicBezTo>
                    <a:pt x="1557" y="486"/>
                    <a:pt x="1557" y="486"/>
                    <a:pt x="1557" y="486"/>
                  </a:cubicBezTo>
                  <a:cubicBezTo>
                    <a:pt x="1557" y="486"/>
                    <a:pt x="1581" y="452"/>
                    <a:pt x="1646" y="453"/>
                  </a:cubicBezTo>
                  <a:cubicBezTo>
                    <a:pt x="1646" y="453"/>
                    <a:pt x="1714" y="444"/>
                    <a:pt x="1720" y="419"/>
                  </a:cubicBezTo>
                  <a:cubicBezTo>
                    <a:pt x="1720" y="419"/>
                    <a:pt x="1732" y="405"/>
                    <a:pt x="1702" y="398"/>
                  </a:cubicBezTo>
                  <a:close/>
                  <a:moveTo>
                    <a:pt x="27" y="387"/>
                  </a:moveTo>
                  <a:cubicBezTo>
                    <a:pt x="18" y="384"/>
                    <a:pt x="18" y="384"/>
                    <a:pt x="18" y="384"/>
                  </a:cubicBezTo>
                  <a:cubicBezTo>
                    <a:pt x="18" y="384"/>
                    <a:pt x="0" y="380"/>
                    <a:pt x="20" y="363"/>
                  </a:cubicBezTo>
                  <a:cubicBezTo>
                    <a:pt x="20" y="363"/>
                    <a:pt x="111" y="301"/>
                    <a:pt x="181" y="289"/>
                  </a:cubicBezTo>
                  <a:cubicBezTo>
                    <a:pt x="181" y="289"/>
                    <a:pt x="192" y="276"/>
                    <a:pt x="221" y="276"/>
                  </a:cubicBezTo>
                  <a:cubicBezTo>
                    <a:pt x="221" y="276"/>
                    <a:pt x="243" y="269"/>
                    <a:pt x="254" y="262"/>
                  </a:cubicBezTo>
                  <a:cubicBezTo>
                    <a:pt x="254" y="262"/>
                    <a:pt x="276" y="247"/>
                    <a:pt x="279" y="223"/>
                  </a:cubicBezTo>
                  <a:cubicBezTo>
                    <a:pt x="279" y="223"/>
                    <a:pt x="271" y="208"/>
                    <a:pt x="278" y="203"/>
                  </a:cubicBezTo>
                  <a:cubicBezTo>
                    <a:pt x="296" y="204"/>
                    <a:pt x="296" y="204"/>
                    <a:pt x="296" y="204"/>
                  </a:cubicBezTo>
                  <a:cubicBezTo>
                    <a:pt x="296" y="204"/>
                    <a:pt x="305" y="189"/>
                    <a:pt x="316" y="200"/>
                  </a:cubicBezTo>
                  <a:cubicBezTo>
                    <a:pt x="316" y="200"/>
                    <a:pt x="331" y="194"/>
                    <a:pt x="323" y="207"/>
                  </a:cubicBezTo>
                  <a:cubicBezTo>
                    <a:pt x="323" y="207"/>
                    <a:pt x="326" y="213"/>
                    <a:pt x="319" y="228"/>
                  </a:cubicBezTo>
                  <a:cubicBezTo>
                    <a:pt x="319" y="228"/>
                    <a:pt x="313" y="234"/>
                    <a:pt x="337" y="233"/>
                  </a:cubicBezTo>
                  <a:cubicBezTo>
                    <a:pt x="337" y="233"/>
                    <a:pt x="377" y="246"/>
                    <a:pt x="345" y="269"/>
                  </a:cubicBezTo>
                  <a:cubicBezTo>
                    <a:pt x="345" y="269"/>
                    <a:pt x="326" y="272"/>
                    <a:pt x="323" y="279"/>
                  </a:cubicBezTo>
                  <a:cubicBezTo>
                    <a:pt x="304" y="282"/>
                    <a:pt x="304" y="282"/>
                    <a:pt x="304" y="282"/>
                  </a:cubicBezTo>
                  <a:cubicBezTo>
                    <a:pt x="295" y="316"/>
                    <a:pt x="295" y="316"/>
                    <a:pt x="295" y="316"/>
                  </a:cubicBezTo>
                  <a:cubicBezTo>
                    <a:pt x="295" y="316"/>
                    <a:pt x="302" y="333"/>
                    <a:pt x="326" y="312"/>
                  </a:cubicBezTo>
                  <a:cubicBezTo>
                    <a:pt x="337" y="310"/>
                    <a:pt x="337" y="310"/>
                    <a:pt x="337" y="310"/>
                  </a:cubicBezTo>
                  <a:cubicBezTo>
                    <a:pt x="337" y="310"/>
                    <a:pt x="354" y="287"/>
                    <a:pt x="371" y="317"/>
                  </a:cubicBezTo>
                  <a:cubicBezTo>
                    <a:pt x="371" y="317"/>
                    <a:pt x="380" y="317"/>
                    <a:pt x="371" y="331"/>
                  </a:cubicBezTo>
                  <a:cubicBezTo>
                    <a:pt x="371" y="331"/>
                    <a:pt x="369" y="351"/>
                    <a:pt x="338" y="377"/>
                  </a:cubicBezTo>
                  <a:cubicBezTo>
                    <a:pt x="320" y="385"/>
                    <a:pt x="320" y="385"/>
                    <a:pt x="320" y="385"/>
                  </a:cubicBezTo>
                  <a:cubicBezTo>
                    <a:pt x="300" y="390"/>
                    <a:pt x="300" y="390"/>
                    <a:pt x="300" y="390"/>
                  </a:cubicBezTo>
                  <a:cubicBezTo>
                    <a:pt x="300" y="390"/>
                    <a:pt x="286" y="385"/>
                    <a:pt x="285" y="395"/>
                  </a:cubicBezTo>
                  <a:cubicBezTo>
                    <a:pt x="285" y="395"/>
                    <a:pt x="269" y="455"/>
                    <a:pt x="267" y="463"/>
                  </a:cubicBezTo>
                  <a:cubicBezTo>
                    <a:pt x="267" y="463"/>
                    <a:pt x="269" y="474"/>
                    <a:pt x="286" y="484"/>
                  </a:cubicBezTo>
                  <a:cubicBezTo>
                    <a:pt x="286" y="484"/>
                    <a:pt x="292" y="501"/>
                    <a:pt x="277" y="510"/>
                  </a:cubicBezTo>
                  <a:cubicBezTo>
                    <a:pt x="253" y="539"/>
                    <a:pt x="253" y="539"/>
                    <a:pt x="253" y="539"/>
                  </a:cubicBezTo>
                  <a:cubicBezTo>
                    <a:pt x="253" y="539"/>
                    <a:pt x="246" y="554"/>
                    <a:pt x="259" y="550"/>
                  </a:cubicBezTo>
                  <a:cubicBezTo>
                    <a:pt x="259" y="550"/>
                    <a:pt x="266" y="540"/>
                    <a:pt x="275" y="546"/>
                  </a:cubicBezTo>
                  <a:cubicBezTo>
                    <a:pt x="275" y="546"/>
                    <a:pt x="285" y="528"/>
                    <a:pt x="297" y="536"/>
                  </a:cubicBezTo>
                  <a:cubicBezTo>
                    <a:pt x="308" y="532"/>
                    <a:pt x="308" y="532"/>
                    <a:pt x="308" y="532"/>
                  </a:cubicBezTo>
                  <a:cubicBezTo>
                    <a:pt x="308" y="532"/>
                    <a:pt x="319" y="531"/>
                    <a:pt x="316" y="543"/>
                  </a:cubicBezTo>
                  <a:cubicBezTo>
                    <a:pt x="316" y="543"/>
                    <a:pt x="324" y="564"/>
                    <a:pt x="308" y="585"/>
                  </a:cubicBezTo>
                  <a:cubicBezTo>
                    <a:pt x="308" y="585"/>
                    <a:pt x="300" y="576"/>
                    <a:pt x="294" y="579"/>
                  </a:cubicBezTo>
                  <a:cubicBezTo>
                    <a:pt x="288" y="582"/>
                    <a:pt x="241" y="602"/>
                    <a:pt x="241" y="602"/>
                  </a:cubicBezTo>
                  <a:cubicBezTo>
                    <a:pt x="241" y="602"/>
                    <a:pt x="198" y="595"/>
                    <a:pt x="206" y="565"/>
                  </a:cubicBezTo>
                  <a:cubicBezTo>
                    <a:pt x="216" y="543"/>
                    <a:pt x="216" y="543"/>
                    <a:pt x="216" y="543"/>
                  </a:cubicBezTo>
                  <a:cubicBezTo>
                    <a:pt x="216" y="543"/>
                    <a:pt x="227" y="521"/>
                    <a:pt x="243" y="503"/>
                  </a:cubicBezTo>
                  <a:cubicBezTo>
                    <a:pt x="223" y="475"/>
                    <a:pt x="223" y="475"/>
                    <a:pt x="223" y="475"/>
                  </a:cubicBezTo>
                  <a:cubicBezTo>
                    <a:pt x="223" y="475"/>
                    <a:pt x="230" y="448"/>
                    <a:pt x="238" y="440"/>
                  </a:cubicBezTo>
                  <a:cubicBezTo>
                    <a:pt x="255" y="386"/>
                    <a:pt x="255" y="386"/>
                    <a:pt x="255" y="386"/>
                  </a:cubicBezTo>
                  <a:cubicBezTo>
                    <a:pt x="255" y="386"/>
                    <a:pt x="259" y="366"/>
                    <a:pt x="243" y="373"/>
                  </a:cubicBezTo>
                  <a:cubicBezTo>
                    <a:pt x="198" y="428"/>
                    <a:pt x="198" y="428"/>
                    <a:pt x="198" y="428"/>
                  </a:cubicBezTo>
                  <a:cubicBezTo>
                    <a:pt x="198" y="428"/>
                    <a:pt x="167" y="436"/>
                    <a:pt x="174" y="422"/>
                  </a:cubicBezTo>
                  <a:cubicBezTo>
                    <a:pt x="174" y="422"/>
                    <a:pt x="185" y="408"/>
                    <a:pt x="186" y="39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5" y="327"/>
                    <a:pt x="246" y="310"/>
                    <a:pt x="238" y="309"/>
                  </a:cubicBezTo>
                  <a:cubicBezTo>
                    <a:pt x="238" y="309"/>
                    <a:pt x="170" y="332"/>
                    <a:pt x="160" y="344"/>
                  </a:cubicBezTo>
                  <a:cubicBezTo>
                    <a:pt x="160" y="344"/>
                    <a:pt x="110" y="401"/>
                    <a:pt x="94" y="409"/>
                  </a:cubicBezTo>
                  <a:cubicBezTo>
                    <a:pt x="94" y="409"/>
                    <a:pt x="82" y="422"/>
                    <a:pt x="52" y="398"/>
                  </a:cubicBezTo>
                  <a:cubicBezTo>
                    <a:pt x="27" y="387"/>
                    <a:pt x="27" y="387"/>
                    <a:pt x="27" y="387"/>
                  </a:cubicBezTo>
                  <a:close/>
                  <a:moveTo>
                    <a:pt x="213" y="245"/>
                  </a:moveTo>
                  <a:cubicBezTo>
                    <a:pt x="198" y="258"/>
                    <a:pt x="198" y="258"/>
                    <a:pt x="198" y="258"/>
                  </a:cubicBezTo>
                  <a:cubicBezTo>
                    <a:pt x="186" y="248"/>
                    <a:pt x="186" y="248"/>
                    <a:pt x="186" y="248"/>
                  </a:cubicBezTo>
                  <a:cubicBezTo>
                    <a:pt x="187" y="235"/>
                    <a:pt x="187" y="235"/>
                    <a:pt x="187" y="235"/>
                  </a:cubicBezTo>
                  <a:cubicBezTo>
                    <a:pt x="187" y="235"/>
                    <a:pt x="210" y="201"/>
                    <a:pt x="215" y="186"/>
                  </a:cubicBezTo>
                  <a:cubicBezTo>
                    <a:pt x="245" y="143"/>
                    <a:pt x="245" y="143"/>
                    <a:pt x="245" y="143"/>
                  </a:cubicBezTo>
                  <a:cubicBezTo>
                    <a:pt x="245" y="143"/>
                    <a:pt x="266" y="108"/>
                    <a:pt x="275" y="104"/>
                  </a:cubicBezTo>
                  <a:cubicBezTo>
                    <a:pt x="286" y="81"/>
                    <a:pt x="286" y="81"/>
                    <a:pt x="286" y="81"/>
                  </a:cubicBezTo>
                  <a:cubicBezTo>
                    <a:pt x="301" y="64"/>
                    <a:pt x="301" y="64"/>
                    <a:pt x="301" y="64"/>
                  </a:cubicBezTo>
                  <a:cubicBezTo>
                    <a:pt x="301" y="64"/>
                    <a:pt x="300" y="36"/>
                    <a:pt x="296" y="30"/>
                  </a:cubicBezTo>
                  <a:cubicBezTo>
                    <a:pt x="296" y="30"/>
                    <a:pt x="314" y="3"/>
                    <a:pt x="324" y="1"/>
                  </a:cubicBezTo>
                  <a:cubicBezTo>
                    <a:pt x="324" y="1"/>
                    <a:pt x="338" y="0"/>
                    <a:pt x="337" y="5"/>
                  </a:cubicBezTo>
                  <a:cubicBezTo>
                    <a:pt x="337" y="5"/>
                    <a:pt x="349" y="8"/>
                    <a:pt x="347" y="15"/>
                  </a:cubicBezTo>
                  <a:cubicBezTo>
                    <a:pt x="347" y="15"/>
                    <a:pt x="364" y="34"/>
                    <a:pt x="364" y="42"/>
                  </a:cubicBezTo>
                  <a:cubicBezTo>
                    <a:pt x="370" y="43"/>
                    <a:pt x="370" y="43"/>
                    <a:pt x="370" y="43"/>
                  </a:cubicBezTo>
                  <a:cubicBezTo>
                    <a:pt x="370" y="43"/>
                    <a:pt x="374" y="44"/>
                    <a:pt x="371" y="52"/>
                  </a:cubicBezTo>
                  <a:cubicBezTo>
                    <a:pt x="371" y="52"/>
                    <a:pt x="371" y="67"/>
                    <a:pt x="374" y="67"/>
                  </a:cubicBezTo>
                  <a:cubicBezTo>
                    <a:pt x="372" y="69"/>
                    <a:pt x="352" y="105"/>
                    <a:pt x="355" y="104"/>
                  </a:cubicBezTo>
                  <a:cubicBezTo>
                    <a:pt x="355" y="104"/>
                    <a:pt x="324" y="138"/>
                    <a:pt x="307" y="149"/>
                  </a:cubicBezTo>
                  <a:cubicBezTo>
                    <a:pt x="307" y="149"/>
                    <a:pt x="235" y="224"/>
                    <a:pt x="213" y="245"/>
                  </a:cubicBezTo>
                  <a:close/>
                  <a:moveTo>
                    <a:pt x="659" y="197"/>
                  </a:moveTo>
                  <a:cubicBezTo>
                    <a:pt x="656" y="193"/>
                    <a:pt x="656" y="193"/>
                    <a:pt x="656" y="193"/>
                  </a:cubicBezTo>
                  <a:cubicBezTo>
                    <a:pt x="656" y="193"/>
                    <a:pt x="650" y="176"/>
                    <a:pt x="684" y="172"/>
                  </a:cubicBezTo>
                  <a:cubicBezTo>
                    <a:pt x="684" y="172"/>
                    <a:pt x="736" y="171"/>
                    <a:pt x="759" y="172"/>
                  </a:cubicBezTo>
                  <a:cubicBezTo>
                    <a:pt x="772" y="168"/>
                    <a:pt x="772" y="168"/>
                    <a:pt x="772" y="168"/>
                  </a:cubicBezTo>
                  <a:cubicBezTo>
                    <a:pt x="772" y="168"/>
                    <a:pt x="777" y="157"/>
                    <a:pt x="774" y="151"/>
                  </a:cubicBezTo>
                  <a:cubicBezTo>
                    <a:pt x="774" y="151"/>
                    <a:pt x="730" y="123"/>
                    <a:pt x="736" y="99"/>
                  </a:cubicBezTo>
                  <a:cubicBezTo>
                    <a:pt x="736" y="99"/>
                    <a:pt x="728" y="94"/>
                    <a:pt x="735" y="89"/>
                  </a:cubicBezTo>
                  <a:cubicBezTo>
                    <a:pt x="735" y="89"/>
                    <a:pt x="750" y="84"/>
                    <a:pt x="799" y="109"/>
                  </a:cubicBezTo>
                  <a:cubicBezTo>
                    <a:pt x="799" y="109"/>
                    <a:pt x="839" y="118"/>
                    <a:pt x="852" y="126"/>
                  </a:cubicBezTo>
                  <a:cubicBezTo>
                    <a:pt x="852" y="126"/>
                    <a:pt x="860" y="138"/>
                    <a:pt x="866" y="137"/>
                  </a:cubicBezTo>
                  <a:cubicBezTo>
                    <a:pt x="866" y="137"/>
                    <a:pt x="873" y="128"/>
                    <a:pt x="879" y="126"/>
                  </a:cubicBezTo>
                  <a:cubicBezTo>
                    <a:pt x="879" y="126"/>
                    <a:pt x="903" y="126"/>
                    <a:pt x="907" y="141"/>
                  </a:cubicBezTo>
                  <a:cubicBezTo>
                    <a:pt x="907" y="141"/>
                    <a:pt x="896" y="178"/>
                    <a:pt x="902" y="183"/>
                  </a:cubicBezTo>
                  <a:cubicBezTo>
                    <a:pt x="902" y="183"/>
                    <a:pt x="905" y="189"/>
                    <a:pt x="873" y="180"/>
                  </a:cubicBezTo>
                  <a:cubicBezTo>
                    <a:pt x="873" y="180"/>
                    <a:pt x="847" y="208"/>
                    <a:pt x="835" y="210"/>
                  </a:cubicBezTo>
                  <a:cubicBezTo>
                    <a:pt x="835" y="210"/>
                    <a:pt x="793" y="256"/>
                    <a:pt x="793" y="272"/>
                  </a:cubicBezTo>
                  <a:cubicBezTo>
                    <a:pt x="793" y="272"/>
                    <a:pt x="801" y="293"/>
                    <a:pt x="819" y="263"/>
                  </a:cubicBezTo>
                  <a:cubicBezTo>
                    <a:pt x="819" y="263"/>
                    <a:pt x="830" y="237"/>
                    <a:pt x="856" y="231"/>
                  </a:cubicBezTo>
                  <a:cubicBezTo>
                    <a:pt x="856" y="231"/>
                    <a:pt x="871" y="239"/>
                    <a:pt x="856" y="257"/>
                  </a:cubicBezTo>
                  <a:cubicBezTo>
                    <a:pt x="856" y="257"/>
                    <a:pt x="887" y="244"/>
                    <a:pt x="905" y="253"/>
                  </a:cubicBezTo>
                  <a:cubicBezTo>
                    <a:pt x="905" y="253"/>
                    <a:pt x="913" y="253"/>
                    <a:pt x="913" y="259"/>
                  </a:cubicBezTo>
                  <a:cubicBezTo>
                    <a:pt x="913" y="266"/>
                    <a:pt x="913" y="257"/>
                    <a:pt x="913" y="257"/>
                  </a:cubicBezTo>
                  <a:cubicBezTo>
                    <a:pt x="907" y="284"/>
                    <a:pt x="907" y="284"/>
                    <a:pt x="907" y="284"/>
                  </a:cubicBezTo>
                  <a:cubicBezTo>
                    <a:pt x="907" y="284"/>
                    <a:pt x="887" y="289"/>
                    <a:pt x="885" y="294"/>
                  </a:cubicBezTo>
                  <a:cubicBezTo>
                    <a:pt x="884" y="299"/>
                    <a:pt x="858" y="310"/>
                    <a:pt x="854" y="317"/>
                  </a:cubicBezTo>
                  <a:cubicBezTo>
                    <a:pt x="854" y="317"/>
                    <a:pt x="842" y="320"/>
                    <a:pt x="850" y="335"/>
                  </a:cubicBezTo>
                  <a:cubicBezTo>
                    <a:pt x="875" y="325"/>
                    <a:pt x="875" y="325"/>
                    <a:pt x="875" y="325"/>
                  </a:cubicBezTo>
                  <a:cubicBezTo>
                    <a:pt x="875" y="325"/>
                    <a:pt x="891" y="320"/>
                    <a:pt x="907" y="331"/>
                  </a:cubicBezTo>
                  <a:cubicBezTo>
                    <a:pt x="907" y="331"/>
                    <a:pt x="918" y="360"/>
                    <a:pt x="893" y="364"/>
                  </a:cubicBezTo>
                  <a:cubicBezTo>
                    <a:pt x="893" y="364"/>
                    <a:pt x="866" y="370"/>
                    <a:pt x="860" y="366"/>
                  </a:cubicBezTo>
                  <a:cubicBezTo>
                    <a:pt x="860" y="366"/>
                    <a:pt x="846" y="375"/>
                    <a:pt x="852" y="403"/>
                  </a:cubicBezTo>
                  <a:cubicBezTo>
                    <a:pt x="852" y="403"/>
                    <a:pt x="813" y="406"/>
                    <a:pt x="810" y="418"/>
                  </a:cubicBezTo>
                  <a:cubicBezTo>
                    <a:pt x="810" y="418"/>
                    <a:pt x="830" y="431"/>
                    <a:pt x="862" y="432"/>
                  </a:cubicBezTo>
                  <a:cubicBezTo>
                    <a:pt x="862" y="432"/>
                    <a:pt x="873" y="425"/>
                    <a:pt x="879" y="433"/>
                  </a:cubicBezTo>
                  <a:cubicBezTo>
                    <a:pt x="860" y="494"/>
                    <a:pt x="860" y="494"/>
                    <a:pt x="860" y="494"/>
                  </a:cubicBezTo>
                  <a:cubicBezTo>
                    <a:pt x="860" y="494"/>
                    <a:pt x="893" y="515"/>
                    <a:pt x="894" y="524"/>
                  </a:cubicBezTo>
                  <a:cubicBezTo>
                    <a:pt x="894" y="524"/>
                    <a:pt x="895" y="546"/>
                    <a:pt x="843" y="539"/>
                  </a:cubicBezTo>
                  <a:cubicBezTo>
                    <a:pt x="836" y="528"/>
                    <a:pt x="836" y="528"/>
                    <a:pt x="836" y="528"/>
                  </a:cubicBezTo>
                  <a:cubicBezTo>
                    <a:pt x="836" y="528"/>
                    <a:pt x="820" y="540"/>
                    <a:pt x="815" y="540"/>
                  </a:cubicBezTo>
                  <a:cubicBezTo>
                    <a:pt x="815" y="540"/>
                    <a:pt x="780" y="543"/>
                    <a:pt x="775" y="525"/>
                  </a:cubicBezTo>
                  <a:cubicBezTo>
                    <a:pt x="775" y="525"/>
                    <a:pt x="811" y="516"/>
                    <a:pt x="818" y="509"/>
                  </a:cubicBezTo>
                  <a:cubicBezTo>
                    <a:pt x="818" y="509"/>
                    <a:pt x="830" y="506"/>
                    <a:pt x="824" y="489"/>
                  </a:cubicBezTo>
                  <a:cubicBezTo>
                    <a:pt x="824" y="489"/>
                    <a:pt x="823" y="472"/>
                    <a:pt x="831" y="469"/>
                  </a:cubicBezTo>
                  <a:cubicBezTo>
                    <a:pt x="831" y="469"/>
                    <a:pt x="844" y="460"/>
                    <a:pt x="835" y="451"/>
                  </a:cubicBezTo>
                  <a:cubicBezTo>
                    <a:pt x="835" y="451"/>
                    <a:pt x="786" y="452"/>
                    <a:pt x="780" y="487"/>
                  </a:cubicBezTo>
                  <a:cubicBezTo>
                    <a:pt x="780" y="487"/>
                    <a:pt x="729" y="541"/>
                    <a:pt x="725" y="550"/>
                  </a:cubicBezTo>
                  <a:cubicBezTo>
                    <a:pt x="725" y="550"/>
                    <a:pt x="690" y="558"/>
                    <a:pt x="702" y="531"/>
                  </a:cubicBezTo>
                  <a:cubicBezTo>
                    <a:pt x="790" y="434"/>
                    <a:pt x="790" y="434"/>
                    <a:pt x="790" y="434"/>
                  </a:cubicBezTo>
                  <a:cubicBezTo>
                    <a:pt x="790" y="434"/>
                    <a:pt x="805" y="413"/>
                    <a:pt x="788" y="400"/>
                  </a:cubicBezTo>
                  <a:cubicBezTo>
                    <a:pt x="788" y="400"/>
                    <a:pt x="784" y="388"/>
                    <a:pt x="792" y="383"/>
                  </a:cubicBezTo>
                  <a:cubicBezTo>
                    <a:pt x="792" y="383"/>
                    <a:pt x="821" y="380"/>
                    <a:pt x="831" y="385"/>
                  </a:cubicBezTo>
                  <a:cubicBezTo>
                    <a:pt x="831" y="385"/>
                    <a:pt x="842" y="375"/>
                    <a:pt x="842" y="367"/>
                  </a:cubicBezTo>
                  <a:cubicBezTo>
                    <a:pt x="842" y="367"/>
                    <a:pt x="833" y="354"/>
                    <a:pt x="827" y="363"/>
                  </a:cubicBezTo>
                  <a:cubicBezTo>
                    <a:pt x="827" y="363"/>
                    <a:pt x="780" y="378"/>
                    <a:pt x="780" y="349"/>
                  </a:cubicBezTo>
                  <a:cubicBezTo>
                    <a:pt x="780" y="349"/>
                    <a:pt x="769" y="328"/>
                    <a:pt x="770" y="319"/>
                  </a:cubicBezTo>
                  <a:cubicBezTo>
                    <a:pt x="770" y="319"/>
                    <a:pt x="762" y="295"/>
                    <a:pt x="740" y="330"/>
                  </a:cubicBezTo>
                  <a:cubicBezTo>
                    <a:pt x="740" y="330"/>
                    <a:pt x="689" y="395"/>
                    <a:pt x="672" y="428"/>
                  </a:cubicBezTo>
                  <a:cubicBezTo>
                    <a:pt x="672" y="428"/>
                    <a:pt x="573" y="561"/>
                    <a:pt x="560" y="572"/>
                  </a:cubicBezTo>
                  <a:cubicBezTo>
                    <a:pt x="550" y="603"/>
                    <a:pt x="550" y="603"/>
                    <a:pt x="550" y="603"/>
                  </a:cubicBezTo>
                  <a:cubicBezTo>
                    <a:pt x="534" y="606"/>
                    <a:pt x="534" y="606"/>
                    <a:pt x="534" y="606"/>
                  </a:cubicBezTo>
                  <a:cubicBezTo>
                    <a:pt x="534" y="606"/>
                    <a:pt x="518" y="590"/>
                    <a:pt x="536" y="535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815" y="207"/>
                    <a:pt x="815" y="207"/>
                    <a:pt x="815" y="207"/>
                  </a:cubicBezTo>
                  <a:cubicBezTo>
                    <a:pt x="815" y="207"/>
                    <a:pt x="807" y="185"/>
                    <a:pt x="798" y="193"/>
                  </a:cubicBezTo>
                  <a:cubicBezTo>
                    <a:pt x="798" y="193"/>
                    <a:pt x="720" y="224"/>
                    <a:pt x="681" y="223"/>
                  </a:cubicBezTo>
                  <a:cubicBezTo>
                    <a:pt x="659" y="197"/>
                    <a:pt x="659" y="197"/>
                    <a:pt x="659" y="197"/>
                  </a:cubicBezTo>
                  <a:close/>
                  <a:moveTo>
                    <a:pt x="708" y="434"/>
                  </a:moveTo>
                  <a:cubicBezTo>
                    <a:pt x="705" y="432"/>
                    <a:pt x="705" y="432"/>
                    <a:pt x="705" y="432"/>
                  </a:cubicBezTo>
                  <a:cubicBezTo>
                    <a:pt x="705" y="432"/>
                    <a:pt x="721" y="398"/>
                    <a:pt x="751" y="388"/>
                  </a:cubicBezTo>
                  <a:cubicBezTo>
                    <a:pt x="751" y="388"/>
                    <a:pt x="754" y="387"/>
                    <a:pt x="754" y="391"/>
                  </a:cubicBezTo>
                  <a:cubicBezTo>
                    <a:pt x="753" y="398"/>
                    <a:pt x="753" y="398"/>
                    <a:pt x="753" y="398"/>
                  </a:cubicBezTo>
                  <a:cubicBezTo>
                    <a:pt x="761" y="408"/>
                    <a:pt x="761" y="408"/>
                    <a:pt x="761" y="408"/>
                  </a:cubicBezTo>
                  <a:cubicBezTo>
                    <a:pt x="761" y="408"/>
                    <a:pt x="760" y="432"/>
                    <a:pt x="755" y="437"/>
                  </a:cubicBezTo>
                  <a:cubicBezTo>
                    <a:pt x="755" y="437"/>
                    <a:pt x="746" y="442"/>
                    <a:pt x="736" y="438"/>
                  </a:cubicBezTo>
                  <a:cubicBezTo>
                    <a:pt x="708" y="434"/>
                    <a:pt x="708" y="434"/>
                    <a:pt x="708" y="434"/>
                  </a:cubicBezTo>
                  <a:close/>
                  <a:moveTo>
                    <a:pt x="807" y="344"/>
                  </a:moveTo>
                  <a:cubicBezTo>
                    <a:pt x="805" y="345"/>
                    <a:pt x="805" y="345"/>
                    <a:pt x="805" y="345"/>
                  </a:cubicBezTo>
                  <a:cubicBezTo>
                    <a:pt x="805" y="345"/>
                    <a:pt x="793" y="345"/>
                    <a:pt x="799" y="337"/>
                  </a:cubicBezTo>
                  <a:cubicBezTo>
                    <a:pt x="799" y="337"/>
                    <a:pt x="809" y="328"/>
                    <a:pt x="815" y="333"/>
                  </a:cubicBezTo>
                  <a:cubicBezTo>
                    <a:pt x="815" y="333"/>
                    <a:pt x="822" y="342"/>
                    <a:pt x="816" y="343"/>
                  </a:cubicBezTo>
                  <a:cubicBezTo>
                    <a:pt x="807" y="344"/>
                    <a:pt x="807" y="344"/>
                    <a:pt x="807" y="344"/>
                  </a:cubicBezTo>
                  <a:close/>
                  <a:moveTo>
                    <a:pt x="817" y="317"/>
                  </a:moveTo>
                  <a:cubicBezTo>
                    <a:pt x="815" y="313"/>
                    <a:pt x="815" y="313"/>
                    <a:pt x="815" y="313"/>
                  </a:cubicBezTo>
                  <a:cubicBezTo>
                    <a:pt x="815" y="313"/>
                    <a:pt x="821" y="287"/>
                    <a:pt x="842" y="286"/>
                  </a:cubicBezTo>
                  <a:cubicBezTo>
                    <a:pt x="842" y="286"/>
                    <a:pt x="860" y="284"/>
                    <a:pt x="841" y="309"/>
                  </a:cubicBezTo>
                  <a:cubicBezTo>
                    <a:pt x="841" y="309"/>
                    <a:pt x="831" y="309"/>
                    <a:pt x="831" y="316"/>
                  </a:cubicBezTo>
                  <a:cubicBezTo>
                    <a:pt x="831" y="316"/>
                    <a:pt x="824" y="319"/>
                    <a:pt x="817" y="317"/>
                  </a:cubicBezTo>
                  <a:close/>
                  <a:moveTo>
                    <a:pt x="1225" y="212"/>
                  </a:moveTo>
                  <a:cubicBezTo>
                    <a:pt x="1228" y="203"/>
                    <a:pt x="1228" y="203"/>
                    <a:pt x="1228" y="203"/>
                  </a:cubicBezTo>
                  <a:cubicBezTo>
                    <a:pt x="1216" y="161"/>
                    <a:pt x="1216" y="161"/>
                    <a:pt x="1216" y="161"/>
                  </a:cubicBezTo>
                  <a:cubicBezTo>
                    <a:pt x="1216" y="161"/>
                    <a:pt x="1237" y="154"/>
                    <a:pt x="1251" y="151"/>
                  </a:cubicBezTo>
                  <a:cubicBezTo>
                    <a:pt x="1251" y="151"/>
                    <a:pt x="1260" y="157"/>
                    <a:pt x="1265" y="157"/>
                  </a:cubicBezTo>
                  <a:cubicBezTo>
                    <a:pt x="1265" y="157"/>
                    <a:pt x="1284" y="188"/>
                    <a:pt x="1280" y="199"/>
                  </a:cubicBezTo>
                  <a:cubicBezTo>
                    <a:pt x="1280" y="199"/>
                    <a:pt x="1256" y="216"/>
                    <a:pt x="1257" y="225"/>
                  </a:cubicBezTo>
                  <a:cubicBezTo>
                    <a:pt x="1257" y="225"/>
                    <a:pt x="1231" y="350"/>
                    <a:pt x="1235" y="350"/>
                  </a:cubicBezTo>
                  <a:cubicBezTo>
                    <a:pt x="1235" y="350"/>
                    <a:pt x="1254" y="349"/>
                    <a:pt x="1285" y="338"/>
                  </a:cubicBezTo>
                  <a:cubicBezTo>
                    <a:pt x="1285" y="338"/>
                    <a:pt x="1300" y="337"/>
                    <a:pt x="1298" y="326"/>
                  </a:cubicBezTo>
                  <a:cubicBezTo>
                    <a:pt x="1289" y="304"/>
                    <a:pt x="1289" y="304"/>
                    <a:pt x="1289" y="304"/>
                  </a:cubicBezTo>
                  <a:cubicBezTo>
                    <a:pt x="1289" y="304"/>
                    <a:pt x="1316" y="273"/>
                    <a:pt x="1352" y="308"/>
                  </a:cubicBezTo>
                  <a:cubicBezTo>
                    <a:pt x="1358" y="326"/>
                    <a:pt x="1358" y="326"/>
                    <a:pt x="1358" y="326"/>
                  </a:cubicBezTo>
                  <a:cubicBezTo>
                    <a:pt x="1352" y="342"/>
                    <a:pt x="1352" y="342"/>
                    <a:pt x="1352" y="342"/>
                  </a:cubicBezTo>
                  <a:cubicBezTo>
                    <a:pt x="1352" y="342"/>
                    <a:pt x="1321" y="351"/>
                    <a:pt x="1319" y="366"/>
                  </a:cubicBezTo>
                  <a:cubicBezTo>
                    <a:pt x="1319" y="366"/>
                    <a:pt x="1302" y="376"/>
                    <a:pt x="1286" y="373"/>
                  </a:cubicBezTo>
                  <a:cubicBezTo>
                    <a:pt x="1286" y="373"/>
                    <a:pt x="1231" y="390"/>
                    <a:pt x="1230" y="395"/>
                  </a:cubicBezTo>
                  <a:cubicBezTo>
                    <a:pt x="1229" y="412"/>
                    <a:pt x="1229" y="412"/>
                    <a:pt x="1229" y="412"/>
                  </a:cubicBezTo>
                  <a:cubicBezTo>
                    <a:pt x="1229" y="412"/>
                    <a:pt x="1296" y="491"/>
                    <a:pt x="1314" y="511"/>
                  </a:cubicBezTo>
                  <a:cubicBezTo>
                    <a:pt x="1314" y="511"/>
                    <a:pt x="1324" y="529"/>
                    <a:pt x="1352" y="528"/>
                  </a:cubicBezTo>
                  <a:cubicBezTo>
                    <a:pt x="1352" y="528"/>
                    <a:pt x="1377" y="533"/>
                    <a:pt x="1381" y="541"/>
                  </a:cubicBezTo>
                  <a:cubicBezTo>
                    <a:pt x="1381" y="541"/>
                    <a:pt x="1346" y="559"/>
                    <a:pt x="1333" y="560"/>
                  </a:cubicBezTo>
                  <a:cubicBezTo>
                    <a:pt x="1333" y="560"/>
                    <a:pt x="1296" y="569"/>
                    <a:pt x="1273" y="534"/>
                  </a:cubicBezTo>
                  <a:cubicBezTo>
                    <a:pt x="1273" y="534"/>
                    <a:pt x="1245" y="462"/>
                    <a:pt x="1237" y="454"/>
                  </a:cubicBezTo>
                  <a:cubicBezTo>
                    <a:pt x="1237" y="454"/>
                    <a:pt x="1229" y="439"/>
                    <a:pt x="1223" y="439"/>
                  </a:cubicBezTo>
                  <a:cubicBezTo>
                    <a:pt x="1223" y="439"/>
                    <a:pt x="1215" y="441"/>
                    <a:pt x="1212" y="451"/>
                  </a:cubicBezTo>
                  <a:cubicBezTo>
                    <a:pt x="1190" y="493"/>
                    <a:pt x="1190" y="493"/>
                    <a:pt x="1190" y="493"/>
                  </a:cubicBezTo>
                  <a:cubicBezTo>
                    <a:pt x="1190" y="493"/>
                    <a:pt x="1138" y="527"/>
                    <a:pt x="1086" y="522"/>
                  </a:cubicBezTo>
                  <a:cubicBezTo>
                    <a:pt x="1086" y="522"/>
                    <a:pt x="1064" y="514"/>
                    <a:pt x="1067" y="498"/>
                  </a:cubicBezTo>
                  <a:cubicBezTo>
                    <a:pt x="1067" y="498"/>
                    <a:pt x="1075" y="492"/>
                    <a:pt x="1099" y="491"/>
                  </a:cubicBezTo>
                  <a:cubicBezTo>
                    <a:pt x="1099" y="491"/>
                    <a:pt x="1184" y="467"/>
                    <a:pt x="1180" y="425"/>
                  </a:cubicBezTo>
                  <a:cubicBezTo>
                    <a:pt x="1180" y="425"/>
                    <a:pt x="1170" y="411"/>
                    <a:pt x="1147" y="431"/>
                  </a:cubicBezTo>
                  <a:cubicBezTo>
                    <a:pt x="1128" y="441"/>
                    <a:pt x="1128" y="441"/>
                    <a:pt x="1128" y="441"/>
                  </a:cubicBezTo>
                  <a:cubicBezTo>
                    <a:pt x="1128" y="441"/>
                    <a:pt x="1102" y="423"/>
                    <a:pt x="1114" y="405"/>
                  </a:cubicBezTo>
                  <a:cubicBezTo>
                    <a:pt x="1194" y="371"/>
                    <a:pt x="1194" y="371"/>
                    <a:pt x="1194" y="371"/>
                  </a:cubicBezTo>
                  <a:cubicBezTo>
                    <a:pt x="1225" y="212"/>
                    <a:pt x="1225" y="212"/>
                    <a:pt x="1225" y="212"/>
                  </a:cubicBezTo>
                  <a:close/>
                  <a:moveTo>
                    <a:pt x="1695" y="235"/>
                  </a:moveTo>
                  <a:cubicBezTo>
                    <a:pt x="1693" y="231"/>
                    <a:pt x="1693" y="231"/>
                    <a:pt x="1693" y="231"/>
                  </a:cubicBezTo>
                  <a:cubicBezTo>
                    <a:pt x="1678" y="222"/>
                    <a:pt x="1678" y="222"/>
                    <a:pt x="1678" y="222"/>
                  </a:cubicBezTo>
                  <a:cubicBezTo>
                    <a:pt x="1668" y="208"/>
                    <a:pt x="1668" y="208"/>
                    <a:pt x="1668" y="208"/>
                  </a:cubicBezTo>
                  <a:cubicBezTo>
                    <a:pt x="1654" y="187"/>
                    <a:pt x="1654" y="187"/>
                    <a:pt x="1654" y="187"/>
                  </a:cubicBezTo>
                  <a:cubicBezTo>
                    <a:pt x="1675" y="177"/>
                    <a:pt x="1675" y="177"/>
                    <a:pt x="1675" y="177"/>
                  </a:cubicBezTo>
                  <a:cubicBezTo>
                    <a:pt x="1697" y="172"/>
                    <a:pt x="1697" y="172"/>
                    <a:pt x="1697" y="172"/>
                  </a:cubicBezTo>
                  <a:cubicBezTo>
                    <a:pt x="1714" y="175"/>
                    <a:pt x="1714" y="175"/>
                    <a:pt x="1714" y="175"/>
                  </a:cubicBezTo>
                  <a:cubicBezTo>
                    <a:pt x="1714" y="175"/>
                    <a:pt x="1764" y="121"/>
                    <a:pt x="1778" y="111"/>
                  </a:cubicBezTo>
                  <a:cubicBezTo>
                    <a:pt x="1793" y="78"/>
                    <a:pt x="1793" y="78"/>
                    <a:pt x="1793" y="78"/>
                  </a:cubicBezTo>
                  <a:cubicBezTo>
                    <a:pt x="1793" y="78"/>
                    <a:pt x="1823" y="51"/>
                    <a:pt x="1845" y="91"/>
                  </a:cubicBezTo>
                  <a:cubicBezTo>
                    <a:pt x="1845" y="91"/>
                    <a:pt x="1853" y="119"/>
                    <a:pt x="1840" y="128"/>
                  </a:cubicBezTo>
                  <a:cubicBezTo>
                    <a:pt x="1840" y="128"/>
                    <a:pt x="1782" y="141"/>
                    <a:pt x="1771" y="181"/>
                  </a:cubicBezTo>
                  <a:cubicBezTo>
                    <a:pt x="1771" y="181"/>
                    <a:pt x="1780" y="211"/>
                    <a:pt x="1768" y="216"/>
                  </a:cubicBezTo>
                  <a:cubicBezTo>
                    <a:pt x="1768" y="216"/>
                    <a:pt x="1746" y="212"/>
                    <a:pt x="1747" y="237"/>
                  </a:cubicBezTo>
                  <a:cubicBezTo>
                    <a:pt x="1747" y="237"/>
                    <a:pt x="1750" y="252"/>
                    <a:pt x="1764" y="237"/>
                  </a:cubicBezTo>
                  <a:cubicBezTo>
                    <a:pt x="1808" y="205"/>
                    <a:pt x="1808" y="205"/>
                    <a:pt x="1808" y="205"/>
                  </a:cubicBezTo>
                  <a:cubicBezTo>
                    <a:pt x="1808" y="205"/>
                    <a:pt x="1823" y="214"/>
                    <a:pt x="1826" y="195"/>
                  </a:cubicBezTo>
                  <a:cubicBezTo>
                    <a:pt x="1826" y="195"/>
                    <a:pt x="1823" y="191"/>
                    <a:pt x="1812" y="195"/>
                  </a:cubicBezTo>
                  <a:cubicBezTo>
                    <a:pt x="1812" y="195"/>
                    <a:pt x="1795" y="195"/>
                    <a:pt x="1793" y="182"/>
                  </a:cubicBezTo>
                  <a:cubicBezTo>
                    <a:pt x="1793" y="182"/>
                    <a:pt x="1810" y="154"/>
                    <a:pt x="1883" y="156"/>
                  </a:cubicBezTo>
                  <a:cubicBezTo>
                    <a:pt x="1883" y="156"/>
                    <a:pt x="1911" y="173"/>
                    <a:pt x="1893" y="195"/>
                  </a:cubicBezTo>
                  <a:cubicBezTo>
                    <a:pt x="1893" y="195"/>
                    <a:pt x="1852" y="221"/>
                    <a:pt x="1815" y="246"/>
                  </a:cubicBezTo>
                  <a:cubicBezTo>
                    <a:pt x="1815" y="246"/>
                    <a:pt x="1796" y="277"/>
                    <a:pt x="1815" y="281"/>
                  </a:cubicBezTo>
                  <a:cubicBezTo>
                    <a:pt x="1815" y="281"/>
                    <a:pt x="1865" y="269"/>
                    <a:pt x="1882" y="276"/>
                  </a:cubicBezTo>
                  <a:cubicBezTo>
                    <a:pt x="1882" y="276"/>
                    <a:pt x="1908" y="290"/>
                    <a:pt x="1892" y="308"/>
                  </a:cubicBezTo>
                  <a:cubicBezTo>
                    <a:pt x="1892" y="308"/>
                    <a:pt x="1808" y="385"/>
                    <a:pt x="1728" y="361"/>
                  </a:cubicBezTo>
                  <a:cubicBezTo>
                    <a:pt x="1728" y="361"/>
                    <a:pt x="1710" y="356"/>
                    <a:pt x="1732" y="351"/>
                  </a:cubicBezTo>
                  <a:cubicBezTo>
                    <a:pt x="1732" y="351"/>
                    <a:pt x="1823" y="325"/>
                    <a:pt x="1831" y="311"/>
                  </a:cubicBezTo>
                  <a:cubicBezTo>
                    <a:pt x="1831" y="311"/>
                    <a:pt x="1841" y="297"/>
                    <a:pt x="1803" y="304"/>
                  </a:cubicBezTo>
                  <a:cubicBezTo>
                    <a:pt x="1803" y="304"/>
                    <a:pt x="1722" y="322"/>
                    <a:pt x="1704" y="334"/>
                  </a:cubicBezTo>
                  <a:cubicBezTo>
                    <a:pt x="1704" y="334"/>
                    <a:pt x="1681" y="338"/>
                    <a:pt x="1672" y="334"/>
                  </a:cubicBezTo>
                  <a:cubicBezTo>
                    <a:pt x="1672" y="334"/>
                    <a:pt x="1646" y="311"/>
                    <a:pt x="1678" y="310"/>
                  </a:cubicBezTo>
                  <a:cubicBezTo>
                    <a:pt x="1678" y="310"/>
                    <a:pt x="1717" y="305"/>
                    <a:pt x="1734" y="280"/>
                  </a:cubicBezTo>
                  <a:cubicBezTo>
                    <a:pt x="1734" y="280"/>
                    <a:pt x="1729" y="254"/>
                    <a:pt x="1706" y="269"/>
                  </a:cubicBezTo>
                  <a:cubicBezTo>
                    <a:pt x="1680" y="280"/>
                    <a:pt x="1680" y="280"/>
                    <a:pt x="1680" y="280"/>
                  </a:cubicBezTo>
                  <a:cubicBezTo>
                    <a:pt x="1680" y="280"/>
                    <a:pt x="1671" y="265"/>
                    <a:pt x="1696" y="245"/>
                  </a:cubicBezTo>
                  <a:cubicBezTo>
                    <a:pt x="1696" y="245"/>
                    <a:pt x="1700" y="235"/>
                    <a:pt x="1695" y="235"/>
                  </a:cubicBezTo>
                  <a:close/>
                  <a:moveTo>
                    <a:pt x="1768" y="268"/>
                  </a:moveTo>
                  <a:cubicBezTo>
                    <a:pt x="1763" y="268"/>
                    <a:pt x="1763" y="268"/>
                    <a:pt x="1763" y="268"/>
                  </a:cubicBezTo>
                  <a:cubicBezTo>
                    <a:pt x="1763" y="268"/>
                    <a:pt x="1741" y="259"/>
                    <a:pt x="1765" y="251"/>
                  </a:cubicBezTo>
                  <a:cubicBezTo>
                    <a:pt x="1765" y="251"/>
                    <a:pt x="1782" y="246"/>
                    <a:pt x="1783" y="253"/>
                  </a:cubicBezTo>
                  <a:cubicBezTo>
                    <a:pt x="1779" y="266"/>
                    <a:pt x="1779" y="266"/>
                    <a:pt x="1779" y="266"/>
                  </a:cubicBezTo>
                  <a:cubicBezTo>
                    <a:pt x="1779" y="266"/>
                    <a:pt x="1773" y="268"/>
                    <a:pt x="1768" y="268"/>
                  </a:cubicBezTo>
                  <a:close/>
                  <a:moveTo>
                    <a:pt x="1618" y="259"/>
                  </a:moveTo>
                  <a:cubicBezTo>
                    <a:pt x="1617" y="253"/>
                    <a:pt x="1617" y="253"/>
                    <a:pt x="1617" y="253"/>
                  </a:cubicBezTo>
                  <a:cubicBezTo>
                    <a:pt x="1617" y="253"/>
                    <a:pt x="1632" y="234"/>
                    <a:pt x="1632" y="209"/>
                  </a:cubicBezTo>
                  <a:cubicBezTo>
                    <a:pt x="1632" y="209"/>
                    <a:pt x="1631" y="198"/>
                    <a:pt x="1655" y="222"/>
                  </a:cubicBezTo>
                  <a:cubicBezTo>
                    <a:pt x="1666" y="243"/>
                    <a:pt x="1666" y="243"/>
                    <a:pt x="1666" y="243"/>
                  </a:cubicBezTo>
                  <a:cubicBezTo>
                    <a:pt x="1666" y="243"/>
                    <a:pt x="1667" y="252"/>
                    <a:pt x="1659" y="263"/>
                  </a:cubicBezTo>
                  <a:cubicBezTo>
                    <a:pt x="1659" y="263"/>
                    <a:pt x="1649" y="289"/>
                    <a:pt x="1640" y="299"/>
                  </a:cubicBezTo>
                  <a:cubicBezTo>
                    <a:pt x="1628" y="296"/>
                    <a:pt x="1628" y="296"/>
                    <a:pt x="1628" y="296"/>
                  </a:cubicBezTo>
                  <a:cubicBezTo>
                    <a:pt x="1628" y="296"/>
                    <a:pt x="1627" y="267"/>
                    <a:pt x="1618" y="259"/>
                  </a:cubicBezTo>
                  <a:close/>
                  <a:moveTo>
                    <a:pt x="1613" y="321"/>
                  </a:moveTo>
                  <a:cubicBezTo>
                    <a:pt x="1608" y="320"/>
                    <a:pt x="1608" y="320"/>
                    <a:pt x="1608" y="320"/>
                  </a:cubicBezTo>
                  <a:cubicBezTo>
                    <a:pt x="1608" y="320"/>
                    <a:pt x="1568" y="330"/>
                    <a:pt x="1589" y="370"/>
                  </a:cubicBezTo>
                  <a:cubicBezTo>
                    <a:pt x="1589" y="370"/>
                    <a:pt x="1601" y="369"/>
                    <a:pt x="1603" y="374"/>
                  </a:cubicBezTo>
                  <a:cubicBezTo>
                    <a:pt x="1603" y="374"/>
                    <a:pt x="1637" y="359"/>
                    <a:pt x="1613" y="3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îṧ1íďè"/>
            <p:cNvSpPr/>
            <p:nvPr/>
          </p:nvSpPr>
          <p:spPr bwMode="auto">
            <a:xfrm>
              <a:off x="5142781" y="4062858"/>
              <a:ext cx="4150942" cy="278156"/>
            </a:xfrm>
            <a:custGeom>
              <a:avLst/>
              <a:gdLst>
                <a:gd name="T0" fmla="*/ 77 w 1868"/>
                <a:gd name="T1" fmla="*/ 5 h 125"/>
                <a:gd name="T2" fmla="*/ 58 w 1868"/>
                <a:gd name="T3" fmla="*/ 93 h 125"/>
                <a:gd name="T4" fmla="*/ 195 w 1868"/>
                <a:gd name="T5" fmla="*/ 93 h 125"/>
                <a:gd name="T6" fmla="*/ 195 w 1868"/>
                <a:gd name="T7" fmla="*/ 3 h 125"/>
                <a:gd name="T8" fmla="*/ 125 w 1868"/>
                <a:gd name="T9" fmla="*/ 19 h 125"/>
                <a:gd name="T10" fmla="*/ 108 w 1868"/>
                <a:gd name="T11" fmla="*/ 19 h 125"/>
                <a:gd name="T12" fmla="*/ 135 w 1868"/>
                <a:gd name="T13" fmla="*/ 87 h 125"/>
                <a:gd name="T14" fmla="*/ 212 w 1868"/>
                <a:gd name="T15" fmla="*/ 49 h 125"/>
                <a:gd name="T16" fmla="*/ 285 w 1868"/>
                <a:gd name="T17" fmla="*/ 52 h 125"/>
                <a:gd name="T18" fmla="*/ 415 w 1868"/>
                <a:gd name="T19" fmla="*/ 9 h 125"/>
                <a:gd name="T20" fmla="*/ 398 w 1868"/>
                <a:gd name="T21" fmla="*/ 21 h 125"/>
                <a:gd name="T22" fmla="*/ 322 w 1868"/>
                <a:gd name="T23" fmla="*/ 87 h 125"/>
                <a:gd name="T24" fmla="*/ 521 w 1868"/>
                <a:gd name="T25" fmla="*/ 49 h 125"/>
                <a:gd name="T26" fmla="*/ 452 w 1868"/>
                <a:gd name="T27" fmla="*/ 47 h 125"/>
                <a:gd name="T28" fmla="*/ 499 w 1868"/>
                <a:gd name="T29" fmla="*/ 4 h 125"/>
                <a:gd name="T30" fmla="*/ 521 w 1868"/>
                <a:gd name="T31" fmla="*/ 49 h 125"/>
                <a:gd name="T32" fmla="*/ 568 w 1868"/>
                <a:gd name="T33" fmla="*/ 92 h 125"/>
                <a:gd name="T34" fmla="*/ 612 w 1868"/>
                <a:gd name="T35" fmla="*/ 51 h 125"/>
                <a:gd name="T36" fmla="*/ 649 w 1868"/>
                <a:gd name="T37" fmla="*/ 87 h 125"/>
                <a:gd name="T38" fmla="*/ 676 w 1868"/>
                <a:gd name="T39" fmla="*/ 19 h 125"/>
                <a:gd name="T40" fmla="*/ 778 w 1868"/>
                <a:gd name="T41" fmla="*/ 93 h 125"/>
                <a:gd name="T42" fmla="*/ 765 w 1868"/>
                <a:gd name="T43" fmla="*/ 9 h 125"/>
                <a:gd name="T44" fmla="*/ 702 w 1868"/>
                <a:gd name="T45" fmla="*/ 9 h 125"/>
                <a:gd name="T46" fmla="*/ 731 w 1868"/>
                <a:gd name="T47" fmla="*/ 87 h 125"/>
                <a:gd name="T48" fmla="*/ 876 w 1868"/>
                <a:gd name="T49" fmla="*/ 64 h 125"/>
                <a:gd name="T50" fmla="*/ 893 w 1868"/>
                <a:gd name="T51" fmla="*/ 4 h 125"/>
                <a:gd name="T52" fmla="*/ 893 w 1868"/>
                <a:gd name="T53" fmla="*/ 86 h 125"/>
                <a:gd name="T54" fmla="*/ 1062 w 1868"/>
                <a:gd name="T55" fmla="*/ 58 h 125"/>
                <a:gd name="T56" fmla="*/ 987 w 1868"/>
                <a:gd name="T57" fmla="*/ 3 h 125"/>
                <a:gd name="T58" fmla="*/ 1069 w 1868"/>
                <a:gd name="T59" fmla="*/ 20 h 125"/>
                <a:gd name="T60" fmla="*/ 1170 w 1868"/>
                <a:gd name="T61" fmla="*/ 93 h 125"/>
                <a:gd name="T62" fmla="*/ 1157 w 1868"/>
                <a:gd name="T63" fmla="*/ 9 h 125"/>
                <a:gd name="T64" fmla="*/ 1094 w 1868"/>
                <a:gd name="T65" fmla="*/ 9 h 125"/>
                <a:gd name="T66" fmla="*/ 1123 w 1868"/>
                <a:gd name="T67" fmla="*/ 87 h 125"/>
                <a:gd name="T68" fmla="*/ 1204 w 1868"/>
                <a:gd name="T69" fmla="*/ 87 h 125"/>
                <a:gd name="T70" fmla="*/ 1230 w 1868"/>
                <a:gd name="T71" fmla="*/ 19 h 125"/>
                <a:gd name="T72" fmla="*/ 1304 w 1868"/>
                <a:gd name="T73" fmla="*/ 94 h 125"/>
                <a:gd name="T74" fmla="*/ 1316 w 1868"/>
                <a:gd name="T75" fmla="*/ 9 h 125"/>
                <a:gd name="T76" fmla="*/ 1296 w 1868"/>
                <a:gd name="T77" fmla="*/ 3 h 125"/>
                <a:gd name="T78" fmla="*/ 1413 w 1868"/>
                <a:gd name="T79" fmla="*/ 11 h 125"/>
                <a:gd name="T80" fmla="*/ 1368 w 1868"/>
                <a:gd name="T81" fmla="*/ 19 h 125"/>
                <a:gd name="T82" fmla="*/ 1425 w 1868"/>
                <a:gd name="T83" fmla="*/ 70 h 125"/>
                <a:gd name="T84" fmla="*/ 1420 w 1868"/>
                <a:gd name="T85" fmla="*/ 62 h 125"/>
                <a:gd name="T86" fmla="*/ 1473 w 1868"/>
                <a:gd name="T87" fmla="*/ 54 h 125"/>
                <a:gd name="T88" fmla="*/ 1540 w 1868"/>
                <a:gd name="T89" fmla="*/ 89 h 125"/>
                <a:gd name="T90" fmla="*/ 1460 w 1868"/>
                <a:gd name="T91" fmla="*/ 2 h 125"/>
                <a:gd name="T92" fmla="*/ 1446 w 1868"/>
                <a:gd name="T93" fmla="*/ 87 h 125"/>
                <a:gd name="T94" fmla="*/ 1473 w 1868"/>
                <a:gd name="T95" fmla="*/ 54 h 125"/>
                <a:gd name="T96" fmla="*/ 1556 w 1868"/>
                <a:gd name="T97" fmla="*/ 92 h 125"/>
                <a:gd name="T98" fmla="*/ 1583 w 1868"/>
                <a:gd name="T99" fmla="*/ 34 h 125"/>
                <a:gd name="T100" fmla="*/ 1600 w 1868"/>
                <a:gd name="T101" fmla="*/ 3 h 125"/>
                <a:gd name="T102" fmla="*/ 1579 w 1868"/>
                <a:gd name="T103" fmla="*/ 88 h 125"/>
                <a:gd name="T104" fmla="*/ 1637 w 1868"/>
                <a:gd name="T105" fmla="*/ 77 h 125"/>
                <a:gd name="T106" fmla="*/ 1654 w 1868"/>
                <a:gd name="T107" fmla="*/ 77 h 125"/>
                <a:gd name="T108" fmla="*/ 1731 w 1868"/>
                <a:gd name="T109" fmla="*/ 10 h 125"/>
                <a:gd name="T110" fmla="*/ 1752 w 1868"/>
                <a:gd name="T111" fmla="*/ 3 h 125"/>
                <a:gd name="T112" fmla="*/ 1690 w 1868"/>
                <a:gd name="T113" fmla="*/ 13 h 125"/>
                <a:gd name="T114" fmla="*/ 1745 w 1868"/>
                <a:gd name="T115" fmla="*/ 93 h 125"/>
                <a:gd name="T116" fmla="*/ 1860 w 1868"/>
                <a:gd name="T117" fmla="*/ 11 h 125"/>
                <a:gd name="T118" fmla="*/ 1845 w 1868"/>
                <a:gd name="T119" fmla="*/ 20 h 125"/>
                <a:gd name="T120" fmla="*/ 1777 w 1868"/>
                <a:gd name="T121" fmla="*/ 3 h 125"/>
                <a:gd name="T122" fmla="*/ 1806 w 1868"/>
                <a:gd name="T123" fmla="*/ 87 h 125"/>
                <a:gd name="T124" fmla="*/ 1833 w 1868"/>
                <a:gd name="T125" fmla="*/ 5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8" h="125">
                  <a:moveTo>
                    <a:pt x="76" y="67"/>
                  </a:moveTo>
                  <a:cubicBezTo>
                    <a:pt x="70" y="80"/>
                    <a:pt x="62" y="87"/>
                    <a:pt x="50" y="88"/>
                  </a:cubicBezTo>
                  <a:cubicBezTo>
                    <a:pt x="31" y="86"/>
                    <a:pt x="20" y="72"/>
                    <a:pt x="19" y="47"/>
                  </a:cubicBezTo>
                  <a:cubicBezTo>
                    <a:pt x="20" y="22"/>
                    <a:pt x="30" y="10"/>
                    <a:pt x="49" y="8"/>
                  </a:cubicBezTo>
                  <a:cubicBezTo>
                    <a:pt x="61" y="8"/>
                    <a:pt x="69" y="16"/>
                    <a:pt x="73" y="31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3" y="6"/>
                    <a:pt x="72" y="6"/>
                    <a:pt x="72" y="6"/>
                  </a:cubicBezTo>
                  <a:cubicBezTo>
                    <a:pt x="71" y="6"/>
                    <a:pt x="70" y="6"/>
                    <a:pt x="68" y="5"/>
                  </a:cubicBezTo>
                  <a:cubicBezTo>
                    <a:pt x="61" y="2"/>
                    <a:pt x="54" y="1"/>
                    <a:pt x="48" y="1"/>
                  </a:cubicBezTo>
                  <a:cubicBezTo>
                    <a:pt x="19" y="3"/>
                    <a:pt x="3" y="19"/>
                    <a:pt x="0" y="48"/>
                  </a:cubicBezTo>
                  <a:cubicBezTo>
                    <a:pt x="2" y="77"/>
                    <a:pt x="18" y="92"/>
                    <a:pt x="45" y="94"/>
                  </a:cubicBezTo>
                  <a:cubicBezTo>
                    <a:pt x="49" y="94"/>
                    <a:pt x="53" y="94"/>
                    <a:pt x="58" y="93"/>
                  </a:cubicBezTo>
                  <a:cubicBezTo>
                    <a:pt x="62" y="93"/>
                    <a:pt x="65" y="92"/>
                    <a:pt x="67" y="92"/>
                  </a:cubicBezTo>
                  <a:cubicBezTo>
                    <a:pt x="70" y="92"/>
                    <a:pt x="72" y="93"/>
                    <a:pt x="74" y="93"/>
                  </a:cubicBezTo>
                  <a:cubicBezTo>
                    <a:pt x="77" y="85"/>
                    <a:pt x="80" y="76"/>
                    <a:pt x="81" y="67"/>
                  </a:cubicBezTo>
                  <a:cubicBezTo>
                    <a:pt x="76" y="67"/>
                    <a:pt x="76" y="67"/>
                    <a:pt x="76" y="67"/>
                  </a:cubicBezTo>
                  <a:close/>
                  <a:moveTo>
                    <a:pt x="155" y="87"/>
                  </a:moveTo>
                  <a:cubicBezTo>
                    <a:pt x="155" y="93"/>
                    <a:pt x="155" y="93"/>
                    <a:pt x="15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193" y="87"/>
                    <a:pt x="193" y="87"/>
                    <a:pt x="193" y="87"/>
                  </a:cubicBezTo>
                  <a:cubicBezTo>
                    <a:pt x="186" y="88"/>
                    <a:pt x="183" y="84"/>
                    <a:pt x="183" y="77"/>
                  </a:cubicBezTo>
                  <a:cubicBezTo>
                    <a:pt x="183" y="19"/>
                    <a:pt x="183" y="19"/>
                    <a:pt x="183" y="19"/>
                  </a:cubicBezTo>
                  <a:cubicBezTo>
                    <a:pt x="183" y="12"/>
                    <a:pt x="186" y="8"/>
                    <a:pt x="192" y="9"/>
                  </a:cubicBezTo>
                  <a:cubicBezTo>
                    <a:pt x="195" y="9"/>
                    <a:pt x="195" y="9"/>
                    <a:pt x="195" y="9"/>
                  </a:cubicBezTo>
                  <a:cubicBezTo>
                    <a:pt x="195" y="3"/>
                    <a:pt x="195" y="3"/>
                    <a:pt x="195" y="3"/>
                  </a:cubicBezTo>
                  <a:cubicBezTo>
                    <a:pt x="155" y="3"/>
                    <a:pt x="155" y="3"/>
                    <a:pt x="155" y="3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56" y="9"/>
                    <a:pt x="156" y="9"/>
                    <a:pt x="156" y="9"/>
                  </a:cubicBezTo>
                  <a:cubicBezTo>
                    <a:pt x="163" y="8"/>
                    <a:pt x="166" y="12"/>
                    <a:pt x="166" y="19"/>
                  </a:cubicBezTo>
                  <a:cubicBezTo>
                    <a:pt x="166" y="42"/>
                    <a:pt x="166" y="42"/>
                    <a:pt x="166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5" y="19"/>
                    <a:pt x="125" y="19"/>
                    <a:pt x="125" y="19"/>
                  </a:cubicBezTo>
                  <a:cubicBezTo>
                    <a:pt x="125" y="12"/>
                    <a:pt x="128" y="8"/>
                    <a:pt x="135" y="9"/>
                  </a:cubicBezTo>
                  <a:cubicBezTo>
                    <a:pt x="136" y="9"/>
                    <a:pt x="136" y="9"/>
                    <a:pt x="136" y="9"/>
                  </a:cubicBezTo>
                  <a:cubicBezTo>
                    <a:pt x="136" y="3"/>
                    <a:pt x="136" y="3"/>
                    <a:pt x="136" y="3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97" y="9"/>
                    <a:pt x="97" y="9"/>
                    <a:pt x="97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105" y="9"/>
                    <a:pt x="108" y="12"/>
                    <a:pt x="108" y="19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8" y="84"/>
                    <a:pt x="105" y="87"/>
                    <a:pt x="99" y="87"/>
                  </a:cubicBezTo>
                  <a:cubicBezTo>
                    <a:pt x="97" y="87"/>
                    <a:pt x="97" y="87"/>
                    <a:pt x="97" y="87"/>
                  </a:cubicBezTo>
                  <a:cubicBezTo>
                    <a:pt x="97" y="93"/>
                    <a:pt x="97" y="93"/>
                    <a:pt x="97" y="93"/>
                  </a:cubicBezTo>
                  <a:cubicBezTo>
                    <a:pt x="136" y="93"/>
                    <a:pt x="136" y="93"/>
                    <a:pt x="136" y="93"/>
                  </a:cubicBezTo>
                  <a:cubicBezTo>
                    <a:pt x="136" y="87"/>
                    <a:pt x="136" y="87"/>
                    <a:pt x="136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28" y="87"/>
                    <a:pt x="125" y="84"/>
                    <a:pt x="125" y="77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66" y="50"/>
                    <a:pt x="166" y="50"/>
                    <a:pt x="166" y="50"/>
                  </a:cubicBezTo>
                  <a:cubicBezTo>
                    <a:pt x="166" y="76"/>
                    <a:pt x="166" y="76"/>
                    <a:pt x="166" y="76"/>
                  </a:cubicBezTo>
                  <a:cubicBezTo>
                    <a:pt x="166" y="83"/>
                    <a:pt x="163" y="87"/>
                    <a:pt x="157" y="87"/>
                  </a:cubicBezTo>
                  <a:cubicBezTo>
                    <a:pt x="155" y="87"/>
                    <a:pt x="155" y="87"/>
                    <a:pt x="155" y="87"/>
                  </a:cubicBezTo>
                  <a:close/>
                  <a:moveTo>
                    <a:pt x="212" y="49"/>
                  </a:moveTo>
                  <a:cubicBezTo>
                    <a:pt x="214" y="78"/>
                    <a:pt x="229" y="93"/>
                    <a:pt x="257" y="94"/>
                  </a:cubicBezTo>
                  <a:cubicBezTo>
                    <a:pt x="286" y="93"/>
                    <a:pt x="302" y="77"/>
                    <a:pt x="304" y="46"/>
                  </a:cubicBezTo>
                  <a:cubicBezTo>
                    <a:pt x="302" y="17"/>
                    <a:pt x="287" y="2"/>
                    <a:pt x="259" y="0"/>
                  </a:cubicBezTo>
                  <a:cubicBezTo>
                    <a:pt x="229" y="2"/>
                    <a:pt x="214" y="18"/>
                    <a:pt x="212" y="49"/>
                  </a:cubicBezTo>
                  <a:close/>
                  <a:moveTo>
                    <a:pt x="230" y="43"/>
                  </a:moveTo>
                  <a:cubicBezTo>
                    <a:pt x="231" y="20"/>
                    <a:pt x="240" y="7"/>
                    <a:pt x="256" y="6"/>
                  </a:cubicBezTo>
                  <a:cubicBezTo>
                    <a:pt x="274" y="8"/>
                    <a:pt x="284" y="23"/>
                    <a:pt x="285" y="52"/>
                  </a:cubicBezTo>
                  <a:cubicBezTo>
                    <a:pt x="284" y="76"/>
                    <a:pt x="276" y="88"/>
                    <a:pt x="260" y="89"/>
                  </a:cubicBezTo>
                  <a:cubicBezTo>
                    <a:pt x="241" y="87"/>
                    <a:pt x="231" y="72"/>
                    <a:pt x="230" y="43"/>
                  </a:cubicBezTo>
                  <a:close/>
                  <a:moveTo>
                    <a:pt x="339" y="21"/>
                  </a:moveTo>
                  <a:cubicBezTo>
                    <a:pt x="398" y="93"/>
                    <a:pt x="398" y="93"/>
                    <a:pt x="398" y="93"/>
                  </a:cubicBezTo>
                  <a:cubicBezTo>
                    <a:pt x="405" y="93"/>
                    <a:pt x="405" y="93"/>
                    <a:pt x="405" y="93"/>
                  </a:cubicBezTo>
                  <a:cubicBezTo>
                    <a:pt x="405" y="16"/>
                    <a:pt x="405" y="16"/>
                    <a:pt x="405" y="16"/>
                  </a:cubicBezTo>
                  <a:cubicBezTo>
                    <a:pt x="405" y="11"/>
                    <a:pt x="408" y="8"/>
                    <a:pt x="415" y="9"/>
                  </a:cubicBezTo>
                  <a:cubicBezTo>
                    <a:pt x="417" y="9"/>
                    <a:pt x="417" y="9"/>
                    <a:pt x="417" y="9"/>
                  </a:cubicBezTo>
                  <a:cubicBezTo>
                    <a:pt x="417" y="3"/>
                    <a:pt x="417" y="3"/>
                    <a:pt x="417" y="3"/>
                  </a:cubicBezTo>
                  <a:cubicBezTo>
                    <a:pt x="385" y="3"/>
                    <a:pt x="385" y="3"/>
                    <a:pt x="385" y="3"/>
                  </a:cubicBezTo>
                  <a:cubicBezTo>
                    <a:pt x="385" y="9"/>
                    <a:pt x="385" y="9"/>
                    <a:pt x="385" y="9"/>
                  </a:cubicBezTo>
                  <a:cubicBezTo>
                    <a:pt x="386" y="9"/>
                    <a:pt x="386" y="9"/>
                    <a:pt x="386" y="9"/>
                  </a:cubicBezTo>
                  <a:cubicBezTo>
                    <a:pt x="391" y="9"/>
                    <a:pt x="395" y="9"/>
                    <a:pt x="396" y="11"/>
                  </a:cubicBezTo>
                  <a:cubicBezTo>
                    <a:pt x="397" y="12"/>
                    <a:pt x="398" y="16"/>
                    <a:pt x="398" y="21"/>
                  </a:cubicBezTo>
                  <a:cubicBezTo>
                    <a:pt x="398" y="65"/>
                    <a:pt x="398" y="65"/>
                    <a:pt x="398" y="65"/>
                  </a:cubicBezTo>
                  <a:cubicBezTo>
                    <a:pt x="347" y="3"/>
                    <a:pt x="347" y="3"/>
                    <a:pt x="347" y="3"/>
                  </a:cubicBezTo>
                  <a:cubicBezTo>
                    <a:pt x="322" y="3"/>
                    <a:pt x="322" y="3"/>
                    <a:pt x="322" y="3"/>
                  </a:cubicBezTo>
                  <a:cubicBezTo>
                    <a:pt x="322" y="9"/>
                    <a:pt x="322" y="9"/>
                    <a:pt x="322" y="9"/>
                  </a:cubicBezTo>
                  <a:cubicBezTo>
                    <a:pt x="326" y="9"/>
                    <a:pt x="329" y="10"/>
                    <a:pt x="331" y="11"/>
                  </a:cubicBezTo>
                  <a:cubicBezTo>
                    <a:pt x="331" y="78"/>
                    <a:pt x="331" y="78"/>
                    <a:pt x="331" y="78"/>
                  </a:cubicBezTo>
                  <a:cubicBezTo>
                    <a:pt x="332" y="84"/>
                    <a:pt x="329" y="87"/>
                    <a:pt x="322" y="87"/>
                  </a:cubicBezTo>
                  <a:cubicBezTo>
                    <a:pt x="321" y="87"/>
                    <a:pt x="321" y="87"/>
                    <a:pt x="321" y="87"/>
                  </a:cubicBezTo>
                  <a:cubicBezTo>
                    <a:pt x="321" y="93"/>
                    <a:pt x="321" y="93"/>
                    <a:pt x="321" y="93"/>
                  </a:cubicBezTo>
                  <a:cubicBezTo>
                    <a:pt x="351" y="93"/>
                    <a:pt x="351" y="93"/>
                    <a:pt x="351" y="93"/>
                  </a:cubicBezTo>
                  <a:cubicBezTo>
                    <a:pt x="351" y="87"/>
                    <a:pt x="351" y="87"/>
                    <a:pt x="351" y="87"/>
                  </a:cubicBezTo>
                  <a:cubicBezTo>
                    <a:pt x="343" y="88"/>
                    <a:pt x="338" y="84"/>
                    <a:pt x="339" y="75"/>
                  </a:cubicBezTo>
                  <a:cubicBezTo>
                    <a:pt x="339" y="21"/>
                    <a:pt x="339" y="21"/>
                    <a:pt x="339" y="21"/>
                  </a:cubicBezTo>
                  <a:close/>
                  <a:moveTo>
                    <a:pt x="521" y="49"/>
                  </a:moveTo>
                  <a:cubicBezTo>
                    <a:pt x="480" y="49"/>
                    <a:pt x="480" y="49"/>
                    <a:pt x="480" y="49"/>
                  </a:cubicBezTo>
                  <a:cubicBezTo>
                    <a:pt x="480" y="55"/>
                    <a:pt x="480" y="55"/>
                    <a:pt x="480" y="55"/>
                  </a:cubicBezTo>
                  <a:cubicBezTo>
                    <a:pt x="487" y="55"/>
                    <a:pt x="491" y="56"/>
                    <a:pt x="493" y="57"/>
                  </a:cubicBezTo>
                  <a:cubicBezTo>
                    <a:pt x="495" y="58"/>
                    <a:pt x="496" y="61"/>
                    <a:pt x="496" y="64"/>
                  </a:cubicBezTo>
                  <a:cubicBezTo>
                    <a:pt x="496" y="84"/>
                    <a:pt x="496" y="84"/>
                    <a:pt x="496" y="84"/>
                  </a:cubicBezTo>
                  <a:cubicBezTo>
                    <a:pt x="492" y="87"/>
                    <a:pt x="488" y="88"/>
                    <a:pt x="482" y="88"/>
                  </a:cubicBezTo>
                  <a:cubicBezTo>
                    <a:pt x="463" y="86"/>
                    <a:pt x="453" y="72"/>
                    <a:pt x="452" y="47"/>
                  </a:cubicBezTo>
                  <a:cubicBezTo>
                    <a:pt x="453" y="22"/>
                    <a:pt x="463" y="8"/>
                    <a:pt x="482" y="7"/>
                  </a:cubicBezTo>
                  <a:cubicBezTo>
                    <a:pt x="495" y="7"/>
                    <a:pt x="504" y="15"/>
                    <a:pt x="508" y="30"/>
                  </a:cubicBezTo>
                  <a:cubicBezTo>
                    <a:pt x="513" y="30"/>
                    <a:pt x="513" y="30"/>
                    <a:pt x="513" y="30"/>
                  </a:cubicBezTo>
                  <a:cubicBezTo>
                    <a:pt x="513" y="4"/>
                    <a:pt x="513" y="4"/>
                    <a:pt x="513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09" y="5"/>
                    <a:pt x="508" y="6"/>
                    <a:pt x="506" y="6"/>
                  </a:cubicBezTo>
                  <a:cubicBezTo>
                    <a:pt x="505" y="6"/>
                    <a:pt x="503" y="5"/>
                    <a:pt x="499" y="4"/>
                  </a:cubicBezTo>
                  <a:cubicBezTo>
                    <a:pt x="491" y="2"/>
                    <a:pt x="484" y="1"/>
                    <a:pt x="479" y="1"/>
                  </a:cubicBezTo>
                  <a:cubicBezTo>
                    <a:pt x="451" y="3"/>
                    <a:pt x="436" y="18"/>
                    <a:pt x="434" y="47"/>
                  </a:cubicBezTo>
                  <a:cubicBezTo>
                    <a:pt x="435" y="77"/>
                    <a:pt x="450" y="93"/>
                    <a:pt x="480" y="94"/>
                  </a:cubicBezTo>
                  <a:cubicBezTo>
                    <a:pt x="491" y="94"/>
                    <a:pt x="502" y="91"/>
                    <a:pt x="513" y="86"/>
                  </a:cubicBezTo>
                  <a:cubicBezTo>
                    <a:pt x="513" y="64"/>
                    <a:pt x="513" y="64"/>
                    <a:pt x="513" y="64"/>
                  </a:cubicBezTo>
                  <a:cubicBezTo>
                    <a:pt x="512" y="58"/>
                    <a:pt x="515" y="55"/>
                    <a:pt x="521" y="55"/>
                  </a:cubicBezTo>
                  <a:cubicBezTo>
                    <a:pt x="521" y="49"/>
                    <a:pt x="521" y="49"/>
                    <a:pt x="521" y="49"/>
                  </a:cubicBezTo>
                  <a:close/>
                  <a:moveTo>
                    <a:pt x="632" y="118"/>
                  </a:moveTo>
                  <a:cubicBezTo>
                    <a:pt x="625" y="118"/>
                    <a:pt x="618" y="114"/>
                    <a:pt x="610" y="104"/>
                  </a:cubicBezTo>
                  <a:cubicBezTo>
                    <a:pt x="605" y="99"/>
                    <a:pt x="600" y="95"/>
                    <a:pt x="597" y="93"/>
                  </a:cubicBezTo>
                  <a:cubicBezTo>
                    <a:pt x="618" y="86"/>
                    <a:pt x="630" y="70"/>
                    <a:pt x="631" y="46"/>
                  </a:cubicBezTo>
                  <a:cubicBezTo>
                    <a:pt x="629" y="17"/>
                    <a:pt x="614" y="2"/>
                    <a:pt x="586" y="0"/>
                  </a:cubicBezTo>
                  <a:cubicBezTo>
                    <a:pt x="557" y="2"/>
                    <a:pt x="541" y="19"/>
                    <a:pt x="538" y="49"/>
                  </a:cubicBezTo>
                  <a:cubicBezTo>
                    <a:pt x="539" y="71"/>
                    <a:pt x="549" y="86"/>
                    <a:pt x="568" y="92"/>
                  </a:cubicBezTo>
                  <a:cubicBezTo>
                    <a:pt x="572" y="93"/>
                    <a:pt x="578" y="98"/>
                    <a:pt x="585" y="105"/>
                  </a:cubicBezTo>
                  <a:cubicBezTo>
                    <a:pt x="595" y="116"/>
                    <a:pt x="607" y="123"/>
                    <a:pt x="623" y="125"/>
                  </a:cubicBezTo>
                  <a:cubicBezTo>
                    <a:pt x="626" y="125"/>
                    <a:pt x="628" y="124"/>
                    <a:pt x="630" y="124"/>
                  </a:cubicBezTo>
                  <a:cubicBezTo>
                    <a:pt x="632" y="118"/>
                    <a:pt x="632" y="118"/>
                    <a:pt x="632" y="118"/>
                  </a:cubicBezTo>
                  <a:close/>
                  <a:moveTo>
                    <a:pt x="557" y="43"/>
                  </a:moveTo>
                  <a:cubicBezTo>
                    <a:pt x="557" y="20"/>
                    <a:pt x="566" y="7"/>
                    <a:pt x="583" y="6"/>
                  </a:cubicBezTo>
                  <a:cubicBezTo>
                    <a:pt x="601" y="7"/>
                    <a:pt x="610" y="22"/>
                    <a:pt x="612" y="51"/>
                  </a:cubicBezTo>
                  <a:cubicBezTo>
                    <a:pt x="611" y="76"/>
                    <a:pt x="603" y="88"/>
                    <a:pt x="586" y="89"/>
                  </a:cubicBezTo>
                  <a:cubicBezTo>
                    <a:pt x="568" y="87"/>
                    <a:pt x="558" y="72"/>
                    <a:pt x="557" y="43"/>
                  </a:cubicBezTo>
                  <a:close/>
                  <a:moveTo>
                    <a:pt x="648" y="9"/>
                  </a:moveTo>
                  <a:cubicBezTo>
                    <a:pt x="649" y="9"/>
                    <a:pt x="649" y="9"/>
                    <a:pt x="649" y="9"/>
                  </a:cubicBezTo>
                  <a:cubicBezTo>
                    <a:pt x="656" y="8"/>
                    <a:pt x="659" y="12"/>
                    <a:pt x="659" y="19"/>
                  </a:cubicBezTo>
                  <a:cubicBezTo>
                    <a:pt x="659" y="77"/>
                    <a:pt x="659" y="77"/>
                    <a:pt x="659" y="77"/>
                  </a:cubicBezTo>
                  <a:cubicBezTo>
                    <a:pt x="659" y="84"/>
                    <a:pt x="656" y="87"/>
                    <a:pt x="649" y="87"/>
                  </a:cubicBezTo>
                  <a:cubicBezTo>
                    <a:pt x="648" y="87"/>
                    <a:pt x="648" y="87"/>
                    <a:pt x="648" y="87"/>
                  </a:cubicBezTo>
                  <a:cubicBezTo>
                    <a:pt x="648" y="93"/>
                    <a:pt x="648" y="93"/>
                    <a:pt x="648" y="93"/>
                  </a:cubicBezTo>
                  <a:cubicBezTo>
                    <a:pt x="687" y="93"/>
                    <a:pt x="687" y="93"/>
                    <a:pt x="687" y="93"/>
                  </a:cubicBezTo>
                  <a:cubicBezTo>
                    <a:pt x="687" y="87"/>
                    <a:pt x="687" y="87"/>
                    <a:pt x="687" y="87"/>
                  </a:cubicBezTo>
                  <a:cubicBezTo>
                    <a:pt x="685" y="87"/>
                    <a:pt x="685" y="87"/>
                    <a:pt x="685" y="87"/>
                  </a:cubicBezTo>
                  <a:cubicBezTo>
                    <a:pt x="679" y="88"/>
                    <a:pt x="675" y="84"/>
                    <a:pt x="676" y="77"/>
                  </a:cubicBezTo>
                  <a:cubicBezTo>
                    <a:pt x="676" y="19"/>
                    <a:pt x="676" y="19"/>
                    <a:pt x="676" y="19"/>
                  </a:cubicBezTo>
                  <a:cubicBezTo>
                    <a:pt x="676" y="12"/>
                    <a:pt x="679" y="9"/>
                    <a:pt x="685" y="9"/>
                  </a:cubicBezTo>
                  <a:cubicBezTo>
                    <a:pt x="687" y="9"/>
                    <a:pt x="687" y="9"/>
                    <a:pt x="687" y="9"/>
                  </a:cubicBezTo>
                  <a:cubicBezTo>
                    <a:pt x="687" y="3"/>
                    <a:pt x="687" y="3"/>
                    <a:pt x="687" y="3"/>
                  </a:cubicBezTo>
                  <a:cubicBezTo>
                    <a:pt x="648" y="3"/>
                    <a:pt x="648" y="3"/>
                    <a:pt x="648" y="3"/>
                  </a:cubicBezTo>
                  <a:cubicBezTo>
                    <a:pt x="648" y="9"/>
                    <a:pt x="648" y="9"/>
                    <a:pt x="648" y="9"/>
                  </a:cubicBezTo>
                  <a:close/>
                  <a:moveTo>
                    <a:pt x="719" y="21"/>
                  </a:moveTo>
                  <a:cubicBezTo>
                    <a:pt x="778" y="93"/>
                    <a:pt x="778" y="93"/>
                    <a:pt x="778" y="93"/>
                  </a:cubicBezTo>
                  <a:cubicBezTo>
                    <a:pt x="785" y="93"/>
                    <a:pt x="785" y="93"/>
                    <a:pt x="785" y="93"/>
                  </a:cubicBezTo>
                  <a:cubicBezTo>
                    <a:pt x="785" y="16"/>
                    <a:pt x="785" y="16"/>
                    <a:pt x="785" y="16"/>
                  </a:cubicBezTo>
                  <a:cubicBezTo>
                    <a:pt x="785" y="11"/>
                    <a:pt x="788" y="8"/>
                    <a:pt x="795" y="9"/>
                  </a:cubicBezTo>
                  <a:cubicBezTo>
                    <a:pt x="797" y="9"/>
                    <a:pt x="797" y="9"/>
                    <a:pt x="797" y="9"/>
                  </a:cubicBezTo>
                  <a:cubicBezTo>
                    <a:pt x="797" y="3"/>
                    <a:pt x="797" y="3"/>
                    <a:pt x="797" y="3"/>
                  </a:cubicBezTo>
                  <a:cubicBezTo>
                    <a:pt x="765" y="3"/>
                    <a:pt x="765" y="3"/>
                    <a:pt x="765" y="3"/>
                  </a:cubicBezTo>
                  <a:cubicBezTo>
                    <a:pt x="765" y="9"/>
                    <a:pt x="765" y="9"/>
                    <a:pt x="765" y="9"/>
                  </a:cubicBezTo>
                  <a:cubicBezTo>
                    <a:pt x="766" y="9"/>
                    <a:pt x="766" y="9"/>
                    <a:pt x="766" y="9"/>
                  </a:cubicBezTo>
                  <a:cubicBezTo>
                    <a:pt x="771" y="9"/>
                    <a:pt x="775" y="9"/>
                    <a:pt x="776" y="11"/>
                  </a:cubicBezTo>
                  <a:cubicBezTo>
                    <a:pt x="777" y="12"/>
                    <a:pt x="778" y="16"/>
                    <a:pt x="778" y="21"/>
                  </a:cubicBezTo>
                  <a:cubicBezTo>
                    <a:pt x="778" y="65"/>
                    <a:pt x="778" y="65"/>
                    <a:pt x="778" y="65"/>
                  </a:cubicBezTo>
                  <a:cubicBezTo>
                    <a:pt x="727" y="3"/>
                    <a:pt x="727" y="3"/>
                    <a:pt x="727" y="3"/>
                  </a:cubicBezTo>
                  <a:cubicBezTo>
                    <a:pt x="702" y="3"/>
                    <a:pt x="702" y="3"/>
                    <a:pt x="702" y="3"/>
                  </a:cubicBezTo>
                  <a:cubicBezTo>
                    <a:pt x="702" y="9"/>
                    <a:pt x="702" y="9"/>
                    <a:pt x="702" y="9"/>
                  </a:cubicBezTo>
                  <a:cubicBezTo>
                    <a:pt x="706" y="9"/>
                    <a:pt x="709" y="10"/>
                    <a:pt x="711" y="11"/>
                  </a:cubicBezTo>
                  <a:cubicBezTo>
                    <a:pt x="711" y="78"/>
                    <a:pt x="711" y="78"/>
                    <a:pt x="711" y="78"/>
                  </a:cubicBezTo>
                  <a:cubicBezTo>
                    <a:pt x="712" y="84"/>
                    <a:pt x="709" y="87"/>
                    <a:pt x="702" y="87"/>
                  </a:cubicBezTo>
                  <a:cubicBezTo>
                    <a:pt x="701" y="87"/>
                    <a:pt x="701" y="87"/>
                    <a:pt x="701" y="87"/>
                  </a:cubicBezTo>
                  <a:cubicBezTo>
                    <a:pt x="701" y="93"/>
                    <a:pt x="701" y="93"/>
                    <a:pt x="701" y="93"/>
                  </a:cubicBezTo>
                  <a:cubicBezTo>
                    <a:pt x="731" y="93"/>
                    <a:pt x="731" y="93"/>
                    <a:pt x="731" y="93"/>
                  </a:cubicBezTo>
                  <a:cubicBezTo>
                    <a:pt x="731" y="87"/>
                    <a:pt x="731" y="87"/>
                    <a:pt x="731" y="87"/>
                  </a:cubicBezTo>
                  <a:cubicBezTo>
                    <a:pt x="723" y="88"/>
                    <a:pt x="719" y="84"/>
                    <a:pt x="719" y="75"/>
                  </a:cubicBezTo>
                  <a:cubicBezTo>
                    <a:pt x="719" y="21"/>
                    <a:pt x="719" y="21"/>
                    <a:pt x="719" y="21"/>
                  </a:cubicBezTo>
                  <a:close/>
                  <a:moveTo>
                    <a:pt x="902" y="49"/>
                  </a:moveTo>
                  <a:cubicBezTo>
                    <a:pt x="860" y="49"/>
                    <a:pt x="860" y="49"/>
                    <a:pt x="860" y="49"/>
                  </a:cubicBezTo>
                  <a:cubicBezTo>
                    <a:pt x="860" y="55"/>
                    <a:pt x="860" y="55"/>
                    <a:pt x="860" y="55"/>
                  </a:cubicBezTo>
                  <a:cubicBezTo>
                    <a:pt x="867" y="55"/>
                    <a:pt x="871" y="56"/>
                    <a:pt x="873" y="57"/>
                  </a:cubicBezTo>
                  <a:cubicBezTo>
                    <a:pt x="875" y="58"/>
                    <a:pt x="876" y="61"/>
                    <a:pt x="876" y="64"/>
                  </a:cubicBezTo>
                  <a:cubicBezTo>
                    <a:pt x="876" y="84"/>
                    <a:pt x="876" y="84"/>
                    <a:pt x="876" y="84"/>
                  </a:cubicBezTo>
                  <a:cubicBezTo>
                    <a:pt x="872" y="87"/>
                    <a:pt x="868" y="88"/>
                    <a:pt x="862" y="88"/>
                  </a:cubicBezTo>
                  <a:cubicBezTo>
                    <a:pt x="844" y="86"/>
                    <a:pt x="834" y="72"/>
                    <a:pt x="832" y="47"/>
                  </a:cubicBezTo>
                  <a:cubicBezTo>
                    <a:pt x="834" y="22"/>
                    <a:pt x="844" y="8"/>
                    <a:pt x="862" y="7"/>
                  </a:cubicBezTo>
                  <a:cubicBezTo>
                    <a:pt x="876" y="7"/>
                    <a:pt x="884" y="15"/>
                    <a:pt x="888" y="30"/>
                  </a:cubicBezTo>
                  <a:cubicBezTo>
                    <a:pt x="893" y="30"/>
                    <a:pt x="893" y="30"/>
                    <a:pt x="893" y="30"/>
                  </a:cubicBezTo>
                  <a:cubicBezTo>
                    <a:pt x="893" y="4"/>
                    <a:pt x="893" y="4"/>
                    <a:pt x="893" y="4"/>
                  </a:cubicBezTo>
                  <a:cubicBezTo>
                    <a:pt x="889" y="4"/>
                    <a:pt x="889" y="4"/>
                    <a:pt x="889" y="4"/>
                  </a:cubicBezTo>
                  <a:cubicBezTo>
                    <a:pt x="889" y="5"/>
                    <a:pt x="888" y="6"/>
                    <a:pt x="886" y="6"/>
                  </a:cubicBezTo>
                  <a:cubicBezTo>
                    <a:pt x="885" y="6"/>
                    <a:pt x="883" y="5"/>
                    <a:pt x="879" y="4"/>
                  </a:cubicBezTo>
                  <a:cubicBezTo>
                    <a:pt x="871" y="2"/>
                    <a:pt x="864" y="1"/>
                    <a:pt x="859" y="1"/>
                  </a:cubicBezTo>
                  <a:cubicBezTo>
                    <a:pt x="831" y="3"/>
                    <a:pt x="816" y="18"/>
                    <a:pt x="814" y="47"/>
                  </a:cubicBezTo>
                  <a:cubicBezTo>
                    <a:pt x="815" y="77"/>
                    <a:pt x="830" y="93"/>
                    <a:pt x="860" y="94"/>
                  </a:cubicBezTo>
                  <a:cubicBezTo>
                    <a:pt x="871" y="94"/>
                    <a:pt x="882" y="91"/>
                    <a:pt x="893" y="86"/>
                  </a:cubicBezTo>
                  <a:cubicBezTo>
                    <a:pt x="893" y="64"/>
                    <a:pt x="893" y="64"/>
                    <a:pt x="893" y="64"/>
                  </a:cubicBezTo>
                  <a:cubicBezTo>
                    <a:pt x="892" y="58"/>
                    <a:pt x="895" y="55"/>
                    <a:pt x="902" y="55"/>
                  </a:cubicBezTo>
                  <a:cubicBezTo>
                    <a:pt x="902" y="49"/>
                    <a:pt x="902" y="49"/>
                    <a:pt x="902" y="49"/>
                  </a:cubicBezTo>
                  <a:close/>
                  <a:moveTo>
                    <a:pt x="1049" y="9"/>
                  </a:moveTo>
                  <a:cubicBezTo>
                    <a:pt x="1051" y="9"/>
                    <a:pt x="1051" y="9"/>
                    <a:pt x="1051" y="9"/>
                  </a:cubicBezTo>
                  <a:cubicBezTo>
                    <a:pt x="1058" y="8"/>
                    <a:pt x="1062" y="13"/>
                    <a:pt x="1062" y="23"/>
                  </a:cubicBezTo>
                  <a:cubicBezTo>
                    <a:pt x="1062" y="58"/>
                    <a:pt x="1062" y="58"/>
                    <a:pt x="1062" y="58"/>
                  </a:cubicBezTo>
                  <a:cubicBezTo>
                    <a:pt x="1061" y="76"/>
                    <a:pt x="1053" y="85"/>
                    <a:pt x="1037" y="85"/>
                  </a:cubicBezTo>
                  <a:cubicBezTo>
                    <a:pt x="1023" y="85"/>
                    <a:pt x="1015" y="77"/>
                    <a:pt x="1015" y="61"/>
                  </a:cubicBezTo>
                  <a:cubicBezTo>
                    <a:pt x="1015" y="18"/>
                    <a:pt x="1015" y="18"/>
                    <a:pt x="1015" y="18"/>
                  </a:cubicBezTo>
                  <a:cubicBezTo>
                    <a:pt x="1015" y="12"/>
                    <a:pt x="1018" y="9"/>
                    <a:pt x="1024" y="9"/>
                  </a:cubicBezTo>
                  <a:cubicBezTo>
                    <a:pt x="1026" y="9"/>
                    <a:pt x="1026" y="9"/>
                    <a:pt x="1026" y="9"/>
                  </a:cubicBezTo>
                  <a:cubicBezTo>
                    <a:pt x="1026" y="3"/>
                    <a:pt x="1026" y="3"/>
                    <a:pt x="1026" y="3"/>
                  </a:cubicBezTo>
                  <a:cubicBezTo>
                    <a:pt x="987" y="3"/>
                    <a:pt x="987" y="3"/>
                    <a:pt x="987" y="3"/>
                  </a:cubicBezTo>
                  <a:cubicBezTo>
                    <a:pt x="987" y="9"/>
                    <a:pt x="987" y="9"/>
                    <a:pt x="987" y="9"/>
                  </a:cubicBezTo>
                  <a:cubicBezTo>
                    <a:pt x="989" y="9"/>
                    <a:pt x="989" y="9"/>
                    <a:pt x="989" y="9"/>
                  </a:cubicBezTo>
                  <a:cubicBezTo>
                    <a:pt x="995" y="8"/>
                    <a:pt x="998" y="11"/>
                    <a:pt x="998" y="18"/>
                  </a:cubicBezTo>
                  <a:cubicBezTo>
                    <a:pt x="998" y="61"/>
                    <a:pt x="998" y="61"/>
                    <a:pt x="998" y="61"/>
                  </a:cubicBezTo>
                  <a:cubicBezTo>
                    <a:pt x="998" y="83"/>
                    <a:pt x="1010" y="94"/>
                    <a:pt x="1034" y="94"/>
                  </a:cubicBezTo>
                  <a:cubicBezTo>
                    <a:pt x="1057" y="94"/>
                    <a:pt x="1069" y="81"/>
                    <a:pt x="1069" y="57"/>
                  </a:cubicBezTo>
                  <a:cubicBezTo>
                    <a:pt x="1069" y="20"/>
                    <a:pt x="1069" y="20"/>
                    <a:pt x="1069" y="20"/>
                  </a:cubicBezTo>
                  <a:cubicBezTo>
                    <a:pt x="1069" y="12"/>
                    <a:pt x="1073" y="8"/>
                    <a:pt x="1080" y="9"/>
                  </a:cubicBezTo>
                  <a:cubicBezTo>
                    <a:pt x="1081" y="9"/>
                    <a:pt x="1081" y="9"/>
                    <a:pt x="1081" y="9"/>
                  </a:cubicBezTo>
                  <a:cubicBezTo>
                    <a:pt x="1081" y="3"/>
                    <a:pt x="1081" y="3"/>
                    <a:pt x="1081" y="3"/>
                  </a:cubicBezTo>
                  <a:cubicBezTo>
                    <a:pt x="1049" y="3"/>
                    <a:pt x="1049" y="3"/>
                    <a:pt x="1049" y="3"/>
                  </a:cubicBezTo>
                  <a:cubicBezTo>
                    <a:pt x="1049" y="9"/>
                    <a:pt x="1049" y="9"/>
                    <a:pt x="1049" y="9"/>
                  </a:cubicBezTo>
                  <a:close/>
                  <a:moveTo>
                    <a:pt x="1111" y="21"/>
                  </a:moveTo>
                  <a:cubicBezTo>
                    <a:pt x="1170" y="93"/>
                    <a:pt x="1170" y="93"/>
                    <a:pt x="1170" y="93"/>
                  </a:cubicBezTo>
                  <a:cubicBezTo>
                    <a:pt x="1177" y="93"/>
                    <a:pt x="1177" y="93"/>
                    <a:pt x="1177" y="93"/>
                  </a:cubicBezTo>
                  <a:cubicBezTo>
                    <a:pt x="1177" y="16"/>
                    <a:pt x="1177" y="16"/>
                    <a:pt x="1177" y="16"/>
                  </a:cubicBezTo>
                  <a:cubicBezTo>
                    <a:pt x="1177" y="11"/>
                    <a:pt x="1180" y="8"/>
                    <a:pt x="1187" y="9"/>
                  </a:cubicBezTo>
                  <a:cubicBezTo>
                    <a:pt x="1189" y="9"/>
                    <a:pt x="1189" y="9"/>
                    <a:pt x="1189" y="9"/>
                  </a:cubicBezTo>
                  <a:cubicBezTo>
                    <a:pt x="1189" y="3"/>
                    <a:pt x="1189" y="3"/>
                    <a:pt x="1189" y="3"/>
                  </a:cubicBezTo>
                  <a:cubicBezTo>
                    <a:pt x="1157" y="3"/>
                    <a:pt x="1157" y="3"/>
                    <a:pt x="1157" y="3"/>
                  </a:cubicBezTo>
                  <a:cubicBezTo>
                    <a:pt x="1157" y="9"/>
                    <a:pt x="1157" y="9"/>
                    <a:pt x="1157" y="9"/>
                  </a:cubicBezTo>
                  <a:cubicBezTo>
                    <a:pt x="1158" y="9"/>
                    <a:pt x="1158" y="9"/>
                    <a:pt x="1158" y="9"/>
                  </a:cubicBezTo>
                  <a:cubicBezTo>
                    <a:pt x="1163" y="9"/>
                    <a:pt x="1166" y="9"/>
                    <a:pt x="1168" y="11"/>
                  </a:cubicBezTo>
                  <a:cubicBezTo>
                    <a:pt x="1169" y="12"/>
                    <a:pt x="1170" y="16"/>
                    <a:pt x="1170" y="21"/>
                  </a:cubicBezTo>
                  <a:cubicBezTo>
                    <a:pt x="1170" y="65"/>
                    <a:pt x="1170" y="65"/>
                    <a:pt x="1170" y="65"/>
                  </a:cubicBezTo>
                  <a:cubicBezTo>
                    <a:pt x="1119" y="3"/>
                    <a:pt x="1119" y="3"/>
                    <a:pt x="1119" y="3"/>
                  </a:cubicBezTo>
                  <a:cubicBezTo>
                    <a:pt x="1094" y="3"/>
                    <a:pt x="1094" y="3"/>
                    <a:pt x="1094" y="3"/>
                  </a:cubicBezTo>
                  <a:cubicBezTo>
                    <a:pt x="1094" y="9"/>
                    <a:pt x="1094" y="9"/>
                    <a:pt x="1094" y="9"/>
                  </a:cubicBezTo>
                  <a:cubicBezTo>
                    <a:pt x="1097" y="9"/>
                    <a:pt x="1101" y="10"/>
                    <a:pt x="1103" y="11"/>
                  </a:cubicBezTo>
                  <a:cubicBezTo>
                    <a:pt x="1103" y="78"/>
                    <a:pt x="1103" y="78"/>
                    <a:pt x="1103" y="78"/>
                  </a:cubicBezTo>
                  <a:cubicBezTo>
                    <a:pt x="1104" y="84"/>
                    <a:pt x="1100" y="87"/>
                    <a:pt x="1094" y="87"/>
                  </a:cubicBezTo>
                  <a:cubicBezTo>
                    <a:pt x="1093" y="87"/>
                    <a:pt x="1093" y="87"/>
                    <a:pt x="1093" y="87"/>
                  </a:cubicBezTo>
                  <a:cubicBezTo>
                    <a:pt x="1093" y="93"/>
                    <a:pt x="1093" y="93"/>
                    <a:pt x="1093" y="93"/>
                  </a:cubicBezTo>
                  <a:cubicBezTo>
                    <a:pt x="1123" y="93"/>
                    <a:pt x="1123" y="93"/>
                    <a:pt x="1123" y="93"/>
                  </a:cubicBezTo>
                  <a:cubicBezTo>
                    <a:pt x="1123" y="87"/>
                    <a:pt x="1123" y="87"/>
                    <a:pt x="1123" y="87"/>
                  </a:cubicBezTo>
                  <a:cubicBezTo>
                    <a:pt x="1114" y="88"/>
                    <a:pt x="1110" y="84"/>
                    <a:pt x="1111" y="75"/>
                  </a:cubicBezTo>
                  <a:cubicBezTo>
                    <a:pt x="1111" y="21"/>
                    <a:pt x="1111" y="21"/>
                    <a:pt x="1111" y="21"/>
                  </a:cubicBezTo>
                  <a:close/>
                  <a:moveTo>
                    <a:pt x="1202" y="9"/>
                  </a:moveTo>
                  <a:cubicBezTo>
                    <a:pt x="1204" y="9"/>
                    <a:pt x="1204" y="9"/>
                    <a:pt x="1204" y="9"/>
                  </a:cubicBezTo>
                  <a:cubicBezTo>
                    <a:pt x="1210" y="8"/>
                    <a:pt x="1213" y="12"/>
                    <a:pt x="1213" y="19"/>
                  </a:cubicBezTo>
                  <a:cubicBezTo>
                    <a:pt x="1213" y="77"/>
                    <a:pt x="1213" y="77"/>
                    <a:pt x="1213" y="77"/>
                  </a:cubicBezTo>
                  <a:cubicBezTo>
                    <a:pt x="1213" y="84"/>
                    <a:pt x="1210" y="87"/>
                    <a:pt x="1204" y="87"/>
                  </a:cubicBezTo>
                  <a:cubicBezTo>
                    <a:pt x="1202" y="87"/>
                    <a:pt x="1202" y="87"/>
                    <a:pt x="1202" y="87"/>
                  </a:cubicBezTo>
                  <a:cubicBezTo>
                    <a:pt x="1202" y="93"/>
                    <a:pt x="1202" y="93"/>
                    <a:pt x="1202" y="93"/>
                  </a:cubicBezTo>
                  <a:cubicBezTo>
                    <a:pt x="1241" y="93"/>
                    <a:pt x="1241" y="93"/>
                    <a:pt x="1241" y="93"/>
                  </a:cubicBezTo>
                  <a:cubicBezTo>
                    <a:pt x="1241" y="87"/>
                    <a:pt x="1241" y="87"/>
                    <a:pt x="1241" y="87"/>
                  </a:cubicBezTo>
                  <a:cubicBezTo>
                    <a:pt x="1239" y="87"/>
                    <a:pt x="1239" y="87"/>
                    <a:pt x="1239" y="87"/>
                  </a:cubicBezTo>
                  <a:cubicBezTo>
                    <a:pt x="1233" y="88"/>
                    <a:pt x="1229" y="84"/>
                    <a:pt x="1230" y="77"/>
                  </a:cubicBezTo>
                  <a:cubicBezTo>
                    <a:pt x="1230" y="19"/>
                    <a:pt x="1230" y="19"/>
                    <a:pt x="1230" y="19"/>
                  </a:cubicBezTo>
                  <a:cubicBezTo>
                    <a:pt x="1230" y="12"/>
                    <a:pt x="1233" y="9"/>
                    <a:pt x="1239" y="9"/>
                  </a:cubicBezTo>
                  <a:cubicBezTo>
                    <a:pt x="1241" y="9"/>
                    <a:pt x="1241" y="9"/>
                    <a:pt x="1241" y="9"/>
                  </a:cubicBezTo>
                  <a:cubicBezTo>
                    <a:pt x="1241" y="3"/>
                    <a:pt x="1241" y="3"/>
                    <a:pt x="1241" y="3"/>
                  </a:cubicBezTo>
                  <a:cubicBezTo>
                    <a:pt x="1202" y="3"/>
                    <a:pt x="1202" y="3"/>
                    <a:pt x="1202" y="3"/>
                  </a:cubicBezTo>
                  <a:cubicBezTo>
                    <a:pt x="1202" y="9"/>
                    <a:pt x="1202" y="9"/>
                    <a:pt x="1202" y="9"/>
                  </a:cubicBezTo>
                  <a:close/>
                  <a:moveTo>
                    <a:pt x="1296" y="94"/>
                  </a:moveTo>
                  <a:cubicBezTo>
                    <a:pt x="1304" y="94"/>
                    <a:pt x="1304" y="94"/>
                    <a:pt x="1304" y="94"/>
                  </a:cubicBezTo>
                  <a:cubicBezTo>
                    <a:pt x="1330" y="24"/>
                    <a:pt x="1330" y="24"/>
                    <a:pt x="1330" y="24"/>
                  </a:cubicBezTo>
                  <a:cubicBezTo>
                    <a:pt x="1333" y="13"/>
                    <a:pt x="1338" y="8"/>
                    <a:pt x="1344" y="9"/>
                  </a:cubicBezTo>
                  <a:cubicBezTo>
                    <a:pt x="1345" y="9"/>
                    <a:pt x="1345" y="9"/>
                    <a:pt x="1345" y="9"/>
                  </a:cubicBezTo>
                  <a:cubicBezTo>
                    <a:pt x="1345" y="3"/>
                    <a:pt x="1345" y="3"/>
                    <a:pt x="1345" y="3"/>
                  </a:cubicBezTo>
                  <a:cubicBezTo>
                    <a:pt x="1313" y="3"/>
                    <a:pt x="1313" y="3"/>
                    <a:pt x="1313" y="3"/>
                  </a:cubicBezTo>
                  <a:cubicBezTo>
                    <a:pt x="1313" y="9"/>
                    <a:pt x="1313" y="9"/>
                    <a:pt x="1313" y="9"/>
                  </a:cubicBezTo>
                  <a:cubicBezTo>
                    <a:pt x="1316" y="9"/>
                    <a:pt x="1316" y="9"/>
                    <a:pt x="1316" y="9"/>
                  </a:cubicBezTo>
                  <a:cubicBezTo>
                    <a:pt x="1323" y="9"/>
                    <a:pt x="1325" y="12"/>
                    <a:pt x="1324" y="17"/>
                  </a:cubicBezTo>
                  <a:cubicBezTo>
                    <a:pt x="1305" y="70"/>
                    <a:pt x="1305" y="70"/>
                    <a:pt x="1305" y="70"/>
                  </a:cubicBezTo>
                  <a:cubicBezTo>
                    <a:pt x="1286" y="21"/>
                    <a:pt x="1286" y="21"/>
                    <a:pt x="1286" y="21"/>
                  </a:cubicBezTo>
                  <a:cubicBezTo>
                    <a:pt x="1284" y="17"/>
                    <a:pt x="1283" y="13"/>
                    <a:pt x="1285" y="11"/>
                  </a:cubicBezTo>
                  <a:cubicBezTo>
                    <a:pt x="1286" y="10"/>
                    <a:pt x="1289" y="9"/>
                    <a:pt x="1294" y="9"/>
                  </a:cubicBezTo>
                  <a:cubicBezTo>
                    <a:pt x="1296" y="9"/>
                    <a:pt x="1296" y="9"/>
                    <a:pt x="1296" y="9"/>
                  </a:cubicBezTo>
                  <a:cubicBezTo>
                    <a:pt x="1296" y="3"/>
                    <a:pt x="1296" y="3"/>
                    <a:pt x="1296" y="3"/>
                  </a:cubicBezTo>
                  <a:cubicBezTo>
                    <a:pt x="1253" y="3"/>
                    <a:pt x="1253" y="3"/>
                    <a:pt x="1253" y="3"/>
                  </a:cubicBezTo>
                  <a:cubicBezTo>
                    <a:pt x="1253" y="9"/>
                    <a:pt x="1253" y="9"/>
                    <a:pt x="1253" y="9"/>
                  </a:cubicBezTo>
                  <a:cubicBezTo>
                    <a:pt x="1254" y="9"/>
                    <a:pt x="1254" y="9"/>
                    <a:pt x="1254" y="9"/>
                  </a:cubicBezTo>
                  <a:cubicBezTo>
                    <a:pt x="1258" y="9"/>
                    <a:pt x="1260" y="9"/>
                    <a:pt x="1262" y="11"/>
                  </a:cubicBezTo>
                  <a:cubicBezTo>
                    <a:pt x="1263" y="12"/>
                    <a:pt x="1265" y="15"/>
                    <a:pt x="1267" y="20"/>
                  </a:cubicBezTo>
                  <a:cubicBezTo>
                    <a:pt x="1296" y="94"/>
                    <a:pt x="1296" y="94"/>
                    <a:pt x="1296" y="94"/>
                  </a:cubicBezTo>
                  <a:close/>
                  <a:moveTo>
                    <a:pt x="1413" y="11"/>
                  </a:moveTo>
                  <a:cubicBezTo>
                    <a:pt x="1417" y="10"/>
                    <a:pt x="1420" y="14"/>
                    <a:pt x="1421" y="24"/>
                  </a:cubicBezTo>
                  <a:cubicBezTo>
                    <a:pt x="1426" y="24"/>
                    <a:pt x="1426" y="24"/>
                    <a:pt x="1426" y="24"/>
                  </a:cubicBezTo>
                  <a:cubicBezTo>
                    <a:pt x="1425" y="3"/>
                    <a:pt x="1425" y="3"/>
                    <a:pt x="1425" y="3"/>
                  </a:cubicBezTo>
                  <a:cubicBezTo>
                    <a:pt x="1356" y="3"/>
                    <a:pt x="1356" y="3"/>
                    <a:pt x="1356" y="3"/>
                  </a:cubicBezTo>
                  <a:cubicBezTo>
                    <a:pt x="1356" y="9"/>
                    <a:pt x="1356" y="9"/>
                    <a:pt x="1356" y="9"/>
                  </a:cubicBezTo>
                  <a:cubicBezTo>
                    <a:pt x="1358" y="9"/>
                    <a:pt x="1358" y="9"/>
                    <a:pt x="1358" y="9"/>
                  </a:cubicBezTo>
                  <a:cubicBezTo>
                    <a:pt x="1365" y="8"/>
                    <a:pt x="1369" y="12"/>
                    <a:pt x="1368" y="19"/>
                  </a:cubicBezTo>
                  <a:cubicBezTo>
                    <a:pt x="1368" y="77"/>
                    <a:pt x="1368" y="77"/>
                    <a:pt x="1368" y="77"/>
                  </a:cubicBezTo>
                  <a:cubicBezTo>
                    <a:pt x="1369" y="84"/>
                    <a:pt x="1366" y="88"/>
                    <a:pt x="1359" y="87"/>
                  </a:cubicBezTo>
                  <a:cubicBezTo>
                    <a:pt x="1354" y="87"/>
                    <a:pt x="1354" y="87"/>
                    <a:pt x="1354" y="87"/>
                  </a:cubicBezTo>
                  <a:cubicBezTo>
                    <a:pt x="1354" y="93"/>
                    <a:pt x="1354" y="93"/>
                    <a:pt x="1354" y="93"/>
                  </a:cubicBezTo>
                  <a:cubicBezTo>
                    <a:pt x="1429" y="93"/>
                    <a:pt x="1429" y="93"/>
                    <a:pt x="1429" y="93"/>
                  </a:cubicBezTo>
                  <a:cubicBezTo>
                    <a:pt x="1430" y="70"/>
                    <a:pt x="1430" y="70"/>
                    <a:pt x="1430" y="70"/>
                  </a:cubicBezTo>
                  <a:cubicBezTo>
                    <a:pt x="1425" y="70"/>
                    <a:pt x="1425" y="70"/>
                    <a:pt x="1425" y="70"/>
                  </a:cubicBezTo>
                  <a:cubicBezTo>
                    <a:pt x="1424" y="81"/>
                    <a:pt x="1419" y="86"/>
                    <a:pt x="1411" y="85"/>
                  </a:cubicBezTo>
                  <a:cubicBezTo>
                    <a:pt x="1390" y="85"/>
                    <a:pt x="1390" y="85"/>
                    <a:pt x="1390" y="85"/>
                  </a:cubicBezTo>
                  <a:cubicBezTo>
                    <a:pt x="1387" y="86"/>
                    <a:pt x="1385" y="83"/>
                    <a:pt x="1385" y="78"/>
                  </a:cubicBezTo>
                  <a:cubicBezTo>
                    <a:pt x="1385" y="52"/>
                    <a:pt x="1385" y="52"/>
                    <a:pt x="1385" y="52"/>
                  </a:cubicBezTo>
                  <a:cubicBezTo>
                    <a:pt x="1404" y="52"/>
                    <a:pt x="1404" y="52"/>
                    <a:pt x="1404" y="52"/>
                  </a:cubicBezTo>
                  <a:cubicBezTo>
                    <a:pt x="1412" y="51"/>
                    <a:pt x="1416" y="54"/>
                    <a:pt x="1415" y="62"/>
                  </a:cubicBezTo>
                  <a:cubicBezTo>
                    <a:pt x="1420" y="62"/>
                    <a:pt x="1420" y="62"/>
                    <a:pt x="1420" y="62"/>
                  </a:cubicBezTo>
                  <a:cubicBezTo>
                    <a:pt x="1420" y="33"/>
                    <a:pt x="1420" y="33"/>
                    <a:pt x="1420" y="33"/>
                  </a:cubicBezTo>
                  <a:cubicBezTo>
                    <a:pt x="1415" y="33"/>
                    <a:pt x="1415" y="33"/>
                    <a:pt x="1415" y="33"/>
                  </a:cubicBezTo>
                  <a:cubicBezTo>
                    <a:pt x="1415" y="40"/>
                    <a:pt x="1412" y="43"/>
                    <a:pt x="1406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385" y="11"/>
                    <a:pt x="1385" y="11"/>
                    <a:pt x="1385" y="11"/>
                  </a:cubicBezTo>
                  <a:cubicBezTo>
                    <a:pt x="1413" y="11"/>
                    <a:pt x="1413" y="11"/>
                    <a:pt x="1413" y="11"/>
                  </a:cubicBezTo>
                  <a:close/>
                  <a:moveTo>
                    <a:pt x="1473" y="54"/>
                  </a:moveTo>
                  <a:cubicBezTo>
                    <a:pt x="1483" y="54"/>
                    <a:pt x="1483" y="54"/>
                    <a:pt x="1483" y="54"/>
                  </a:cubicBezTo>
                  <a:cubicBezTo>
                    <a:pt x="1486" y="57"/>
                    <a:pt x="1491" y="63"/>
                    <a:pt x="1496" y="73"/>
                  </a:cubicBezTo>
                  <a:cubicBezTo>
                    <a:pt x="1500" y="79"/>
                    <a:pt x="1503" y="83"/>
                    <a:pt x="1505" y="85"/>
                  </a:cubicBezTo>
                  <a:cubicBezTo>
                    <a:pt x="1508" y="88"/>
                    <a:pt x="1511" y="91"/>
                    <a:pt x="1515" y="92"/>
                  </a:cubicBezTo>
                  <a:cubicBezTo>
                    <a:pt x="1519" y="93"/>
                    <a:pt x="1524" y="93"/>
                    <a:pt x="1532" y="93"/>
                  </a:cubicBezTo>
                  <a:cubicBezTo>
                    <a:pt x="1535" y="93"/>
                    <a:pt x="1538" y="93"/>
                    <a:pt x="1540" y="93"/>
                  </a:cubicBezTo>
                  <a:cubicBezTo>
                    <a:pt x="1540" y="89"/>
                    <a:pt x="1540" y="89"/>
                    <a:pt x="1540" y="89"/>
                  </a:cubicBezTo>
                  <a:cubicBezTo>
                    <a:pt x="1533" y="89"/>
                    <a:pt x="1527" y="86"/>
                    <a:pt x="1523" y="80"/>
                  </a:cubicBezTo>
                  <a:cubicBezTo>
                    <a:pt x="1520" y="77"/>
                    <a:pt x="1517" y="72"/>
                    <a:pt x="1513" y="66"/>
                  </a:cubicBezTo>
                  <a:cubicBezTo>
                    <a:pt x="1508" y="59"/>
                    <a:pt x="1505" y="53"/>
                    <a:pt x="1502" y="50"/>
                  </a:cubicBezTo>
                  <a:cubicBezTo>
                    <a:pt x="1514" y="47"/>
                    <a:pt x="1520" y="39"/>
                    <a:pt x="1520" y="27"/>
                  </a:cubicBezTo>
                  <a:cubicBezTo>
                    <a:pt x="1520" y="21"/>
                    <a:pt x="1518" y="15"/>
                    <a:pt x="1514" y="11"/>
                  </a:cubicBezTo>
                  <a:cubicBezTo>
                    <a:pt x="1509" y="4"/>
                    <a:pt x="1497" y="0"/>
                    <a:pt x="1480" y="1"/>
                  </a:cubicBezTo>
                  <a:cubicBezTo>
                    <a:pt x="1475" y="1"/>
                    <a:pt x="1469" y="1"/>
                    <a:pt x="1460" y="2"/>
                  </a:cubicBezTo>
                  <a:cubicBezTo>
                    <a:pt x="1457" y="2"/>
                    <a:pt x="1453" y="2"/>
                    <a:pt x="1447" y="2"/>
                  </a:cubicBezTo>
                  <a:cubicBezTo>
                    <a:pt x="1446" y="3"/>
                    <a:pt x="1445" y="3"/>
                    <a:pt x="1444" y="3"/>
                  </a:cubicBezTo>
                  <a:cubicBezTo>
                    <a:pt x="1444" y="9"/>
                    <a:pt x="1444" y="9"/>
                    <a:pt x="1444" y="9"/>
                  </a:cubicBezTo>
                  <a:cubicBezTo>
                    <a:pt x="1446" y="9"/>
                    <a:pt x="1446" y="9"/>
                    <a:pt x="1446" y="9"/>
                  </a:cubicBezTo>
                  <a:cubicBezTo>
                    <a:pt x="1453" y="8"/>
                    <a:pt x="1457" y="12"/>
                    <a:pt x="1456" y="19"/>
                  </a:cubicBezTo>
                  <a:cubicBezTo>
                    <a:pt x="1456" y="77"/>
                    <a:pt x="1456" y="77"/>
                    <a:pt x="1456" y="77"/>
                  </a:cubicBezTo>
                  <a:cubicBezTo>
                    <a:pt x="1456" y="84"/>
                    <a:pt x="1453" y="88"/>
                    <a:pt x="1446" y="87"/>
                  </a:cubicBezTo>
                  <a:cubicBezTo>
                    <a:pt x="1444" y="87"/>
                    <a:pt x="1444" y="87"/>
                    <a:pt x="1444" y="87"/>
                  </a:cubicBezTo>
                  <a:cubicBezTo>
                    <a:pt x="1444" y="93"/>
                    <a:pt x="1444" y="93"/>
                    <a:pt x="1444" y="93"/>
                  </a:cubicBezTo>
                  <a:cubicBezTo>
                    <a:pt x="1487" y="93"/>
                    <a:pt x="1487" y="93"/>
                    <a:pt x="1487" y="93"/>
                  </a:cubicBezTo>
                  <a:cubicBezTo>
                    <a:pt x="1487" y="87"/>
                    <a:pt x="1487" y="87"/>
                    <a:pt x="1487" y="87"/>
                  </a:cubicBezTo>
                  <a:cubicBezTo>
                    <a:pt x="1483" y="87"/>
                    <a:pt x="1483" y="87"/>
                    <a:pt x="1483" y="87"/>
                  </a:cubicBezTo>
                  <a:cubicBezTo>
                    <a:pt x="1476" y="87"/>
                    <a:pt x="1473" y="84"/>
                    <a:pt x="1473" y="77"/>
                  </a:cubicBezTo>
                  <a:cubicBezTo>
                    <a:pt x="1473" y="54"/>
                    <a:pt x="1473" y="54"/>
                    <a:pt x="1473" y="54"/>
                  </a:cubicBezTo>
                  <a:close/>
                  <a:moveTo>
                    <a:pt x="1473" y="7"/>
                  </a:moveTo>
                  <a:cubicBezTo>
                    <a:pt x="1480" y="7"/>
                    <a:pt x="1480" y="7"/>
                    <a:pt x="1480" y="7"/>
                  </a:cubicBezTo>
                  <a:cubicBezTo>
                    <a:pt x="1494" y="7"/>
                    <a:pt x="1501" y="14"/>
                    <a:pt x="1502" y="28"/>
                  </a:cubicBezTo>
                  <a:cubicBezTo>
                    <a:pt x="1502" y="42"/>
                    <a:pt x="1494" y="49"/>
                    <a:pt x="1478" y="49"/>
                  </a:cubicBezTo>
                  <a:cubicBezTo>
                    <a:pt x="1473" y="49"/>
                    <a:pt x="1473" y="49"/>
                    <a:pt x="1473" y="49"/>
                  </a:cubicBezTo>
                  <a:cubicBezTo>
                    <a:pt x="1473" y="7"/>
                    <a:pt x="1473" y="7"/>
                    <a:pt x="1473" y="7"/>
                  </a:cubicBezTo>
                  <a:close/>
                  <a:moveTo>
                    <a:pt x="1556" y="92"/>
                  </a:moveTo>
                  <a:cubicBezTo>
                    <a:pt x="1559" y="92"/>
                    <a:pt x="1559" y="92"/>
                    <a:pt x="1559" y="92"/>
                  </a:cubicBezTo>
                  <a:cubicBezTo>
                    <a:pt x="1560" y="91"/>
                    <a:pt x="1561" y="90"/>
                    <a:pt x="1562" y="90"/>
                  </a:cubicBezTo>
                  <a:cubicBezTo>
                    <a:pt x="1563" y="90"/>
                    <a:pt x="1564" y="90"/>
                    <a:pt x="1566" y="91"/>
                  </a:cubicBezTo>
                  <a:cubicBezTo>
                    <a:pt x="1573" y="93"/>
                    <a:pt x="1579" y="94"/>
                    <a:pt x="1583" y="94"/>
                  </a:cubicBezTo>
                  <a:cubicBezTo>
                    <a:pt x="1600" y="93"/>
                    <a:pt x="1609" y="85"/>
                    <a:pt x="1610" y="68"/>
                  </a:cubicBezTo>
                  <a:cubicBezTo>
                    <a:pt x="1610" y="61"/>
                    <a:pt x="1607" y="55"/>
                    <a:pt x="1603" y="49"/>
                  </a:cubicBezTo>
                  <a:cubicBezTo>
                    <a:pt x="1599" y="44"/>
                    <a:pt x="1592" y="39"/>
                    <a:pt x="1583" y="34"/>
                  </a:cubicBezTo>
                  <a:cubicBezTo>
                    <a:pt x="1573" y="28"/>
                    <a:pt x="1568" y="22"/>
                    <a:pt x="1568" y="17"/>
                  </a:cubicBezTo>
                  <a:cubicBezTo>
                    <a:pt x="1569" y="11"/>
                    <a:pt x="1573" y="7"/>
                    <a:pt x="1580" y="7"/>
                  </a:cubicBezTo>
                  <a:cubicBezTo>
                    <a:pt x="1590" y="7"/>
                    <a:pt x="1597" y="14"/>
                    <a:pt x="1601" y="26"/>
                  </a:cubicBezTo>
                  <a:cubicBezTo>
                    <a:pt x="1606" y="26"/>
                    <a:pt x="1606" y="26"/>
                    <a:pt x="1606" y="26"/>
                  </a:cubicBezTo>
                  <a:cubicBezTo>
                    <a:pt x="1603" y="3"/>
                    <a:pt x="1603" y="3"/>
                    <a:pt x="1603" y="3"/>
                  </a:cubicBezTo>
                  <a:cubicBezTo>
                    <a:pt x="1601" y="3"/>
                    <a:pt x="1601" y="3"/>
                    <a:pt x="1601" y="3"/>
                  </a:cubicBezTo>
                  <a:cubicBezTo>
                    <a:pt x="1600" y="3"/>
                    <a:pt x="1600" y="3"/>
                    <a:pt x="1600" y="3"/>
                  </a:cubicBezTo>
                  <a:cubicBezTo>
                    <a:pt x="1599" y="4"/>
                    <a:pt x="1598" y="5"/>
                    <a:pt x="1598" y="5"/>
                  </a:cubicBezTo>
                  <a:cubicBezTo>
                    <a:pt x="1597" y="5"/>
                    <a:pt x="1596" y="4"/>
                    <a:pt x="1594" y="3"/>
                  </a:cubicBezTo>
                  <a:cubicBezTo>
                    <a:pt x="1589" y="2"/>
                    <a:pt x="1583" y="1"/>
                    <a:pt x="1579" y="1"/>
                  </a:cubicBezTo>
                  <a:cubicBezTo>
                    <a:pt x="1563" y="2"/>
                    <a:pt x="1555" y="10"/>
                    <a:pt x="1554" y="24"/>
                  </a:cubicBezTo>
                  <a:cubicBezTo>
                    <a:pt x="1556" y="38"/>
                    <a:pt x="1563" y="48"/>
                    <a:pt x="1575" y="53"/>
                  </a:cubicBezTo>
                  <a:cubicBezTo>
                    <a:pt x="1586" y="58"/>
                    <a:pt x="1592" y="65"/>
                    <a:pt x="1593" y="74"/>
                  </a:cubicBezTo>
                  <a:cubicBezTo>
                    <a:pt x="1593" y="83"/>
                    <a:pt x="1588" y="87"/>
                    <a:pt x="1579" y="88"/>
                  </a:cubicBezTo>
                  <a:cubicBezTo>
                    <a:pt x="1569" y="88"/>
                    <a:pt x="1562" y="81"/>
                    <a:pt x="1558" y="66"/>
                  </a:cubicBezTo>
                  <a:cubicBezTo>
                    <a:pt x="1553" y="66"/>
                    <a:pt x="1553" y="66"/>
                    <a:pt x="1553" y="66"/>
                  </a:cubicBezTo>
                  <a:cubicBezTo>
                    <a:pt x="1556" y="92"/>
                    <a:pt x="1556" y="92"/>
                    <a:pt x="1556" y="92"/>
                  </a:cubicBezTo>
                  <a:close/>
                  <a:moveTo>
                    <a:pt x="1627" y="9"/>
                  </a:moveTo>
                  <a:cubicBezTo>
                    <a:pt x="1628" y="9"/>
                    <a:pt x="1628" y="9"/>
                    <a:pt x="1628" y="9"/>
                  </a:cubicBezTo>
                  <a:cubicBezTo>
                    <a:pt x="1635" y="8"/>
                    <a:pt x="1638" y="12"/>
                    <a:pt x="1637" y="19"/>
                  </a:cubicBezTo>
                  <a:cubicBezTo>
                    <a:pt x="1637" y="77"/>
                    <a:pt x="1637" y="77"/>
                    <a:pt x="1637" y="77"/>
                  </a:cubicBezTo>
                  <a:cubicBezTo>
                    <a:pt x="1638" y="84"/>
                    <a:pt x="1635" y="87"/>
                    <a:pt x="1628" y="87"/>
                  </a:cubicBezTo>
                  <a:cubicBezTo>
                    <a:pt x="1627" y="87"/>
                    <a:pt x="1627" y="87"/>
                    <a:pt x="1627" y="87"/>
                  </a:cubicBezTo>
                  <a:cubicBezTo>
                    <a:pt x="1627" y="93"/>
                    <a:pt x="1627" y="93"/>
                    <a:pt x="1627" y="93"/>
                  </a:cubicBezTo>
                  <a:cubicBezTo>
                    <a:pt x="1666" y="93"/>
                    <a:pt x="1666" y="93"/>
                    <a:pt x="1666" y="93"/>
                  </a:cubicBezTo>
                  <a:cubicBezTo>
                    <a:pt x="1666" y="87"/>
                    <a:pt x="1666" y="87"/>
                    <a:pt x="1666" y="87"/>
                  </a:cubicBezTo>
                  <a:cubicBezTo>
                    <a:pt x="1664" y="87"/>
                    <a:pt x="1664" y="87"/>
                    <a:pt x="1664" y="87"/>
                  </a:cubicBezTo>
                  <a:cubicBezTo>
                    <a:pt x="1657" y="88"/>
                    <a:pt x="1654" y="84"/>
                    <a:pt x="1654" y="77"/>
                  </a:cubicBezTo>
                  <a:cubicBezTo>
                    <a:pt x="1654" y="19"/>
                    <a:pt x="1654" y="19"/>
                    <a:pt x="1654" y="19"/>
                  </a:cubicBezTo>
                  <a:cubicBezTo>
                    <a:pt x="1654" y="12"/>
                    <a:pt x="1658" y="9"/>
                    <a:pt x="1664" y="9"/>
                  </a:cubicBezTo>
                  <a:cubicBezTo>
                    <a:pt x="1666" y="9"/>
                    <a:pt x="1666" y="9"/>
                    <a:pt x="1666" y="9"/>
                  </a:cubicBezTo>
                  <a:cubicBezTo>
                    <a:pt x="1666" y="3"/>
                    <a:pt x="1666" y="3"/>
                    <a:pt x="1666" y="3"/>
                  </a:cubicBezTo>
                  <a:cubicBezTo>
                    <a:pt x="1627" y="3"/>
                    <a:pt x="1627" y="3"/>
                    <a:pt x="1627" y="3"/>
                  </a:cubicBezTo>
                  <a:cubicBezTo>
                    <a:pt x="1627" y="9"/>
                    <a:pt x="1627" y="9"/>
                    <a:pt x="1627" y="9"/>
                  </a:cubicBezTo>
                  <a:close/>
                  <a:moveTo>
                    <a:pt x="1731" y="10"/>
                  </a:moveTo>
                  <a:cubicBezTo>
                    <a:pt x="1746" y="10"/>
                    <a:pt x="1746" y="10"/>
                    <a:pt x="1746" y="10"/>
                  </a:cubicBezTo>
                  <a:cubicBezTo>
                    <a:pt x="1751" y="10"/>
                    <a:pt x="1754" y="11"/>
                    <a:pt x="1755" y="13"/>
                  </a:cubicBezTo>
                  <a:cubicBezTo>
                    <a:pt x="1757" y="15"/>
                    <a:pt x="1758" y="19"/>
                    <a:pt x="1759" y="27"/>
                  </a:cubicBezTo>
                  <a:cubicBezTo>
                    <a:pt x="1764" y="27"/>
                    <a:pt x="1764" y="27"/>
                    <a:pt x="1764" y="27"/>
                  </a:cubicBezTo>
                  <a:cubicBezTo>
                    <a:pt x="1762" y="0"/>
                    <a:pt x="1762" y="0"/>
                    <a:pt x="1762" y="0"/>
                  </a:cubicBezTo>
                  <a:cubicBezTo>
                    <a:pt x="1758" y="0"/>
                    <a:pt x="1758" y="0"/>
                    <a:pt x="1758" y="0"/>
                  </a:cubicBezTo>
                  <a:cubicBezTo>
                    <a:pt x="1756" y="2"/>
                    <a:pt x="1754" y="3"/>
                    <a:pt x="1752" y="3"/>
                  </a:cubicBezTo>
                  <a:cubicBezTo>
                    <a:pt x="1693" y="3"/>
                    <a:pt x="1693" y="3"/>
                    <a:pt x="1693" y="3"/>
                  </a:cubicBezTo>
                  <a:cubicBezTo>
                    <a:pt x="1691" y="3"/>
                    <a:pt x="1690" y="3"/>
                    <a:pt x="1689" y="2"/>
                  </a:cubicBezTo>
                  <a:cubicBezTo>
                    <a:pt x="1689" y="2"/>
                    <a:pt x="1688" y="1"/>
                    <a:pt x="1687" y="0"/>
                  </a:cubicBezTo>
                  <a:cubicBezTo>
                    <a:pt x="1683" y="0"/>
                    <a:pt x="1683" y="0"/>
                    <a:pt x="1683" y="0"/>
                  </a:cubicBezTo>
                  <a:cubicBezTo>
                    <a:pt x="1681" y="27"/>
                    <a:pt x="1681" y="27"/>
                    <a:pt x="1681" y="27"/>
                  </a:cubicBezTo>
                  <a:cubicBezTo>
                    <a:pt x="1686" y="27"/>
                    <a:pt x="1686" y="27"/>
                    <a:pt x="1686" y="27"/>
                  </a:cubicBezTo>
                  <a:cubicBezTo>
                    <a:pt x="1687" y="19"/>
                    <a:pt x="1689" y="15"/>
                    <a:pt x="1690" y="13"/>
                  </a:cubicBezTo>
                  <a:cubicBezTo>
                    <a:pt x="1691" y="11"/>
                    <a:pt x="1694" y="10"/>
                    <a:pt x="1699" y="10"/>
                  </a:cubicBezTo>
                  <a:cubicBezTo>
                    <a:pt x="1714" y="10"/>
                    <a:pt x="1714" y="10"/>
                    <a:pt x="1714" y="10"/>
                  </a:cubicBezTo>
                  <a:cubicBezTo>
                    <a:pt x="1714" y="77"/>
                    <a:pt x="1714" y="77"/>
                    <a:pt x="1714" y="77"/>
                  </a:cubicBezTo>
                  <a:cubicBezTo>
                    <a:pt x="1714" y="84"/>
                    <a:pt x="1711" y="87"/>
                    <a:pt x="1704" y="87"/>
                  </a:cubicBezTo>
                  <a:cubicBezTo>
                    <a:pt x="1700" y="87"/>
                    <a:pt x="1700" y="87"/>
                    <a:pt x="1700" y="87"/>
                  </a:cubicBezTo>
                  <a:cubicBezTo>
                    <a:pt x="1700" y="93"/>
                    <a:pt x="1700" y="93"/>
                    <a:pt x="1700" y="93"/>
                  </a:cubicBezTo>
                  <a:cubicBezTo>
                    <a:pt x="1745" y="93"/>
                    <a:pt x="1745" y="93"/>
                    <a:pt x="1745" y="93"/>
                  </a:cubicBezTo>
                  <a:cubicBezTo>
                    <a:pt x="1745" y="87"/>
                    <a:pt x="1745" y="87"/>
                    <a:pt x="1745" y="87"/>
                  </a:cubicBezTo>
                  <a:cubicBezTo>
                    <a:pt x="1742" y="87"/>
                    <a:pt x="1742" y="87"/>
                    <a:pt x="1742" y="87"/>
                  </a:cubicBezTo>
                  <a:cubicBezTo>
                    <a:pt x="1734" y="88"/>
                    <a:pt x="1730" y="84"/>
                    <a:pt x="1731" y="77"/>
                  </a:cubicBezTo>
                  <a:cubicBezTo>
                    <a:pt x="1731" y="10"/>
                    <a:pt x="1731" y="10"/>
                    <a:pt x="1731" y="10"/>
                  </a:cubicBezTo>
                  <a:close/>
                  <a:moveTo>
                    <a:pt x="1833" y="57"/>
                  </a:moveTo>
                  <a:cubicBezTo>
                    <a:pt x="1854" y="19"/>
                    <a:pt x="1854" y="19"/>
                    <a:pt x="1854" y="19"/>
                  </a:cubicBezTo>
                  <a:cubicBezTo>
                    <a:pt x="1856" y="15"/>
                    <a:pt x="1858" y="12"/>
                    <a:pt x="1860" y="11"/>
                  </a:cubicBezTo>
                  <a:cubicBezTo>
                    <a:pt x="1861" y="10"/>
                    <a:pt x="1864" y="9"/>
                    <a:pt x="1868" y="9"/>
                  </a:cubicBezTo>
                  <a:cubicBezTo>
                    <a:pt x="1868" y="3"/>
                    <a:pt x="1868" y="3"/>
                    <a:pt x="1868" y="3"/>
                  </a:cubicBezTo>
                  <a:cubicBezTo>
                    <a:pt x="1838" y="3"/>
                    <a:pt x="1838" y="3"/>
                    <a:pt x="1838" y="3"/>
                  </a:cubicBezTo>
                  <a:cubicBezTo>
                    <a:pt x="1838" y="9"/>
                    <a:pt x="1838" y="9"/>
                    <a:pt x="1838" y="9"/>
                  </a:cubicBezTo>
                  <a:cubicBezTo>
                    <a:pt x="1840" y="9"/>
                    <a:pt x="1840" y="9"/>
                    <a:pt x="1840" y="9"/>
                  </a:cubicBezTo>
                  <a:cubicBezTo>
                    <a:pt x="1843" y="9"/>
                    <a:pt x="1845" y="10"/>
                    <a:pt x="1846" y="11"/>
                  </a:cubicBezTo>
                  <a:cubicBezTo>
                    <a:pt x="1847" y="13"/>
                    <a:pt x="1846" y="16"/>
                    <a:pt x="1845" y="20"/>
                  </a:cubicBezTo>
                  <a:cubicBezTo>
                    <a:pt x="1830" y="47"/>
                    <a:pt x="1830" y="47"/>
                    <a:pt x="1830" y="47"/>
                  </a:cubicBezTo>
                  <a:cubicBezTo>
                    <a:pt x="1810" y="16"/>
                    <a:pt x="1810" y="16"/>
                    <a:pt x="1810" y="16"/>
                  </a:cubicBezTo>
                  <a:cubicBezTo>
                    <a:pt x="1809" y="14"/>
                    <a:pt x="1809" y="12"/>
                    <a:pt x="1810" y="10"/>
                  </a:cubicBezTo>
                  <a:cubicBezTo>
                    <a:pt x="1811" y="9"/>
                    <a:pt x="1813" y="9"/>
                    <a:pt x="1815" y="9"/>
                  </a:cubicBezTo>
                  <a:cubicBezTo>
                    <a:pt x="1817" y="9"/>
                    <a:pt x="1817" y="9"/>
                    <a:pt x="1817" y="9"/>
                  </a:cubicBezTo>
                  <a:cubicBezTo>
                    <a:pt x="1817" y="3"/>
                    <a:pt x="1817" y="3"/>
                    <a:pt x="1817" y="3"/>
                  </a:cubicBezTo>
                  <a:cubicBezTo>
                    <a:pt x="1777" y="3"/>
                    <a:pt x="1777" y="3"/>
                    <a:pt x="1777" y="3"/>
                  </a:cubicBezTo>
                  <a:cubicBezTo>
                    <a:pt x="1777" y="9"/>
                    <a:pt x="1777" y="9"/>
                    <a:pt x="1777" y="9"/>
                  </a:cubicBezTo>
                  <a:cubicBezTo>
                    <a:pt x="1778" y="9"/>
                    <a:pt x="1778" y="9"/>
                    <a:pt x="1778" y="9"/>
                  </a:cubicBezTo>
                  <a:cubicBezTo>
                    <a:pt x="1781" y="9"/>
                    <a:pt x="1783" y="9"/>
                    <a:pt x="1784" y="10"/>
                  </a:cubicBezTo>
                  <a:cubicBezTo>
                    <a:pt x="1786" y="10"/>
                    <a:pt x="1787" y="12"/>
                    <a:pt x="1789" y="15"/>
                  </a:cubicBezTo>
                  <a:cubicBezTo>
                    <a:pt x="1815" y="57"/>
                    <a:pt x="1815" y="57"/>
                    <a:pt x="1815" y="57"/>
                  </a:cubicBezTo>
                  <a:cubicBezTo>
                    <a:pt x="1815" y="77"/>
                    <a:pt x="1815" y="77"/>
                    <a:pt x="1815" y="77"/>
                  </a:cubicBezTo>
                  <a:cubicBezTo>
                    <a:pt x="1816" y="84"/>
                    <a:pt x="1813" y="87"/>
                    <a:pt x="1806" y="87"/>
                  </a:cubicBezTo>
                  <a:cubicBezTo>
                    <a:pt x="1803" y="87"/>
                    <a:pt x="1803" y="87"/>
                    <a:pt x="1803" y="87"/>
                  </a:cubicBezTo>
                  <a:cubicBezTo>
                    <a:pt x="1803" y="93"/>
                    <a:pt x="1803" y="93"/>
                    <a:pt x="1803" y="93"/>
                  </a:cubicBezTo>
                  <a:cubicBezTo>
                    <a:pt x="1845" y="93"/>
                    <a:pt x="1845" y="93"/>
                    <a:pt x="1845" y="93"/>
                  </a:cubicBezTo>
                  <a:cubicBezTo>
                    <a:pt x="1845" y="87"/>
                    <a:pt x="1845" y="87"/>
                    <a:pt x="1845" y="87"/>
                  </a:cubicBezTo>
                  <a:cubicBezTo>
                    <a:pt x="1844" y="87"/>
                    <a:pt x="1844" y="87"/>
                    <a:pt x="1844" y="87"/>
                  </a:cubicBezTo>
                  <a:cubicBezTo>
                    <a:pt x="1836" y="88"/>
                    <a:pt x="1832" y="84"/>
                    <a:pt x="1833" y="77"/>
                  </a:cubicBezTo>
                  <a:cubicBezTo>
                    <a:pt x="1833" y="57"/>
                    <a:pt x="1833" y="57"/>
                    <a:pt x="1833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9" name="ïśḷïḍê"/>
            <p:cNvGrpSpPr/>
            <p:nvPr/>
          </p:nvGrpSpPr>
          <p:grpSpPr>
            <a:xfrm>
              <a:off x="2893999" y="2478437"/>
              <a:ext cx="1902164" cy="1904297"/>
              <a:chOff x="1344613" y="2017713"/>
              <a:chExt cx="2822575" cy="2825750"/>
            </a:xfrm>
            <a:grpFill/>
          </p:grpSpPr>
          <p:sp>
            <p:nvSpPr>
              <p:cNvPr id="20" name="işḷïḋé"/>
              <p:cNvSpPr/>
              <p:nvPr/>
            </p:nvSpPr>
            <p:spPr bwMode="auto">
              <a:xfrm>
                <a:off x="2416176" y="2225676"/>
                <a:ext cx="266700" cy="442913"/>
              </a:xfrm>
              <a:custGeom>
                <a:avLst/>
                <a:gdLst>
                  <a:gd name="T0" fmla="*/ 51 w 81"/>
                  <a:gd name="T1" fmla="*/ 5 h 134"/>
                  <a:gd name="T2" fmla="*/ 61 w 81"/>
                  <a:gd name="T3" fmla="*/ 6 h 134"/>
                  <a:gd name="T4" fmla="*/ 55 w 81"/>
                  <a:gd name="T5" fmla="*/ 26 h 134"/>
                  <a:gd name="T6" fmla="*/ 66 w 81"/>
                  <a:gd name="T7" fmla="*/ 31 h 134"/>
                  <a:gd name="T8" fmla="*/ 62 w 81"/>
                  <a:gd name="T9" fmla="*/ 48 h 134"/>
                  <a:gd name="T10" fmla="*/ 65 w 81"/>
                  <a:gd name="T11" fmla="*/ 48 h 134"/>
                  <a:gd name="T12" fmla="*/ 74 w 81"/>
                  <a:gd name="T13" fmla="*/ 56 h 134"/>
                  <a:gd name="T14" fmla="*/ 67 w 81"/>
                  <a:gd name="T15" fmla="*/ 69 h 134"/>
                  <a:gd name="T16" fmla="*/ 60 w 81"/>
                  <a:gd name="T17" fmla="*/ 76 h 134"/>
                  <a:gd name="T18" fmla="*/ 75 w 81"/>
                  <a:gd name="T19" fmla="*/ 79 h 134"/>
                  <a:gd name="T20" fmla="*/ 79 w 81"/>
                  <a:gd name="T21" fmla="*/ 93 h 134"/>
                  <a:gd name="T22" fmla="*/ 71 w 81"/>
                  <a:gd name="T23" fmla="*/ 101 h 134"/>
                  <a:gd name="T24" fmla="*/ 57 w 81"/>
                  <a:gd name="T25" fmla="*/ 106 h 134"/>
                  <a:gd name="T26" fmla="*/ 61 w 81"/>
                  <a:gd name="T27" fmla="*/ 89 h 134"/>
                  <a:gd name="T28" fmla="*/ 61 w 81"/>
                  <a:gd name="T29" fmla="*/ 83 h 134"/>
                  <a:gd name="T30" fmla="*/ 48 w 81"/>
                  <a:gd name="T31" fmla="*/ 107 h 134"/>
                  <a:gd name="T32" fmla="*/ 39 w 81"/>
                  <a:gd name="T33" fmla="*/ 102 h 134"/>
                  <a:gd name="T34" fmla="*/ 47 w 81"/>
                  <a:gd name="T35" fmla="*/ 69 h 134"/>
                  <a:gd name="T36" fmla="*/ 50 w 81"/>
                  <a:gd name="T37" fmla="*/ 66 h 134"/>
                  <a:gd name="T38" fmla="*/ 36 w 81"/>
                  <a:gd name="T39" fmla="*/ 59 h 134"/>
                  <a:gd name="T40" fmla="*/ 9 w 81"/>
                  <a:gd name="T41" fmla="*/ 134 h 134"/>
                  <a:gd name="T42" fmla="*/ 42 w 81"/>
                  <a:gd name="T43" fmla="*/ 28 h 134"/>
                  <a:gd name="T44" fmla="*/ 20 w 81"/>
                  <a:gd name="T45" fmla="*/ 37 h 134"/>
                  <a:gd name="T46" fmla="*/ 14 w 81"/>
                  <a:gd name="T47" fmla="*/ 29 h 134"/>
                  <a:gd name="T48" fmla="*/ 31 w 81"/>
                  <a:gd name="T49" fmla="*/ 19 h 134"/>
                  <a:gd name="T50" fmla="*/ 23 w 81"/>
                  <a:gd name="T51" fmla="*/ 4 h 134"/>
                  <a:gd name="T52" fmla="*/ 37 w 81"/>
                  <a:gd name="T53" fmla="*/ 2 h 134"/>
                  <a:gd name="T54" fmla="*/ 45 w 81"/>
                  <a:gd name="T55" fmla="*/ 38 h 134"/>
                  <a:gd name="T56" fmla="*/ 45 w 81"/>
                  <a:gd name="T57" fmla="*/ 39 h 134"/>
                  <a:gd name="T58" fmla="*/ 46 w 81"/>
                  <a:gd name="T59" fmla="*/ 38 h 134"/>
                  <a:gd name="T60" fmla="*/ 40 w 81"/>
                  <a:gd name="T61" fmla="*/ 71 h 134"/>
                  <a:gd name="T62" fmla="*/ 40 w 81"/>
                  <a:gd name="T63" fmla="*/ 71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1" h="134">
                    <a:moveTo>
                      <a:pt x="48" y="3"/>
                    </a:moveTo>
                    <a:cubicBezTo>
                      <a:pt x="49" y="4"/>
                      <a:pt x="50" y="5"/>
                      <a:pt x="51" y="5"/>
                    </a:cubicBezTo>
                    <a:cubicBezTo>
                      <a:pt x="53" y="5"/>
                      <a:pt x="54" y="2"/>
                      <a:pt x="57" y="3"/>
                    </a:cubicBezTo>
                    <a:cubicBezTo>
                      <a:pt x="59" y="3"/>
                      <a:pt x="60" y="4"/>
                      <a:pt x="61" y="6"/>
                    </a:cubicBezTo>
                    <a:cubicBezTo>
                      <a:pt x="68" y="16"/>
                      <a:pt x="53" y="18"/>
                      <a:pt x="52" y="25"/>
                    </a:cubicBezTo>
                    <a:cubicBezTo>
                      <a:pt x="52" y="26"/>
                      <a:pt x="54" y="27"/>
                      <a:pt x="55" y="26"/>
                    </a:cubicBezTo>
                    <a:cubicBezTo>
                      <a:pt x="58" y="24"/>
                      <a:pt x="58" y="27"/>
                      <a:pt x="62" y="30"/>
                    </a:cubicBezTo>
                    <a:cubicBezTo>
                      <a:pt x="63" y="30"/>
                      <a:pt x="64" y="30"/>
                      <a:pt x="66" y="31"/>
                    </a:cubicBezTo>
                    <a:cubicBezTo>
                      <a:pt x="67" y="31"/>
                      <a:pt x="71" y="34"/>
                      <a:pt x="70" y="37"/>
                    </a:cubicBezTo>
                    <a:cubicBezTo>
                      <a:pt x="69" y="40"/>
                      <a:pt x="62" y="45"/>
                      <a:pt x="62" y="48"/>
                    </a:cubicBezTo>
                    <a:cubicBezTo>
                      <a:pt x="62" y="49"/>
                      <a:pt x="62" y="49"/>
                      <a:pt x="63" y="49"/>
                    </a:cubicBezTo>
                    <a:cubicBezTo>
                      <a:pt x="64" y="50"/>
                      <a:pt x="64" y="49"/>
                      <a:pt x="65" y="48"/>
                    </a:cubicBezTo>
                    <a:cubicBezTo>
                      <a:pt x="66" y="47"/>
                      <a:pt x="67" y="47"/>
                      <a:pt x="69" y="47"/>
                    </a:cubicBezTo>
                    <a:cubicBezTo>
                      <a:pt x="73" y="48"/>
                      <a:pt x="76" y="52"/>
                      <a:pt x="74" y="56"/>
                    </a:cubicBezTo>
                    <a:cubicBezTo>
                      <a:pt x="73" y="60"/>
                      <a:pt x="69" y="61"/>
                      <a:pt x="67" y="63"/>
                    </a:cubicBezTo>
                    <a:cubicBezTo>
                      <a:pt x="65" y="65"/>
                      <a:pt x="68" y="67"/>
                      <a:pt x="67" y="69"/>
                    </a:cubicBezTo>
                    <a:cubicBezTo>
                      <a:pt x="66" y="71"/>
                      <a:pt x="61" y="72"/>
                      <a:pt x="60" y="75"/>
                    </a:cubicBezTo>
                    <a:cubicBezTo>
                      <a:pt x="59" y="75"/>
                      <a:pt x="60" y="76"/>
                      <a:pt x="60" y="76"/>
                    </a:cubicBezTo>
                    <a:cubicBezTo>
                      <a:pt x="63" y="76"/>
                      <a:pt x="65" y="73"/>
                      <a:pt x="67" y="72"/>
                    </a:cubicBezTo>
                    <a:cubicBezTo>
                      <a:pt x="71" y="71"/>
                      <a:pt x="75" y="75"/>
                      <a:pt x="75" y="79"/>
                    </a:cubicBezTo>
                    <a:cubicBezTo>
                      <a:pt x="74" y="82"/>
                      <a:pt x="70" y="86"/>
                      <a:pt x="71" y="88"/>
                    </a:cubicBezTo>
                    <a:cubicBezTo>
                      <a:pt x="72" y="91"/>
                      <a:pt x="76" y="92"/>
                      <a:pt x="79" y="93"/>
                    </a:cubicBezTo>
                    <a:cubicBezTo>
                      <a:pt x="80" y="94"/>
                      <a:pt x="81" y="95"/>
                      <a:pt x="81" y="97"/>
                    </a:cubicBezTo>
                    <a:cubicBezTo>
                      <a:pt x="81" y="101"/>
                      <a:pt x="75" y="102"/>
                      <a:pt x="71" y="101"/>
                    </a:cubicBezTo>
                    <a:cubicBezTo>
                      <a:pt x="70" y="100"/>
                      <a:pt x="69" y="100"/>
                      <a:pt x="67" y="100"/>
                    </a:cubicBezTo>
                    <a:cubicBezTo>
                      <a:pt x="64" y="101"/>
                      <a:pt x="62" y="108"/>
                      <a:pt x="57" y="106"/>
                    </a:cubicBezTo>
                    <a:cubicBezTo>
                      <a:pt x="50" y="103"/>
                      <a:pt x="61" y="95"/>
                      <a:pt x="62" y="93"/>
                    </a:cubicBezTo>
                    <a:cubicBezTo>
                      <a:pt x="62" y="92"/>
                      <a:pt x="61" y="90"/>
                      <a:pt x="61" y="89"/>
                    </a:cubicBezTo>
                    <a:cubicBezTo>
                      <a:pt x="61" y="88"/>
                      <a:pt x="63" y="86"/>
                      <a:pt x="64" y="85"/>
                    </a:cubicBezTo>
                    <a:cubicBezTo>
                      <a:pt x="66" y="83"/>
                      <a:pt x="64" y="82"/>
                      <a:pt x="61" y="83"/>
                    </a:cubicBezTo>
                    <a:cubicBezTo>
                      <a:pt x="56" y="84"/>
                      <a:pt x="55" y="90"/>
                      <a:pt x="53" y="96"/>
                    </a:cubicBezTo>
                    <a:cubicBezTo>
                      <a:pt x="52" y="99"/>
                      <a:pt x="50" y="103"/>
                      <a:pt x="48" y="107"/>
                    </a:cubicBezTo>
                    <a:cubicBezTo>
                      <a:pt x="47" y="109"/>
                      <a:pt x="45" y="116"/>
                      <a:pt x="40" y="114"/>
                    </a:cubicBezTo>
                    <a:cubicBezTo>
                      <a:pt x="35" y="112"/>
                      <a:pt x="37" y="106"/>
                      <a:pt x="39" y="102"/>
                    </a:cubicBezTo>
                    <a:cubicBezTo>
                      <a:pt x="42" y="94"/>
                      <a:pt x="50" y="86"/>
                      <a:pt x="51" y="77"/>
                    </a:cubicBezTo>
                    <a:cubicBezTo>
                      <a:pt x="52" y="74"/>
                      <a:pt x="45" y="73"/>
                      <a:pt x="47" y="69"/>
                    </a:cubicBezTo>
                    <a:cubicBezTo>
                      <a:pt x="47" y="68"/>
                      <a:pt x="48" y="68"/>
                      <a:pt x="50" y="68"/>
                    </a:cubicBezTo>
                    <a:cubicBezTo>
                      <a:pt x="52" y="67"/>
                      <a:pt x="52" y="66"/>
                      <a:pt x="50" y="66"/>
                    </a:cubicBezTo>
                    <a:cubicBezTo>
                      <a:pt x="48" y="66"/>
                      <a:pt x="43" y="60"/>
                      <a:pt x="42" y="58"/>
                    </a:cubicBezTo>
                    <a:cubicBezTo>
                      <a:pt x="38" y="54"/>
                      <a:pt x="38" y="54"/>
                      <a:pt x="36" y="59"/>
                    </a:cubicBezTo>
                    <a:cubicBezTo>
                      <a:pt x="30" y="72"/>
                      <a:pt x="18" y="112"/>
                      <a:pt x="17" y="116"/>
                    </a:cubicBezTo>
                    <a:cubicBezTo>
                      <a:pt x="16" y="124"/>
                      <a:pt x="14" y="134"/>
                      <a:pt x="9" y="134"/>
                    </a:cubicBezTo>
                    <a:cubicBezTo>
                      <a:pt x="8" y="133"/>
                      <a:pt x="2" y="129"/>
                      <a:pt x="2" y="127"/>
                    </a:cubicBezTo>
                    <a:cubicBezTo>
                      <a:pt x="0" y="119"/>
                      <a:pt x="36" y="39"/>
                      <a:pt x="42" y="28"/>
                    </a:cubicBezTo>
                    <a:cubicBezTo>
                      <a:pt x="43" y="26"/>
                      <a:pt x="41" y="24"/>
                      <a:pt x="39" y="26"/>
                    </a:cubicBezTo>
                    <a:cubicBezTo>
                      <a:pt x="32" y="33"/>
                      <a:pt x="26" y="35"/>
                      <a:pt x="20" y="37"/>
                    </a:cubicBezTo>
                    <a:cubicBezTo>
                      <a:pt x="16" y="38"/>
                      <a:pt x="12" y="36"/>
                      <a:pt x="11" y="33"/>
                    </a:cubicBezTo>
                    <a:cubicBezTo>
                      <a:pt x="9" y="30"/>
                      <a:pt x="11" y="29"/>
                      <a:pt x="14" y="29"/>
                    </a:cubicBezTo>
                    <a:cubicBezTo>
                      <a:pt x="15" y="28"/>
                      <a:pt x="17" y="27"/>
                      <a:pt x="19" y="27"/>
                    </a:cubicBezTo>
                    <a:cubicBezTo>
                      <a:pt x="22" y="25"/>
                      <a:pt x="28" y="22"/>
                      <a:pt x="31" y="19"/>
                    </a:cubicBezTo>
                    <a:cubicBezTo>
                      <a:pt x="34" y="16"/>
                      <a:pt x="33" y="14"/>
                      <a:pt x="30" y="13"/>
                    </a:cubicBezTo>
                    <a:cubicBezTo>
                      <a:pt x="25" y="11"/>
                      <a:pt x="20" y="8"/>
                      <a:pt x="23" y="4"/>
                    </a:cubicBezTo>
                    <a:cubicBezTo>
                      <a:pt x="25" y="1"/>
                      <a:pt x="33" y="2"/>
                      <a:pt x="35" y="3"/>
                    </a:cubicBezTo>
                    <a:cubicBezTo>
                      <a:pt x="36" y="3"/>
                      <a:pt x="37" y="2"/>
                      <a:pt x="37" y="2"/>
                    </a:cubicBezTo>
                    <a:cubicBezTo>
                      <a:pt x="40" y="0"/>
                      <a:pt x="46" y="0"/>
                      <a:pt x="48" y="3"/>
                    </a:cubicBezTo>
                    <a:close/>
                    <a:moveTo>
                      <a:pt x="45" y="38"/>
                    </a:moveTo>
                    <a:cubicBezTo>
                      <a:pt x="45" y="38"/>
                      <a:pt x="45" y="38"/>
                      <a:pt x="45" y="39"/>
                    </a:cubicBezTo>
                    <a:cubicBezTo>
                      <a:pt x="45" y="39"/>
                      <a:pt x="45" y="39"/>
                      <a:pt x="45" y="39"/>
                    </a:cubicBezTo>
                    <a:cubicBezTo>
                      <a:pt x="46" y="39"/>
                      <a:pt x="46" y="39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lose/>
                    <a:moveTo>
                      <a:pt x="40" y="71"/>
                    </a:moveTo>
                    <a:cubicBezTo>
                      <a:pt x="49" y="72"/>
                      <a:pt x="48" y="89"/>
                      <a:pt x="38" y="87"/>
                    </a:cubicBezTo>
                    <a:cubicBezTo>
                      <a:pt x="29" y="85"/>
                      <a:pt x="37" y="71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îṡḻíḓé"/>
              <p:cNvSpPr/>
              <p:nvPr/>
            </p:nvSpPr>
            <p:spPr bwMode="auto">
              <a:xfrm>
                <a:off x="2878138" y="2265363"/>
                <a:ext cx="223838" cy="339725"/>
              </a:xfrm>
              <a:custGeom>
                <a:avLst/>
                <a:gdLst>
                  <a:gd name="T0" fmla="*/ 62 w 68"/>
                  <a:gd name="T1" fmla="*/ 16 h 103"/>
                  <a:gd name="T2" fmla="*/ 57 w 68"/>
                  <a:gd name="T3" fmla="*/ 21 h 103"/>
                  <a:gd name="T4" fmla="*/ 47 w 68"/>
                  <a:gd name="T5" fmla="*/ 47 h 103"/>
                  <a:gd name="T6" fmla="*/ 50 w 68"/>
                  <a:gd name="T7" fmla="*/ 51 h 103"/>
                  <a:gd name="T8" fmla="*/ 57 w 68"/>
                  <a:gd name="T9" fmla="*/ 48 h 103"/>
                  <a:gd name="T10" fmla="*/ 61 w 68"/>
                  <a:gd name="T11" fmla="*/ 44 h 103"/>
                  <a:gd name="T12" fmla="*/ 68 w 68"/>
                  <a:gd name="T13" fmla="*/ 49 h 103"/>
                  <a:gd name="T14" fmla="*/ 68 w 68"/>
                  <a:gd name="T15" fmla="*/ 52 h 103"/>
                  <a:gd name="T16" fmla="*/ 41 w 68"/>
                  <a:gd name="T17" fmla="*/ 62 h 103"/>
                  <a:gd name="T18" fmla="*/ 44 w 68"/>
                  <a:gd name="T19" fmla="*/ 70 h 103"/>
                  <a:gd name="T20" fmla="*/ 55 w 68"/>
                  <a:gd name="T21" fmla="*/ 93 h 103"/>
                  <a:gd name="T22" fmla="*/ 63 w 68"/>
                  <a:gd name="T23" fmla="*/ 99 h 103"/>
                  <a:gd name="T24" fmla="*/ 61 w 68"/>
                  <a:gd name="T25" fmla="*/ 102 h 103"/>
                  <a:gd name="T26" fmla="*/ 53 w 68"/>
                  <a:gd name="T27" fmla="*/ 102 h 103"/>
                  <a:gd name="T28" fmla="*/ 47 w 68"/>
                  <a:gd name="T29" fmla="*/ 102 h 103"/>
                  <a:gd name="T30" fmla="*/ 38 w 68"/>
                  <a:gd name="T31" fmla="*/ 78 h 103"/>
                  <a:gd name="T32" fmla="*/ 35 w 68"/>
                  <a:gd name="T33" fmla="*/ 74 h 103"/>
                  <a:gd name="T34" fmla="*/ 33 w 68"/>
                  <a:gd name="T35" fmla="*/ 77 h 103"/>
                  <a:gd name="T36" fmla="*/ 28 w 68"/>
                  <a:gd name="T37" fmla="*/ 84 h 103"/>
                  <a:gd name="T38" fmla="*/ 0 w 68"/>
                  <a:gd name="T39" fmla="*/ 79 h 103"/>
                  <a:gd name="T40" fmla="*/ 12 w 68"/>
                  <a:gd name="T41" fmla="*/ 74 h 103"/>
                  <a:gd name="T42" fmla="*/ 26 w 68"/>
                  <a:gd name="T43" fmla="*/ 65 h 103"/>
                  <a:gd name="T44" fmla="*/ 24 w 68"/>
                  <a:gd name="T45" fmla="*/ 64 h 103"/>
                  <a:gd name="T46" fmla="*/ 20 w 68"/>
                  <a:gd name="T47" fmla="*/ 67 h 103"/>
                  <a:gd name="T48" fmla="*/ 13 w 68"/>
                  <a:gd name="T49" fmla="*/ 60 h 103"/>
                  <a:gd name="T50" fmla="*/ 34 w 68"/>
                  <a:gd name="T51" fmla="*/ 51 h 103"/>
                  <a:gd name="T52" fmla="*/ 48 w 68"/>
                  <a:gd name="T53" fmla="*/ 18 h 103"/>
                  <a:gd name="T54" fmla="*/ 62 w 68"/>
                  <a:gd name="T55" fmla="*/ 1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8" h="103">
                    <a:moveTo>
                      <a:pt x="62" y="16"/>
                    </a:moveTo>
                    <a:cubicBezTo>
                      <a:pt x="61" y="18"/>
                      <a:pt x="58" y="19"/>
                      <a:pt x="57" y="21"/>
                    </a:cubicBezTo>
                    <a:cubicBezTo>
                      <a:pt x="54" y="26"/>
                      <a:pt x="49" y="39"/>
                      <a:pt x="47" y="47"/>
                    </a:cubicBezTo>
                    <a:cubicBezTo>
                      <a:pt x="46" y="51"/>
                      <a:pt x="47" y="52"/>
                      <a:pt x="50" y="51"/>
                    </a:cubicBezTo>
                    <a:cubicBezTo>
                      <a:pt x="52" y="51"/>
                      <a:pt x="56" y="50"/>
                      <a:pt x="57" y="48"/>
                    </a:cubicBezTo>
                    <a:cubicBezTo>
                      <a:pt x="59" y="47"/>
                      <a:pt x="58" y="44"/>
                      <a:pt x="61" y="44"/>
                    </a:cubicBezTo>
                    <a:cubicBezTo>
                      <a:pt x="62" y="43"/>
                      <a:pt x="66" y="46"/>
                      <a:pt x="68" y="49"/>
                    </a:cubicBezTo>
                    <a:cubicBezTo>
                      <a:pt x="68" y="50"/>
                      <a:pt x="68" y="51"/>
                      <a:pt x="68" y="52"/>
                    </a:cubicBezTo>
                    <a:cubicBezTo>
                      <a:pt x="65" y="60"/>
                      <a:pt x="46" y="57"/>
                      <a:pt x="41" y="62"/>
                    </a:cubicBezTo>
                    <a:cubicBezTo>
                      <a:pt x="39" y="65"/>
                      <a:pt x="43" y="67"/>
                      <a:pt x="44" y="70"/>
                    </a:cubicBezTo>
                    <a:cubicBezTo>
                      <a:pt x="47" y="78"/>
                      <a:pt x="50" y="87"/>
                      <a:pt x="55" y="93"/>
                    </a:cubicBezTo>
                    <a:cubicBezTo>
                      <a:pt x="57" y="96"/>
                      <a:pt x="61" y="96"/>
                      <a:pt x="63" y="99"/>
                    </a:cubicBezTo>
                    <a:cubicBezTo>
                      <a:pt x="63" y="101"/>
                      <a:pt x="63" y="102"/>
                      <a:pt x="61" y="102"/>
                    </a:cubicBezTo>
                    <a:cubicBezTo>
                      <a:pt x="59" y="103"/>
                      <a:pt x="55" y="102"/>
                      <a:pt x="53" y="102"/>
                    </a:cubicBezTo>
                    <a:cubicBezTo>
                      <a:pt x="50" y="102"/>
                      <a:pt x="49" y="103"/>
                      <a:pt x="47" y="102"/>
                    </a:cubicBezTo>
                    <a:cubicBezTo>
                      <a:pt x="41" y="100"/>
                      <a:pt x="38" y="84"/>
                      <a:pt x="38" y="78"/>
                    </a:cubicBezTo>
                    <a:cubicBezTo>
                      <a:pt x="38" y="75"/>
                      <a:pt x="37" y="73"/>
                      <a:pt x="35" y="74"/>
                    </a:cubicBezTo>
                    <a:cubicBezTo>
                      <a:pt x="34" y="75"/>
                      <a:pt x="33" y="76"/>
                      <a:pt x="33" y="77"/>
                    </a:cubicBezTo>
                    <a:cubicBezTo>
                      <a:pt x="31" y="80"/>
                      <a:pt x="29" y="83"/>
                      <a:pt x="28" y="84"/>
                    </a:cubicBezTo>
                    <a:cubicBezTo>
                      <a:pt x="23" y="89"/>
                      <a:pt x="0" y="83"/>
                      <a:pt x="0" y="79"/>
                    </a:cubicBezTo>
                    <a:cubicBezTo>
                      <a:pt x="1" y="72"/>
                      <a:pt x="8" y="75"/>
                      <a:pt x="12" y="74"/>
                    </a:cubicBezTo>
                    <a:cubicBezTo>
                      <a:pt x="17" y="73"/>
                      <a:pt x="27" y="68"/>
                      <a:pt x="26" y="65"/>
                    </a:cubicBezTo>
                    <a:cubicBezTo>
                      <a:pt x="26" y="64"/>
                      <a:pt x="25" y="64"/>
                      <a:pt x="24" y="64"/>
                    </a:cubicBezTo>
                    <a:cubicBezTo>
                      <a:pt x="22" y="64"/>
                      <a:pt x="21" y="66"/>
                      <a:pt x="20" y="67"/>
                    </a:cubicBezTo>
                    <a:cubicBezTo>
                      <a:pt x="16" y="68"/>
                      <a:pt x="12" y="64"/>
                      <a:pt x="13" y="60"/>
                    </a:cubicBezTo>
                    <a:cubicBezTo>
                      <a:pt x="14" y="51"/>
                      <a:pt x="29" y="58"/>
                      <a:pt x="34" y="51"/>
                    </a:cubicBezTo>
                    <a:cubicBezTo>
                      <a:pt x="38" y="43"/>
                      <a:pt x="48" y="20"/>
                      <a:pt x="48" y="18"/>
                    </a:cubicBezTo>
                    <a:cubicBezTo>
                      <a:pt x="49" y="0"/>
                      <a:pt x="66" y="5"/>
                      <a:pt x="6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Sḷíḍe"/>
              <p:cNvSpPr/>
              <p:nvPr/>
            </p:nvSpPr>
            <p:spPr bwMode="auto">
              <a:xfrm>
                <a:off x="2011363" y="2378076"/>
                <a:ext cx="273050" cy="409575"/>
              </a:xfrm>
              <a:custGeom>
                <a:avLst/>
                <a:gdLst>
                  <a:gd name="T0" fmla="*/ 13 w 83"/>
                  <a:gd name="T1" fmla="*/ 3 h 124"/>
                  <a:gd name="T2" fmla="*/ 16 w 83"/>
                  <a:gd name="T3" fmla="*/ 8 h 124"/>
                  <a:gd name="T4" fmla="*/ 18 w 83"/>
                  <a:gd name="T5" fmla="*/ 60 h 124"/>
                  <a:gd name="T6" fmla="*/ 11 w 83"/>
                  <a:gd name="T7" fmla="*/ 58 h 124"/>
                  <a:gd name="T8" fmla="*/ 4 w 83"/>
                  <a:gd name="T9" fmla="*/ 13 h 124"/>
                  <a:gd name="T10" fmla="*/ 3 w 83"/>
                  <a:gd name="T11" fmla="*/ 4 h 124"/>
                  <a:gd name="T12" fmla="*/ 6 w 83"/>
                  <a:gd name="T13" fmla="*/ 2 h 124"/>
                  <a:gd name="T14" fmla="*/ 13 w 83"/>
                  <a:gd name="T15" fmla="*/ 3 h 124"/>
                  <a:gd name="T16" fmla="*/ 31 w 83"/>
                  <a:gd name="T17" fmla="*/ 38 h 124"/>
                  <a:gd name="T18" fmla="*/ 34 w 83"/>
                  <a:gd name="T19" fmla="*/ 40 h 124"/>
                  <a:gd name="T20" fmla="*/ 38 w 83"/>
                  <a:gd name="T21" fmla="*/ 38 h 124"/>
                  <a:gd name="T22" fmla="*/ 42 w 83"/>
                  <a:gd name="T23" fmla="*/ 39 h 124"/>
                  <a:gd name="T24" fmla="*/ 41 w 83"/>
                  <a:gd name="T25" fmla="*/ 57 h 124"/>
                  <a:gd name="T26" fmla="*/ 45 w 83"/>
                  <a:gd name="T27" fmla="*/ 57 h 124"/>
                  <a:gd name="T28" fmla="*/ 49 w 83"/>
                  <a:gd name="T29" fmla="*/ 49 h 124"/>
                  <a:gd name="T30" fmla="*/ 58 w 83"/>
                  <a:gd name="T31" fmla="*/ 53 h 124"/>
                  <a:gd name="T32" fmla="*/ 58 w 83"/>
                  <a:gd name="T33" fmla="*/ 58 h 124"/>
                  <a:gd name="T34" fmla="*/ 58 w 83"/>
                  <a:gd name="T35" fmla="*/ 61 h 124"/>
                  <a:gd name="T36" fmla="*/ 58 w 83"/>
                  <a:gd name="T37" fmla="*/ 69 h 124"/>
                  <a:gd name="T38" fmla="*/ 54 w 83"/>
                  <a:gd name="T39" fmla="*/ 77 h 124"/>
                  <a:gd name="T40" fmla="*/ 60 w 83"/>
                  <a:gd name="T41" fmla="*/ 91 h 124"/>
                  <a:gd name="T42" fmla="*/ 67 w 83"/>
                  <a:gd name="T43" fmla="*/ 94 h 124"/>
                  <a:gd name="T44" fmla="*/ 69 w 83"/>
                  <a:gd name="T45" fmla="*/ 101 h 124"/>
                  <a:gd name="T46" fmla="*/ 71 w 83"/>
                  <a:gd name="T47" fmla="*/ 100 h 124"/>
                  <a:gd name="T48" fmla="*/ 75 w 83"/>
                  <a:gd name="T49" fmla="*/ 96 h 124"/>
                  <a:gd name="T50" fmla="*/ 82 w 83"/>
                  <a:gd name="T51" fmla="*/ 104 h 124"/>
                  <a:gd name="T52" fmla="*/ 77 w 83"/>
                  <a:gd name="T53" fmla="*/ 117 h 124"/>
                  <a:gd name="T54" fmla="*/ 74 w 83"/>
                  <a:gd name="T55" fmla="*/ 121 h 124"/>
                  <a:gd name="T56" fmla="*/ 65 w 83"/>
                  <a:gd name="T57" fmla="*/ 122 h 124"/>
                  <a:gd name="T58" fmla="*/ 60 w 83"/>
                  <a:gd name="T59" fmla="*/ 109 h 124"/>
                  <a:gd name="T60" fmla="*/ 54 w 83"/>
                  <a:gd name="T61" fmla="*/ 100 h 124"/>
                  <a:gd name="T62" fmla="*/ 51 w 83"/>
                  <a:gd name="T63" fmla="*/ 98 h 124"/>
                  <a:gd name="T64" fmla="*/ 50 w 83"/>
                  <a:gd name="T65" fmla="*/ 93 h 124"/>
                  <a:gd name="T66" fmla="*/ 45 w 83"/>
                  <a:gd name="T67" fmla="*/ 85 h 124"/>
                  <a:gd name="T68" fmla="*/ 44 w 83"/>
                  <a:gd name="T69" fmla="*/ 87 h 124"/>
                  <a:gd name="T70" fmla="*/ 44 w 83"/>
                  <a:gd name="T71" fmla="*/ 94 h 124"/>
                  <a:gd name="T72" fmla="*/ 35 w 83"/>
                  <a:gd name="T73" fmla="*/ 95 h 124"/>
                  <a:gd name="T74" fmla="*/ 32 w 83"/>
                  <a:gd name="T75" fmla="*/ 75 h 124"/>
                  <a:gd name="T76" fmla="*/ 30 w 83"/>
                  <a:gd name="T77" fmla="*/ 73 h 124"/>
                  <a:gd name="T78" fmla="*/ 25 w 83"/>
                  <a:gd name="T79" fmla="*/ 99 h 124"/>
                  <a:gd name="T80" fmla="*/ 21 w 83"/>
                  <a:gd name="T81" fmla="*/ 109 h 124"/>
                  <a:gd name="T82" fmla="*/ 5 w 83"/>
                  <a:gd name="T83" fmla="*/ 110 h 124"/>
                  <a:gd name="T84" fmla="*/ 25 w 83"/>
                  <a:gd name="T85" fmla="*/ 57 h 124"/>
                  <a:gd name="T86" fmla="*/ 23 w 83"/>
                  <a:gd name="T87" fmla="*/ 49 h 124"/>
                  <a:gd name="T88" fmla="*/ 25 w 83"/>
                  <a:gd name="T89" fmla="*/ 38 h 124"/>
                  <a:gd name="T90" fmla="*/ 31 w 83"/>
                  <a:gd name="T91" fmla="*/ 38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3" h="124">
                    <a:moveTo>
                      <a:pt x="13" y="3"/>
                    </a:moveTo>
                    <a:cubicBezTo>
                      <a:pt x="15" y="4"/>
                      <a:pt x="16" y="6"/>
                      <a:pt x="16" y="8"/>
                    </a:cubicBezTo>
                    <a:cubicBezTo>
                      <a:pt x="21" y="20"/>
                      <a:pt x="23" y="49"/>
                      <a:pt x="18" y="60"/>
                    </a:cubicBezTo>
                    <a:cubicBezTo>
                      <a:pt x="15" y="66"/>
                      <a:pt x="12" y="63"/>
                      <a:pt x="11" y="58"/>
                    </a:cubicBezTo>
                    <a:cubicBezTo>
                      <a:pt x="9" y="43"/>
                      <a:pt x="11" y="26"/>
                      <a:pt x="4" y="13"/>
                    </a:cubicBezTo>
                    <a:cubicBezTo>
                      <a:pt x="2" y="10"/>
                      <a:pt x="0" y="7"/>
                      <a:pt x="3" y="4"/>
                    </a:cubicBezTo>
                    <a:cubicBezTo>
                      <a:pt x="4" y="4"/>
                      <a:pt x="5" y="3"/>
                      <a:pt x="6" y="2"/>
                    </a:cubicBezTo>
                    <a:cubicBezTo>
                      <a:pt x="8" y="1"/>
                      <a:pt x="11" y="0"/>
                      <a:pt x="13" y="3"/>
                    </a:cubicBezTo>
                    <a:close/>
                    <a:moveTo>
                      <a:pt x="31" y="38"/>
                    </a:moveTo>
                    <a:cubicBezTo>
                      <a:pt x="33" y="40"/>
                      <a:pt x="32" y="41"/>
                      <a:pt x="34" y="40"/>
                    </a:cubicBezTo>
                    <a:cubicBezTo>
                      <a:pt x="35" y="39"/>
                      <a:pt x="37" y="38"/>
                      <a:pt x="38" y="38"/>
                    </a:cubicBezTo>
                    <a:cubicBezTo>
                      <a:pt x="40" y="37"/>
                      <a:pt x="41" y="38"/>
                      <a:pt x="42" y="39"/>
                    </a:cubicBezTo>
                    <a:cubicBezTo>
                      <a:pt x="49" y="44"/>
                      <a:pt x="41" y="52"/>
                      <a:pt x="41" y="57"/>
                    </a:cubicBezTo>
                    <a:cubicBezTo>
                      <a:pt x="42" y="60"/>
                      <a:pt x="44" y="61"/>
                      <a:pt x="45" y="57"/>
                    </a:cubicBezTo>
                    <a:cubicBezTo>
                      <a:pt x="46" y="54"/>
                      <a:pt x="45" y="49"/>
                      <a:pt x="49" y="49"/>
                    </a:cubicBezTo>
                    <a:cubicBezTo>
                      <a:pt x="53" y="48"/>
                      <a:pt x="57" y="50"/>
                      <a:pt x="58" y="53"/>
                    </a:cubicBezTo>
                    <a:cubicBezTo>
                      <a:pt x="59" y="55"/>
                      <a:pt x="58" y="56"/>
                      <a:pt x="58" y="58"/>
                    </a:cubicBezTo>
                    <a:cubicBezTo>
                      <a:pt x="57" y="59"/>
                      <a:pt x="58" y="60"/>
                      <a:pt x="58" y="61"/>
                    </a:cubicBezTo>
                    <a:cubicBezTo>
                      <a:pt x="59" y="64"/>
                      <a:pt x="58" y="67"/>
                      <a:pt x="58" y="69"/>
                    </a:cubicBezTo>
                    <a:cubicBezTo>
                      <a:pt x="57" y="72"/>
                      <a:pt x="54" y="74"/>
                      <a:pt x="54" y="77"/>
                    </a:cubicBezTo>
                    <a:cubicBezTo>
                      <a:pt x="55" y="80"/>
                      <a:pt x="58" y="89"/>
                      <a:pt x="60" y="91"/>
                    </a:cubicBezTo>
                    <a:cubicBezTo>
                      <a:pt x="62" y="92"/>
                      <a:pt x="65" y="92"/>
                      <a:pt x="67" y="94"/>
                    </a:cubicBezTo>
                    <a:cubicBezTo>
                      <a:pt x="68" y="96"/>
                      <a:pt x="68" y="99"/>
                      <a:pt x="69" y="101"/>
                    </a:cubicBezTo>
                    <a:cubicBezTo>
                      <a:pt x="69" y="102"/>
                      <a:pt x="70" y="103"/>
                      <a:pt x="71" y="100"/>
                    </a:cubicBezTo>
                    <a:cubicBezTo>
                      <a:pt x="72" y="99"/>
                      <a:pt x="73" y="96"/>
                      <a:pt x="75" y="96"/>
                    </a:cubicBezTo>
                    <a:cubicBezTo>
                      <a:pt x="78" y="95"/>
                      <a:pt x="83" y="101"/>
                      <a:pt x="82" y="104"/>
                    </a:cubicBezTo>
                    <a:cubicBezTo>
                      <a:pt x="82" y="106"/>
                      <a:pt x="79" y="112"/>
                      <a:pt x="77" y="117"/>
                    </a:cubicBezTo>
                    <a:cubicBezTo>
                      <a:pt x="76" y="119"/>
                      <a:pt x="75" y="120"/>
                      <a:pt x="74" y="121"/>
                    </a:cubicBezTo>
                    <a:cubicBezTo>
                      <a:pt x="72" y="123"/>
                      <a:pt x="69" y="124"/>
                      <a:pt x="65" y="122"/>
                    </a:cubicBezTo>
                    <a:cubicBezTo>
                      <a:pt x="61" y="120"/>
                      <a:pt x="60" y="114"/>
                      <a:pt x="60" y="109"/>
                    </a:cubicBezTo>
                    <a:cubicBezTo>
                      <a:pt x="60" y="106"/>
                      <a:pt x="57" y="101"/>
                      <a:pt x="54" y="100"/>
                    </a:cubicBezTo>
                    <a:cubicBezTo>
                      <a:pt x="53" y="100"/>
                      <a:pt x="52" y="99"/>
                      <a:pt x="51" y="98"/>
                    </a:cubicBezTo>
                    <a:cubicBezTo>
                      <a:pt x="50" y="97"/>
                      <a:pt x="51" y="95"/>
                      <a:pt x="50" y="93"/>
                    </a:cubicBezTo>
                    <a:cubicBezTo>
                      <a:pt x="50" y="93"/>
                      <a:pt x="47" y="87"/>
                      <a:pt x="45" y="85"/>
                    </a:cubicBezTo>
                    <a:cubicBezTo>
                      <a:pt x="44" y="84"/>
                      <a:pt x="44" y="85"/>
                      <a:pt x="44" y="87"/>
                    </a:cubicBezTo>
                    <a:cubicBezTo>
                      <a:pt x="45" y="89"/>
                      <a:pt x="46" y="92"/>
                      <a:pt x="44" y="94"/>
                    </a:cubicBezTo>
                    <a:cubicBezTo>
                      <a:pt x="42" y="97"/>
                      <a:pt x="37" y="98"/>
                      <a:pt x="35" y="95"/>
                    </a:cubicBezTo>
                    <a:cubicBezTo>
                      <a:pt x="33" y="89"/>
                      <a:pt x="34" y="82"/>
                      <a:pt x="32" y="75"/>
                    </a:cubicBezTo>
                    <a:cubicBezTo>
                      <a:pt x="32" y="74"/>
                      <a:pt x="31" y="69"/>
                      <a:pt x="30" y="73"/>
                    </a:cubicBezTo>
                    <a:cubicBezTo>
                      <a:pt x="28" y="82"/>
                      <a:pt x="25" y="90"/>
                      <a:pt x="25" y="99"/>
                    </a:cubicBezTo>
                    <a:cubicBezTo>
                      <a:pt x="25" y="105"/>
                      <a:pt x="24" y="107"/>
                      <a:pt x="21" y="109"/>
                    </a:cubicBezTo>
                    <a:cubicBezTo>
                      <a:pt x="18" y="112"/>
                      <a:pt x="8" y="114"/>
                      <a:pt x="5" y="110"/>
                    </a:cubicBezTo>
                    <a:cubicBezTo>
                      <a:pt x="2" y="102"/>
                      <a:pt x="24" y="59"/>
                      <a:pt x="25" y="57"/>
                    </a:cubicBezTo>
                    <a:cubicBezTo>
                      <a:pt x="26" y="53"/>
                      <a:pt x="23" y="51"/>
                      <a:pt x="23" y="49"/>
                    </a:cubicBezTo>
                    <a:cubicBezTo>
                      <a:pt x="21" y="45"/>
                      <a:pt x="23" y="40"/>
                      <a:pt x="25" y="38"/>
                    </a:cubicBezTo>
                    <a:cubicBezTo>
                      <a:pt x="27" y="35"/>
                      <a:pt x="29" y="36"/>
                      <a:pt x="3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ïśḷîdé"/>
              <p:cNvSpPr/>
              <p:nvPr/>
            </p:nvSpPr>
            <p:spPr bwMode="auto">
              <a:xfrm>
                <a:off x="3240088" y="2522538"/>
                <a:ext cx="392113" cy="304800"/>
              </a:xfrm>
              <a:custGeom>
                <a:avLst/>
                <a:gdLst>
                  <a:gd name="T0" fmla="*/ 112 w 119"/>
                  <a:gd name="T1" fmla="*/ 15 h 92"/>
                  <a:gd name="T2" fmla="*/ 111 w 119"/>
                  <a:gd name="T3" fmla="*/ 29 h 92"/>
                  <a:gd name="T4" fmla="*/ 97 w 119"/>
                  <a:gd name="T5" fmla="*/ 36 h 92"/>
                  <a:gd name="T6" fmla="*/ 83 w 119"/>
                  <a:gd name="T7" fmla="*/ 40 h 92"/>
                  <a:gd name="T8" fmla="*/ 85 w 119"/>
                  <a:gd name="T9" fmla="*/ 59 h 92"/>
                  <a:gd name="T10" fmla="*/ 68 w 119"/>
                  <a:gd name="T11" fmla="*/ 55 h 92"/>
                  <a:gd name="T12" fmla="*/ 50 w 119"/>
                  <a:gd name="T13" fmla="*/ 41 h 92"/>
                  <a:gd name="T14" fmla="*/ 52 w 119"/>
                  <a:gd name="T15" fmla="*/ 39 h 92"/>
                  <a:gd name="T16" fmla="*/ 69 w 119"/>
                  <a:gd name="T17" fmla="*/ 42 h 92"/>
                  <a:gd name="T18" fmla="*/ 55 w 119"/>
                  <a:gd name="T19" fmla="*/ 37 h 92"/>
                  <a:gd name="T20" fmla="*/ 51 w 119"/>
                  <a:gd name="T21" fmla="*/ 24 h 92"/>
                  <a:gd name="T22" fmla="*/ 66 w 119"/>
                  <a:gd name="T23" fmla="*/ 24 h 92"/>
                  <a:gd name="T24" fmla="*/ 56 w 119"/>
                  <a:gd name="T25" fmla="*/ 20 h 92"/>
                  <a:gd name="T26" fmla="*/ 46 w 119"/>
                  <a:gd name="T27" fmla="*/ 13 h 92"/>
                  <a:gd name="T28" fmla="*/ 52 w 119"/>
                  <a:gd name="T29" fmla="*/ 5 h 92"/>
                  <a:gd name="T30" fmla="*/ 60 w 119"/>
                  <a:gd name="T31" fmla="*/ 1 h 92"/>
                  <a:gd name="T32" fmla="*/ 66 w 119"/>
                  <a:gd name="T33" fmla="*/ 6 h 92"/>
                  <a:gd name="T34" fmla="*/ 74 w 119"/>
                  <a:gd name="T35" fmla="*/ 2 h 92"/>
                  <a:gd name="T36" fmla="*/ 91 w 119"/>
                  <a:gd name="T37" fmla="*/ 4 h 92"/>
                  <a:gd name="T38" fmla="*/ 104 w 119"/>
                  <a:gd name="T39" fmla="*/ 3 h 92"/>
                  <a:gd name="T40" fmla="*/ 63 w 119"/>
                  <a:gd name="T41" fmla="*/ 15 h 92"/>
                  <a:gd name="T42" fmla="*/ 66 w 119"/>
                  <a:gd name="T43" fmla="*/ 15 h 92"/>
                  <a:gd name="T44" fmla="*/ 65 w 119"/>
                  <a:gd name="T45" fmla="*/ 13 h 92"/>
                  <a:gd name="T46" fmla="*/ 38 w 119"/>
                  <a:gd name="T47" fmla="*/ 16 h 92"/>
                  <a:gd name="T48" fmla="*/ 34 w 119"/>
                  <a:gd name="T49" fmla="*/ 28 h 92"/>
                  <a:gd name="T50" fmla="*/ 38 w 119"/>
                  <a:gd name="T51" fmla="*/ 16 h 92"/>
                  <a:gd name="T52" fmla="*/ 90 w 119"/>
                  <a:gd name="T53" fmla="*/ 20 h 92"/>
                  <a:gd name="T54" fmla="*/ 89 w 119"/>
                  <a:gd name="T55" fmla="*/ 18 h 92"/>
                  <a:gd name="T56" fmla="*/ 89 w 119"/>
                  <a:gd name="T57" fmla="*/ 21 h 92"/>
                  <a:gd name="T58" fmla="*/ 78 w 119"/>
                  <a:gd name="T59" fmla="*/ 24 h 92"/>
                  <a:gd name="T60" fmla="*/ 81 w 119"/>
                  <a:gd name="T61" fmla="*/ 24 h 92"/>
                  <a:gd name="T62" fmla="*/ 80 w 119"/>
                  <a:gd name="T63" fmla="*/ 22 h 92"/>
                  <a:gd name="T64" fmla="*/ 92 w 119"/>
                  <a:gd name="T65" fmla="*/ 25 h 92"/>
                  <a:gd name="T66" fmla="*/ 92 w 119"/>
                  <a:gd name="T67" fmla="*/ 24 h 92"/>
                  <a:gd name="T68" fmla="*/ 92 w 119"/>
                  <a:gd name="T69" fmla="*/ 25 h 92"/>
                  <a:gd name="T70" fmla="*/ 22 w 119"/>
                  <a:gd name="T71" fmla="*/ 46 h 92"/>
                  <a:gd name="T72" fmla="*/ 32 w 119"/>
                  <a:gd name="T73" fmla="*/ 50 h 92"/>
                  <a:gd name="T74" fmla="*/ 42 w 119"/>
                  <a:gd name="T75" fmla="*/ 48 h 92"/>
                  <a:gd name="T76" fmla="*/ 45 w 119"/>
                  <a:gd name="T77" fmla="*/ 39 h 92"/>
                  <a:gd name="T78" fmla="*/ 54 w 119"/>
                  <a:gd name="T79" fmla="*/ 53 h 92"/>
                  <a:gd name="T80" fmla="*/ 50 w 119"/>
                  <a:gd name="T81" fmla="*/ 62 h 92"/>
                  <a:gd name="T82" fmla="*/ 56 w 119"/>
                  <a:gd name="T83" fmla="*/ 74 h 92"/>
                  <a:gd name="T84" fmla="*/ 35 w 119"/>
                  <a:gd name="T85" fmla="*/ 67 h 92"/>
                  <a:gd name="T86" fmla="*/ 10 w 119"/>
                  <a:gd name="T87" fmla="*/ 92 h 92"/>
                  <a:gd name="T88" fmla="*/ 5 w 119"/>
                  <a:gd name="T89" fmla="*/ 79 h 92"/>
                  <a:gd name="T90" fmla="*/ 3 w 119"/>
                  <a:gd name="T91" fmla="*/ 71 h 92"/>
                  <a:gd name="T92" fmla="*/ 5 w 119"/>
                  <a:gd name="T93" fmla="*/ 64 h 92"/>
                  <a:gd name="T94" fmla="*/ 20 w 119"/>
                  <a:gd name="T95" fmla="*/ 66 h 92"/>
                  <a:gd name="T96" fmla="*/ 25 w 119"/>
                  <a:gd name="T97" fmla="*/ 59 h 92"/>
                  <a:gd name="T98" fmla="*/ 10 w 119"/>
                  <a:gd name="T99" fmla="*/ 3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19" h="92">
                    <a:moveTo>
                      <a:pt x="109" y="1"/>
                    </a:moveTo>
                    <a:cubicBezTo>
                      <a:pt x="119" y="0"/>
                      <a:pt x="117" y="13"/>
                      <a:pt x="112" y="15"/>
                    </a:cubicBezTo>
                    <a:cubicBezTo>
                      <a:pt x="108" y="18"/>
                      <a:pt x="98" y="12"/>
                      <a:pt x="96" y="16"/>
                    </a:cubicBezTo>
                    <a:cubicBezTo>
                      <a:pt x="95" y="21"/>
                      <a:pt x="111" y="18"/>
                      <a:pt x="111" y="29"/>
                    </a:cubicBezTo>
                    <a:cubicBezTo>
                      <a:pt x="111" y="31"/>
                      <a:pt x="110" y="33"/>
                      <a:pt x="109" y="34"/>
                    </a:cubicBezTo>
                    <a:cubicBezTo>
                      <a:pt x="106" y="38"/>
                      <a:pt x="102" y="35"/>
                      <a:pt x="97" y="36"/>
                    </a:cubicBezTo>
                    <a:cubicBezTo>
                      <a:pt x="95" y="36"/>
                      <a:pt x="92" y="37"/>
                      <a:pt x="90" y="37"/>
                    </a:cubicBezTo>
                    <a:cubicBezTo>
                      <a:pt x="87" y="38"/>
                      <a:pt x="82" y="37"/>
                      <a:pt x="83" y="40"/>
                    </a:cubicBezTo>
                    <a:cubicBezTo>
                      <a:pt x="84" y="42"/>
                      <a:pt x="89" y="43"/>
                      <a:pt x="90" y="46"/>
                    </a:cubicBezTo>
                    <a:cubicBezTo>
                      <a:pt x="93" y="51"/>
                      <a:pt x="88" y="58"/>
                      <a:pt x="85" y="59"/>
                    </a:cubicBezTo>
                    <a:cubicBezTo>
                      <a:pt x="82" y="59"/>
                      <a:pt x="77" y="56"/>
                      <a:pt x="73" y="56"/>
                    </a:cubicBezTo>
                    <a:cubicBezTo>
                      <a:pt x="71" y="56"/>
                      <a:pt x="69" y="56"/>
                      <a:pt x="68" y="55"/>
                    </a:cubicBezTo>
                    <a:cubicBezTo>
                      <a:pt x="62" y="54"/>
                      <a:pt x="59" y="50"/>
                      <a:pt x="55" y="47"/>
                    </a:cubicBezTo>
                    <a:cubicBezTo>
                      <a:pt x="54" y="46"/>
                      <a:pt x="50" y="44"/>
                      <a:pt x="50" y="41"/>
                    </a:cubicBezTo>
                    <a:cubicBezTo>
                      <a:pt x="50" y="41"/>
                      <a:pt x="50" y="41"/>
                      <a:pt x="51" y="40"/>
                    </a:cubicBezTo>
                    <a:cubicBezTo>
                      <a:pt x="51" y="40"/>
                      <a:pt x="52" y="39"/>
                      <a:pt x="52" y="39"/>
                    </a:cubicBezTo>
                    <a:cubicBezTo>
                      <a:pt x="56" y="39"/>
                      <a:pt x="64" y="44"/>
                      <a:pt x="69" y="45"/>
                    </a:cubicBezTo>
                    <a:cubicBezTo>
                      <a:pt x="72" y="46"/>
                      <a:pt x="71" y="43"/>
                      <a:pt x="69" y="42"/>
                    </a:cubicBezTo>
                    <a:cubicBezTo>
                      <a:pt x="67" y="41"/>
                      <a:pt x="64" y="39"/>
                      <a:pt x="61" y="38"/>
                    </a:cubicBezTo>
                    <a:cubicBezTo>
                      <a:pt x="59" y="37"/>
                      <a:pt x="57" y="37"/>
                      <a:pt x="55" y="37"/>
                    </a:cubicBezTo>
                    <a:cubicBezTo>
                      <a:pt x="47" y="36"/>
                      <a:pt x="43" y="27"/>
                      <a:pt x="45" y="24"/>
                    </a:cubicBezTo>
                    <a:cubicBezTo>
                      <a:pt x="47" y="22"/>
                      <a:pt x="49" y="23"/>
                      <a:pt x="51" y="24"/>
                    </a:cubicBezTo>
                    <a:cubicBezTo>
                      <a:pt x="55" y="26"/>
                      <a:pt x="61" y="27"/>
                      <a:pt x="65" y="27"/>
                    </a:cubicBezTo>
                    <a:cubicBezTo>
                      <a:pt x="66" y="27"/>
                      <a:pt x="68" y="26"/>
                      <a:pt x="66" y="24"/>
                    </a:cubicBezTo>
                    <a:cubicBezTo>
                      <a:pt x="65" y="23"/>
                      <a:pt x="62" y="24"/>
                      <a:pt x="60" y="23"/>
                    </a:cubicBezTo>
                    <a:cubicBezTo>
                      <a:pt x="58" y="23"/>
                      <a:pt x="57" y="22"/>
                      <a:pt x="56" y="20"/>
                    </a:cubicBezTo>
                    <a:cubicBezTo>
                      <a:pt x="56" y="18"/>
                      <a:pt x="55" y="17"/>
                      <a:pt x="53" y="18"/>
                    </a:cubicBezTo>
                    <a:cubicBezTo>
                      <a:pt x="50" y="21"/>
                      <a:pt x="45" y="18"/>
                      <a:pt x="46" y="13"/>
                    </a:cubicBezTo>
                    <a:cubicBezTo>
                      <a:pt x="47" y="11"/>
                      <a:pt x="49" y="8"/>
                      <a:pt x="51" y="7"/>
                    </a:cubicBezTo>
                    <a:cubicBezTo>
                      <a:pt x="52" y="6"/>
                      <a:pt x="50" y="5"/>
                      <a:pt x="52" y="5"/>
                    </a:cubicBezTo>
                    <a:cubicBezTo>
                      <a:pt x="54" y="5"/>
                      <a:pt x="55" y="5"/>
                      <a:pt x="56" y="4"/>
                    </a:cubicBezTo>
                    <a:cubicBezTo>
                      <a:pt x="58" y="4"/>
                      <a:pt x="58" y="2"/>
                      <a:pt x="60" y="1"/>
                    </a:cubicBezTo>
                    <a:cubicBezTo>
                      <a:pt x="61" y="1"/>
                      <a:pt x="63" y="1"/>
                      <a:pt x="64" y="2"/>
                    </a:cubicBezTo>
                    <a:cubicBezTo>
                      <a:pt x="65" y="3"/>
                      <a:pt x="65" y="6"/>
                      <a:pt x="66" y="6"/>
                    </a:cubicBezTo>
                    <a:cubicBezTo>
                      <a:pt x="68" y="6"/>
                      <a:pt x="68" y="2"/>
                      <a:pt x="69" y="2"/>
                    </a:cubicBezTo>
                    <a:cubicBezTo>
                      <a:pt x="71" y="1"/>
                      <a:pt x="73" y="1"/>
                      <a:pt x="74" y="2"/>
                    </a:cubicBezTo>
                    <a:cubicBezTo>
                      <a:pt x="75" y="4"/>
                      <a:pt x="77" y="5"/>
                      <a:pt x="79" y="5"/>
                    </a:cubicBezTo>
                    <a:cubicBezTo>
                      <a:pt x="81" y="6"/>
                      <a:pt x="89" y="5"/>
                      <a:pt x="91" y="4"/>
                    </a:cubicBezTo>
                    <a:cubicBezTo>
                      <a:pt x="92" y="3"/>
                      <a:pt x="92" y="3"/>
                      <a:pt x="93" y="3"/>
                    </a:cubicBezTo>
                    <a:cubicBezTo>
                      <a:pt x="96" y="3"/>
                      <a:pt x="102" y="3"/>
                      <a:pt x="104" y="3"/>
                    </a:cubicBezTo>
                    <a:cubicBezTo>
                      <a:pt x="106" y="3"/>
                      <a:pt x="108" y="1"/>
                      <a:pt x="109" y="1"/>
                    </a:cubicBezTo>
                    <a:close/>
                    <a:moveTo>
                      <a:pt x="63" y="15"/>
                    </a:moveTo>
                    <a:cubicBezTo>
                      <a:pt x="63" y="15"/>
                      <a:pt x="63" y="15"/>
                      <a:pt x="64" y="15"/>
                    </a:cubicBezTo>
                    <a:cubicBezTo>
                      <a:pt x="65" y="15"/>
                      <a:pt x="65" y="16"/>
                      <a:pt x="66" y="15"/>
                    </a:cubicBezTo>
                    <a:cubicBezTo>
                      <a:pt x="66" y="15"/>
                      <a:pt x="66" y="14"/>
                      <a:pt x="66" y="14"/>
                    </a:cubicBezTo>
                    <a:cubicBezTo>
                      <a:pt x="66" y="13"/>
                      <a:pt x="65" y="13"/>
                      <a:pt x="65" y="13"/>
                    </a:cubicBezTo>
                    <a:cubicBezTo>
                      <a:pt x="63" y="13"/>
                      <a:pt x="63" y="14"/>
                      <a:pt x="63" y="15"/>
                    </a:cubicBezTo>
                    <a:close/>
                    <a:moveTo>
                      <a:pt x="38" y="16"/>
                    </a:moveTo>
                    <a:cubicBezTo>
                      <a:pt x="42" y="16"/>
                      <a:pt x="43" y="20"/>
                      <a:pt x="41" y="22"/>
                    </a:cubicBezTo>
                    <a:cubicBezTo>
                      <a:pt x="39" y="24"/>
                      <a:pt x="36" y="27"/>
                      <a:pt x="34" y="28"/>
                    </a:cubicBezTo>
                    <a:cubicBezTo>
                      <a:pt x="30" y="29"/>
                      <a:pt x="26" y="24"/>
                      <a:pt x="27" y="22"/>
                    </a:cubicBezTo>
                    <a:cubicBezTo>
                      <a:pt x="28" y="19"/>
                      <a:pt x="34" y="16"/>
                      <a:pt x="38" y="16"/>
                    </a:cubicBezTo>
                    <a:close/>
                    <a:moveTo>
                      <a:pt x="89" y="21"/>
                    </a:moveTo>
                    <a:cubicBezTo>
                      <a:pt x="89" y="21"/>
                      <a:pt x="89" y="21"/>
                      <a:pt x="90" y="20"/>
                    </a:cubicBezTo>
                    <a:cubicBezTo>
                      <a:pt x="90" y="20"/>
                      <a:pt x="90" y="19"/>
                      <a:pt x="90" y="18"/>
                    </a:cubicBezTo>
                    <a:cubicBezTo>
                      <a:pt x="90" y="18"/>
                      <a:pt x="90" y="18"/>
                      <a:pt x="89" y="18"/>
                    </a:cubicBezTo>
                    <a:cubicBezTo>
                      <a:pt x="88" y="18"/>
                      <a:pt x="88" y="19"/>
                      <a:pt x="88" y="19"/>
                    </a:cubicBezTo>
                    <a:cubicBezTo>
                      <a:pt x="88" y="20"/>
                      <a:pt x="88" y="20"/>
                      <a:pt x="89" y="21"/>
                    </a:cubicBezTo>
                    <a:close/>
                    <a:moveTo>
                      <a:pt x="80" y="22"/>
                    </a:moveTo>
                    <a:cubicBezTo>
                      <a:pt x="79" y="22"/>
                      <a:pt x="78" y="23"/>
                      <a:pt x="78" y="24"/>
                    </a:cubicBezTo>
                    <a:cubicBezTo>
                      <a:pt x="78" y="25"/>
                      <a:pt x="78" y="25"/>
                      <a:pt x="79" y="25"/>
                    </a:cubicBezTo>
                    <a:cubicBezTo>
                      <a:pt x="80" y="25"/>
                      <a:pt x="80" y="24"/>
                      <a:pt x="81" y="24"/>
                    </a:cubicBezTo>
                    <a:cubicBezTo>
                      <a:pt x="82" y="24"/>
                      <a:pt x="82" y="23"/>
                      <a:pt x="82" y="23"/>
                    </a:cubicBezTo>
                    <a:cubicBezTo>
                      <a:pt x="82" y="22"/>
                      <a:pt x="81" y="21"/>
                      <a:pt x="80" y="22"/>
                    </a:cubicBezTo>
                    <a:close/>
                    <a:moveTo>
                      <a:pt x="92" y="25"/>
                    </a:moveTo>
                    <a:cubicBezTo>
                      <a:pt x="92" y="25"/>
                      <a:pt x="92" y="25"/>
                      <a:pt x="92" y="25"/>
                    </a:cubicBezTo>
                    <a:cubicBezTo>
                      <a:pt x="93" y="25"/>
                      <a:pt x="93" y="25"/>
                      <a:pt x="93" y="24"/>
                    </a:cubicBezTo>
                    <a:cubicBezTo>
                      <a:pt x="93" y="24"/>
                      <a:pt x="93" y="24"/>
                      <a:pt x="92" y="24"/>
                    </a:cubicBezTo>
                    <a:cubicBezTo>
                      <a:pt x="92" y="24"/>
                      <a:pt x="92" y="24"/>
                      <a:pt x="92" y="24"/>
                    </a:cubicBezTo>
                    <a:cubicBezTo>
                      <a:pt x="91" y="24"/>
                      <a:pt x="91" y="25"/>
                      <a:pt x="92" y="25"/>
                    </a:cubicBezTo>
                    <a:close/>
                    <a:moveTo>
                      <a:pt x="10" y="39"/>
                    </a:moveTo>
                    <a:cubicBezTo>
                      <a:pt x="14" y="38"/>
                      <a:pt x="18" y="44"/>
                      <a:pt x="22" y="46"/>
                    </a:cubicBezTo>
                    <a:cubicBezTo>
                      <a:pt x="24" y="48"/>
                      <a:pt x="26" y="48"/>
                      <a:pt x="29" y="49"/>
                    </a:cubicBezTo>
                    <a:cubicBezTo>
                      <a:pt x="30" y="49"/>
                      <a:pt x="31" y="50"/>
                      <a:pt x="32" y="50"/>
                    </a:cubicBezTo>
                    <a:cubicBezTo>
                      <a:pt x="33" y="51"/>
                      <a:pt x="33" y="51"/>
                      <a:pt x="34" y="51"/>
                    </a:cubicBezTo>
                    <a:cubicBezTo>
                      <a:pt x="37" y="51"/>
                      <a:pt x="42" y="51"/>
                      <a:pt x="42" y="48"/>
                    </a:cubicBezTo>
                    <a:cubicBezTo>
                      <a:pt x="41" y="46"/>
                      <a:pt x="40" y="46"/>
                      <a:pt x="40" y="45"/>
                    </a:cubicBezTo>
                    <a:cubicBezTo>
                      <a:pt x="39" y="42"/>
                      <a:pt x="42" y="39"/>
                      <a:pt x="45" y="39"/>
                    </a:cubicBezTo>
                    <a:cubicBezTo>
                      <a:pt x="46" y="39"/>
                      <a:pt x="47" y="40"/>
                      <a:pt x="47" y="41"/>
                    </a:cubicBezTo>
                    <a:cubicBezTo>
                      <a:pt x="50" y="44"/>
                      <a:pt x="55" y="51"/>
                      <a:pt x="54" y="53"/>
                    </a:cubicBezTo>
                    <a:cubicBezTo>
                      <a:pt x="54" y="54"/>
                      <a:pt x="52" y="56"/>
                      <a:pt x="51" y="57"/>
                    </a:cubicBezTo>
                    <a:cubicBezTo>
                      <a:pt x="49" y="59"/>
                      <a:pt x="47" y="61"/>
                      <a:pt x="50" y="62"/>
                    </a:cubicBezTo>
                    <a:cubicBezTo>
                      <a:pt x="54" y="63"/>
                      <a:pt x="59" y="66"/>
                      <a:pt x="59" y="69"/>
                    </a:cubicBezTo>
                    <a:cubicBezTo>
                      <a:pt x="60" y="71"/>
                      <a:pt x="58" y="73"/>
                      <a:pt x="56" y="74"/>
                    </a:cubicBezTo>
                    <a:cubicBezTo>
                      <a:pt x="52" y="75"/>
                      <a:pt x="43" y="69"/>
                      <a:pt x="41" y="67"/>
                    </a:cubicBezTo>
                    <a:cubicBezTo>
                      <a:pt x="39" y="66"/>
                      <a:pt x="38" y="63"/>
                      <a:pt x="35" y="67"/>
                    </a:cubicBezTo>
                    <a:cubicBezTo>
                      <a:pt x="31" y="70"/>
                      <a:pt x="25" y="80"/>
                      <a:pt x="21" y="85"/>
                    </a:cubicBezTo>
                    <a:cubicBezTo>
                      <a:pt x="20" y="88"/>
                      <a:pt x="14" y="92"/>
                      <a:pt x="10" y="92"/>
                    </a:cubicBezTo>
                    <a:cubicBezTo>
                      <a:pt x="9" y="91"/>
                      <a:pt x="8" y="90"/>
                      <a:pt x="7" y="90"/>
                    </a:cubicBezTo>
                    <a:cubicBezTo>
                      <a:pt x="3" y="86"/>
                      <a:pt x="5" y="84"/>
                      <a:pt x="5" y="79"/>
                    </a:cubicBezTo>
                    <a:cubicBezTo>
                      <a:pt x="5" y="78"/>
                      <a:pt x="5" y="76"/>
                      <a:pt x="4" y="75"/>
                    </a:cubicBezTo>
                    <a:cubicBezTo>
                      <a:pt x="4" y="73"/>
                      <a:pt x="3" y="72"/>
                      <a:pt x="3" y="71"/>
                    </a:cubicBezTo>
                    <a:cubicBezTo>
                      <a:pt x="3" y="69"/>
                      <a:pt x="3" y="67"/>
                      <a:pt x="3" y="65"/>
                    </a:cubicBezTo>
                    <a:cubicBezTo>
                      <a:pt x="4" y="65"/>
                      <a:pt x="4" y="64"/>
                      <a:pt x="5" y="64"/>
                    </a:cubicBezTo>
                    <a:cubicBezTo>
                      <a:pt x="9" y="63"/>
                      <a:pt x="11" y="72"/>
                      <a:pt x="14" y="73"/>
                    </a:cubicBezTo>
                    <a:cubicBezTo>
                      <a:pt x="17" y="71"/>
                      <a:pt x="18" y="68"/>
                      <a:pt x="20" y="66"/>
                    </a:cubicBezTo>
                    <a:cubicBezTo>
                      <a:pt x="21" y="64"/>
                      <a:pt x="23" y="63"/>
                      <a:pt x="24" y="62"/>
                    </a:cubicBezTo>
                    <a:cubicBezTo>
                      <a:pt x="25" y="61"/>
                      <a:pt x="25" y="60"/>
                      <a:pt x="25" y="59"/>
                    </a:cubicBezTo>
                    <a:cubicBezTo>
                      <a:pt x="24" y="57"/>
                      <a:pt x="21" y="57"/>
                      <a:pt x="19" y="56"/>
                    </a:cubicBezTo>
                    <a:cubicBezTo>
                      <a:pt x="14" y="54"/>
                      <a:pt x="0" y="45"/>
                      <a:pt x="10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ṣlíḑé"/>
              <p:cNvSpPr/>
              <p:nvPr/>
            </p:nvSpPr>
            <p:spPr bwMode="auto">
              <a:xfrm>
                <a:off x="1806576" y="3094038"/>
                <a:ext cx="854075" cy="1260475"/>
              </a:xfrm>
              <a:custGeom>
                <a:avLst/>
                <a:gdLst>
                  <a:gd name="T0" fmla="*/ 26 w 259"/>
                  <a:gd name="T1" fmla="*/ 117 h 382"/>
                  <a:gd name="T2" fmla="*/ 36 w 259"/>
                  <a:gd name="T3" fmla="*/ 122 h 382"/>
                  <a:gd name="T4" fmla="*/ 58 w 259"/>
                  <a:gd name="T5" fmla="*/ 91 h 382"/>
                  <a:gd name="T6" fmla="*/ 50 w 259"/>
                  <a:gd name="T7" fmla="*/ 135 h 382"/>
                  <a:gd name="T8" fmla="*/ 39 w 259"/>
                  <a:gd name="T9" fmla="*/ 175 h 382"/>
                  <a:gd name="T10" fmla="*/ 45 w 259"/>
                  <a:gd name="T11" fmla="*/ 171 h 382"/>
                  <a:gd name="T12" fmla="*/ 65 w 259"/>
                  <a:gd name="T13" fmla="*/ 189 h 382"/>
                  <a:gd name="T14" fmla="*/ 58 w 259"/>
                  <a:gd name="T15" fmla="*/ 215 h 382"/>
                  <a:gd name="T16" fmla="*/ 72 w 259"/>
                  <a:gd name="T17" fmla="*/ 198 h 382"/>
                  <a:gd name="T18" fmla="*/ 95 w 259"/>
                  <a:gd name="T19" fmla="*/ 243 h 382"/>
                  <a:gd name="T20" fmla="*/ 108 w 259"/>
                  <a:gd name="T21" fmla="*/ 288 h 382"/>
                  <a:gd name="T22" fmla="*/ 111 w 259"/>
                  <a:gd name="T23" fmla="*/ 279 h 382"/>
                  <a:gd name="T24" fmla="*/ 111 w 259"/>
                  <a:gd name="T25" fmla="*/ 258 h 382"/>
                  <a:gd name="T26" fmla="*/ 155 w 259"/>
                  <a:gd name="T27" fmla="*/ 325 h 382"/>
                  <a:gd name="T28" fmla="*/ 165 w 259"/>
                  <a:gd name="T29" fmla="*/ 322 h 382"/>
                  <a:gd name="T30" fmla="*/ 155 w 259"/>
                  <a:gd name="T31" fmla="*/ 296 h 382"/>
                  <a:gd name="T32" fmla="*/ 227 w 259"/>
                  <a:gd name="T33" fmla="*/ 354 h 382"/>
                  <a:gd name="T34" fmla="*/ 258 w 259"/>
                  <a:gd name="T35" fmla="*/ 369 h 382"/>
                  <a:gd name="T36" fmla="*/ 141 w 259"/>
                  <a:gd name="T37" fmla="*/ 353 h 382"/>
                  <a:gd name="T38" fmla="*/ 173 w 259"/>
                  <a:gd name="T39" fmla="*/ 349 h 382"/>
                  <a:gd name="T40" fmla="*/ 153 w 259"/>
                  <a:gd name="T41" fmla="*/ 346 h 382"/>
                  <a:gd name="T42" fmla="*/ 88 w 259"/>
                  <a:gd name="T43" fmla="*/ 315 h 382"/>
                  <a:gd name="T44" fmla="*/ 130 w 259"/>
                  <a:gd name="T45" fmla="*/ 320 h 382"/>
                  <a:gd name="T46" fmla="*/ 131 w 259"/>
                  <a:gd name="T47" fmla="*/ 314 h 382"/>
                  <a:gd name="T48" fmla="*/ 53 w 259"/>
                  <a:gd name="T49" fmla="*/ 268 h 382"/>
                  <a:gd name="T50" fmla="*/ 62 w 259"/>
                  <a:gd name="T51" fmla="*/ 270 h 382"/>
                  <a:gd name="T52" fmla="*/ 83 w 259"/>
                  <a:gd name="T53" fmla="*/ 270 h 382"/>
                  <a:gd name="T54" fmla="*/ 12 w 259"/>
                  <a:gd name="T55" fmla="*/ 205 h 382"/>
                  <a:gd name="T56" fmla="*/ 43 w 259"/>
                  <a:gd name="T57" fmla="*/ 215 h 382"/>
                  <a:gd name="T58" fmla="*/ 2 w 259"/>
                  <a:gd name="T59" fmla="*/ 151 h 382"/>
                  <a:gd name="T60" fmla="*/ 21 w 259"/>
                  <a:gd name="T61" fmla="*/ 157 h 382"/>
                  <a:gd name="T62" fmla="*/ 3 w 259"/>
                  <a:gd name="T63" fmla="*/ 89 h 382"/>
                  <a:gd name="T64" fmla="*/ 49 w 259"/>
                  <a:gd name="T65" fmla="*/ 9 h 382"/>
                  <a:gd name="T66" fmla="*/ 45 w 259"/>
                  <a:gd name="T67" fmla="*/ 62 h 382"/>
                  <a:gd name="T68" fmla="*/ 60 w 259"/>
                  <a:gd name="T69" fmla="*/ 51 h 382"/>
                  <a:gd name="T70" fmla="*/ 59 w 259"/>
                  <a:gd name="T71" fmla="*/ 71 h 382"/>
                  <a:gd name="T72" fmla="*/ 30 w 259"/>
                  <a:gd name="T73" fmla="*/ 111 h 382"/>
                  <a:gd name="T74" fmla="*/ 7 w 259"/>
                  <a:gd name="T75" fmla="*/ 31 h 382"/>
                  <a:gd name="T76" fmla="*/ 10 w 259"/>
                  <a:gd name="T77" fmla="*/ 31 h 382"/>
                  <a:gd name="T78" fmla="*/ 27 w 259"/>
                  <a:gd name="T79" fmla="*/ 52 h 382"/>
                  <a:gd name="T80" fmla="*/ 42 w 259"/>
                  <a:gd name="T81" fmla="*/ 8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59" h="382">
                    <a:moveTo>
                      <a:pt x="5" y="88"/>
                    </a:moveTo>
                    <a:cubicBezTo>
                      <a:pt x="12" y="97"/>
                      <a:pt x="19" y="107"/>
                      <a:pt x="26" y="117"/>
                    </a:cubicBezTo>
                    <a:cubicBezTo>
                      <a:pt x="26" y="118"/>
                      <a:pt x="27" y="120"/>
                      <a:pt x="28" y="122"/>
                    </a:cubicBezTo>
                    <a:cubicBezTo>
                      <a:pt x="30" y="125"/>
                      <a:pt x="36" y="127"/>
                      <a:pt x="36" y="122"/>
                    </a:cubicBezTo>
                    <a:cubicBezTo>
                      <a:pt x="36" y="114"/>
                      <a:pt x="51" y="94"/>
                      <a:pt x="57" y="89"/>
                    </a:cubicBezTo>
                    <a:cubicBezTo>
                      <a:pt x="58" y="88"/>
                      <a:pt x="58" y="88"/>
                      <a:pt x="58" y="91"/>
                    </a:cubicBezTo>
                    <a:cubicBezTo>
                      <a:pt x="57" y="94"/>
                      <a:pt x="57" y="99"/>
                      <a:pt x="57" y="102"/>
                    </a:cubicBezTo>
                    <a:cubicBezTo>
                      <a:pt x="57" y="110"/>
                      <a:pt x="53" y="130"/>
                      <a:pt x="50" y="135"/>
                    </a:cubicBezTo>
                    <a:cubicBezTo>
                      <a:pt x="48" y="140"/>
                      <a:pt x="48" y="140"/>
                      <a:pt x="46" y="144"/>
                    </a:cubicBezTo>
                    <a:cubicBezTo>
                      <a:pt x="44" y="148"/>
                      <a:pt x="35" y="170"/>
                      <a:pt x="39" y="175"/>
                    </a:cubicBezTo>
                    <a:cubicBezTo>
                      <a:pt x="40" y="177"/>
                      <a:pt x="42" y="177"/>
                      <a:pt x="44" y="176"/>
                    </a:cubicBezTo>
                    <a:cubicBezTo>
                      <a:pt x="45" y="175"/>
                      <a:pt x="45" y="173"/>
                      <a:pt x="45" y="171"/>
                    </a:cubicBezTo>
                    <a:cubicBezTo>
                      <a:pt x="47" y="160"/>
                      <a:pt x="57" y="138"/>
                      <a:pt x="58" y="142"/>
                    </a:cubicBezTo>
                    <a:cubicBezTo>
                      <a:pt x="60" y="154"/>
                      <a:pt x="65" y="177"/>
                      <a:pt x="65" y="189"/>
                    </a:cubicBezTo>
                    <a:cubicBezTo>
                      <a:pt x="65" y="193"/>
                      <a:pt x="64" y="198"/>
                      <a:pt x="63" y="201"/>
                    </a:cubicBezTo>
                    <a:cubicBezTo>
                      <a:pt x="61" y="207"/>
                      <a:pt x="59" y="210"/>
                      <a:pt x="58" y="215"/>
                    </a:cubicBezTo>
                    <a:cubicBezTo>
                      <a:pt x="57" y="224"/>
                      <a:pt x="62" y="233"/>
                      <a:pt x="69" y="229"/>
                    </a:cubicBezTo>
                    <a:cubicBezTo>
                      <a:pt x="72" y="227"/>
                      <a:pt x="66" y="215"/>
                      <a:pt x="72" y="198"/>
                    </a:cubicBezTo>
                    <a:cubicBezTo>
                      <a:pt x="73" y="196"/>
                      <a:pt x="74" y="193"/>
                      <a:pt x="75" y="196"/>
                    </a:cubicBezTo>
                    <a:cubicBezTo>
                      <a:pt x="82" y="212"/>
                      <a:pt x="91" y="225"/>
                      <a:pt x="95" y="243"/>
                    </a:cubicBezTo>
                    <a:cubicBezTo>
                      <a:pt x="96" y="247"/>
                      <a:pt x="96" y="250"/>
                      <a:pt x="97" y="255"/>
                    </a:cubicBezTo>
                    <a:cubicBezTo>
                      <a:pt x="97" y="265"/>
                      <a:pt x="95" y="283"/>
                      <a:pt x="108" y="288"/>
                    </a:cubicBezTo>
                    <a:cubicBezTo>
                      <a:pt x="109" y="289"/>
                      <a:pt x="111" y="288"/>
                      <a:pt x="112" y="288"/>
                    </a:cubicBezTo>
                    <a:cubicBezTo>
                      <a:pt x="115" y="285"/>
                      <a:pt x="112" y="281"/>
                      <a:pt x="111" y="279"/>
                    </a:cubicBezTo>
                    <a:cubicBezTo>
                      <a:pt x="109" y="276"/>
                      <a:pt x="105" y="264"/>
                      <a:pt x="105" y="257"/>
                    </a:cubicBezTo>
                    <a:cubicBezTo>
                      <a:pt x="105" y="250"/>
                      <a:pt x="108" y="254"/>
                      <a:pt x="111" y="258"/>
                    </a:cubicBezTo>
                    <a:cubicBezTo>
                      <a:pt x="118" y="266"/>
                      <a:pt x="136" y="283"/>
                      <a:pt x="138" y="285"/>
                    </a:cubicBezTo>
                    <a:cubicBezTo>
                      <a:pt x="149" y="300"/>
                      <a:pt x="148" y="318"/>
                      <a:pt x="155" y="325"/>
                    </a:cubicBezTo>
                    <a:cubicBezTo>
                      <a:pt x="159" y="329"/>
                      <a:pt x="166" y="334"/>
                      <a:pt x="170" y="332"/>
                    </a:cubicBezTo>
                    <a:cubicBezTo>
                      <a:pt x="172" y="327"/>
                      <a:pt x="167" y="325"/>
                      <a:pt x="165" y="322"/>
                    </a:cubicBezTo>
                    <a:cubicBezTo>
                      <a:pt x="162" y="317"/>
                      <a:pt x="155" y="303"/>
                      <a:pt x="153" y="297"/>
                    </a:cubicBezTo>
                    <a:cubicBezTo>
                      <a:pt x="153" y="295"/>
                      <a:pt x="154" y="296"/>
                      <a:pt x="155" y="296"/>
                    </a:cubicBezTo>
                    <a:cubicBezTo>
                      <a:pt x="159" y="298"/>
                      <a:pt x="165" y="303"/>
                      <a:pt x="168" y="304"/>
                    </a:cubicBezTo>
                    <a:cubicBezTo>
                      <a:pt x="206" y="322"/>
                      <a:pt x="208" y="330"/>
                      <a:pt x="227" y="354"/>
                    </a:cubicBezTo>
                    <a:cubicBezTo>
                      <a:pt x="232" y="360"/>
                      <a:pt x="250" y="360"/>
                      <a:pt x="258" y="368"/>
                    </a:cubicBezTo>
                    <a:cubicBezTo>
                      <a:pt x="259" y="369"/>
                      <a:pt x="259" y="369"/>
                      <a:pt x="258" y="369"/>
                    </a:cubicBezTo>
                    <a:cubicBezTo>
                      <a:pt x="228" y="381"/>
                      <a:pt x="183" y="382"/>
                      <a:pt x="141" y="354"/>
                    </a:cubicBezTo>
                    <a:cubicBezTo>
                      <a:pt x="140" y="353"/>
                      <a:pt x="139" y="352"/>
                      <a:pt x="141" y="353"/>
                    </a:cubicBezTo>
                    <a:cubicBezTo>
                      <a:pt x="144" y="353"/>
                      <a:pt x="153" y="355"/>
                      <a:pt x="157" y="355"/>
                    </a:cubicBezTo>
                    <a:cubicBezTo>
                      <a:pt x="160" y="355"/>
                      <a:pt x="174" y="354"/>
                      <a:pt x="173" y="349"/>
                    </a:cubicBezTo>
                    <a:cubicBezTo>
                      <a:pt x="173" y="346"/>
                      <a:pt x="168" y="346"/>
                      <a:pt x="165" y="346"/>
                    </a:cubicBezTo>
                    <a:cubicBezTo>
                      <a:pt x="161" y="346"/>
                      <a:pt x="158" y="346"/>
                      <a:pt x="153" y="346"/>
                    </a:cubicBezTo>
                    <a:cubicBezTo>
                      <a:pt x="135" y="346"/>
                      <a:pt x="121" y="340"/>
                      <a:pt x="108" y="331"/>
                    </a:cubicBezTo>
                    <a:cubicBezTo>
                      <a:pt x="102" y="327"/>
                      <a:pt x="93" y="320"/>
                      <a:pt x="88" y="315"/>
                    </a:cubicBezTo>
                    <a:cubicBezTo>
                      <a:pt x="87" y="314"/>
                      <a:pt x="88" y="313"/>
                      <a:pt x="89" y="313"/>
                    </a:cubicBezTo>
                    <a:cubicBezTo>
                      <a:pt x="100" y="313"/>
                      <a:pt x="119" y="316"/>
                      <a:pt x="130" y="320"/>
                    </a:cubicBezTo>
                    <a:cubicBezTo>
                      <a:pt x="132" y="320"/>
                      <a:pt x="133" y="320"/>
                      <a:pt x="134" y="318"/>
                    </a:cubicBezTo>
                    <a:cubicBezTo>
                      <a:pt x="134" y="315"/>
                      <a:pt x="134" y="314"/>
                      <a:pt x="131" y="314"/>
                    </a:cubicBezTo>
                    <a:cubicBezTo>
                      <a:pt x="118" y="311"/>
                      <a:pt x="78" y="302"/>
                      <a:pt x="61" y="279"/>
                    </a:cubicBezTo>
                    <a:cubicBezTo>
                      <a:pt x="58" y="276"/>
                      <a:pt x="55" y="272"/>
                      <a:pt x="53" y="268"/>
                    </a:cubicBezTo>
                    <a:cubicBezTo>
                      <a:pt x="52" y="266"/>
                      <a:pt x="53" y="266"/>
                      <a:pt x="54" y="267"/>
                    </a:cubicBezTo>
                    <a:cubicBezTo>
                      <a:pt x="57" y="267"/>
                      <a:pt x="60" y="270"/>
                      <a:pt x="62" y="270"/>
                    </a:cubicBezTo>
                    <a:cubicBezTo>
                      <a:pt x="65" y="272"/>
                      <a:pt x="84" y="279"/>
                      <a:pt x="86" y="277"/>
                    </a:cubicBezTo>
                    <a:cubicBezTo>
                      <a:pt x="89" y="274"/>
                      <a:pt x="85" y="271"/>
                      <a:pt x="83" y="270"/>
                    </a:cubicBezTo>
                    <a:cubicBezTo>
                      <a:pt x="73" y="262"/>
                      <a:pt x="60" y="260"/>
                      <a:pt x="49" y="251"/>
                    </a:cubicBezTo>
                    <a:cubicBezTo>
                      <a:pt x="31" y="236"/>
                      <a:pt x="23" y="220"/>
                      <a:pt x="12" y="205"/>
                    </a:cubicBezTo>
                    <a:cubicBezTo>
                      <a:pt x="13" y="200"/>
                      <a:pt x="31" y="213"/>
                      <a:pt x="34" y="214"/>
                    </a:cubicBezTo>
                    <a:cubicBezTo>
                      <a:pt x="36" y="215"/>
                      <a:pt x="41" y="217"/>
                      <a:pt x="43" y="215"/>
                    </a:cubicBezTo>
                    <a:cubicBezTo>
                      <a:pt x="48" y="212"/>
                      <a:pt x="39" y="207"/>
                      <a:pt x="38" y="206"/>
                    </a:cubicBezTo>
                    <a:cubicBezTo>
                      <a:pt x="22" y="197"/>
                      <a:pt x="12" y="181"/>
                      <a:pt x="2" y="151"/>
                    </a:cubicBezTo>
                    <a:cubicBezTo>
                      <a:pt x="1" y="149"/>
                      <a:pt x="0" y="146"/>
                      <a:pt x="3" y="147"/>
                    </a:cubicBezTo>
                    <a:cubicBezTo>
                      <a:pt x="6" y="149"/>
                      <a:pt x="15" y="161"/>
                      <a:pt x="21" y="157"/>
                    </a:cubicBezTo>
                    <a:cubicBezTo>
                      <a:pt x="25" y="155"/>
                      <a:pt x="17" y="147"/>
                      <a:pt x="15" y="143"/>
                    </a:cubicBezTo>
                    <a:cubicBezTo>
                      <a:pt x="6" y="127"/>
                      <a:pt x="4" y="110"/>
                      <a:pt x="3" y="89"/>
                    </a:cubicBezTo>
                    <a:cubicBezTo>
                      <a:pt x="3" y="87"/>
                      <a:pt x="4" y="87"/>
                      <a:pt x="5" y="88"/>
                    </a:cubicBezTo>
                    <a:close/>
                    <a:moveTo>
                      <a:pt x="49" y="9"/>
                    </a:moveTo>
                    <a:cubicBezTo>
                      <a:pt x="50" y="19"/>
                      <a:pt x="48" y="38"/>
                      <a:pt x="45" y="48"/>
                    </a:cubicBezTo>
                    <a:cubicBezTo>
                      <a:pt x="44" y="51"/>
                      <a:pt x="42" y="60"/>
                      <a:pt x="45" y="62"/>
                    </a:cubicBezTo>
                    <a:cubicBezTo>
                      <a:pt x="48" y="63"/>
                      <a:pt x="49" y="60"/>
                      <a:pt x="51" y="59"/>
                    </a:cubicBezTo>
                    <a:cubicBezTo>
                      <a:pt x="54" y="56"/>
                      <a:pt x="57" y="53"/>
                      <a:pt x="60" y="51"/>
                    </a:cubicBezTo>
                    <a:cubicBezTo>
                      <a:pt x="64" y="48"/>
                      <a:pt x="65" y="49"/>
                      <a:pt x="63" y="53"/>
                    </a:cubicBezTo>
                    <a:cubicBezTo>
                      <a:pt x="62" y="58"/>
                      <a:pt x="60" y="66"/>
                      <a:pt x="59" y="71"/>
                    </a:cubicBezTo>
                    <a:cubicBezTo>
                      <a:pt x="53" y="86"/>
                      <a:pt x="39" y="97"/>
                      <a:pt x="33" y="111"/>
                    </a:cubicBezTo>
                    <a:cubicBezTo>
                      <a:pt x="32" y="113"/>
                      <a:pt x="31" y="114"/>
                      <a:pt x="30" y="111"/>
                    </a:cubicBezTo>
                    <a:cubicBezTo>
                      <a:pt x="25" y="103"/>
                      <a:pt x="23" y="99"/>
                      <a:pt x="19" y="94"/>
                    </a:cubicBezTo>
                    <a:cubicBezTo>
                      <a:pt x="8" y="78"/>
                      <a:pt x="4" y="50"/>
                      <a:pt x="7" y="31"/>
                    </a:cubicBezTo>
                    <a:cubicBezTo>
                      <a:pt x="8" y="31"/>
                      <a:pt x="8" y="30"/>
                      <a:pt x="8" y="30"/>
                    </a:cubicBezTo>
                    <a:cubicBezTo>
                      <a:pt x="9" y="30"/>
                      <a:pt x="9" y="30"/>
                      <a:pt x="10" y="31"/>
                    </a:cubicBezTo>
                    <a:cubicBezTo>
                      <a:pt x="14" y="37"/>
                      <a:pt x="18" y="46"/>
                      <a:pt x="21" y="54"/>
                    </a:cubicBezTo>
                    <a:cubicBezTo>
                      <a:pt x="22" y="58"/>
                      <a:pt x="27" y="56"/>
                      <a:pt x="27" y="52"/>
                    </a:cubicBezTo>
                    <a:cubicBezTo>
                      <a:pt x="27" y="48"/>
                      <a:pt x="27" y="44"/>
                      <a:pt x="28" y="39"/>
                    </a:cubicBezTo>
                    <a:cubicBezTo>
                      <a:pt x="32" y="27"/>
                      <a:pt x="38" y="16"/>
                      <a:pt x="42" y="8"/>
                    </a:cubicBezTo>
                    <a:cubicBezTo>
                      <a:pt x="45" y="3"/>
                      <a:pt x="48" y="0"/>
                      <a:pt x="49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ïṣlîďê"/>
              <p:cNvSpPr/>
              <p:nvPr/>
            </p:nvSpPr>
            <p:spPr bwMode="auto">
              <a:xfrm>
                <a:off x="2805113" y="3090863"/>
                <a:ext cx="854075" cy="1263650"/>
              </a:xfrm>
              <a:custGeom>
                <a:avLst/>
                <a:gdLst>
                  <a:gd name="T0" fmla="*/ 233 w 259"/>
                  <a:gd name="T1" fmla="*/ 118 h 383"/>
                  <a:gd name="T2" fmla="*/ 223 w 259"/>
                  <a:gd name="T3" fmla="*/ 123 h 383"/>
                  <a:gd name="T4" fmla="*/ 201 w 259"/>
                  <a:gd name="T5" fmla="*/ 92 h 383"/>
                  <a:gd name="T6" fmla="*/ 209 w 259"/>
                  <a:gd name="T7" fmla="*/ 136 h 383"/>
                  <a:gd name="T8" fmla="*/ 220 w 259"/>
                  <a:gd name="T9" fmla="*/ 176 h 383"/>
                  <a:gd name="T10" fmla="*/ 214 w 259"/>
                  <a:gd name="T11" fmla="*/ 172 h 383"/>
                  <a:gd name="T12" fmla="*/ 194 w 259"/>
                  <a:gd name="T13" fmla="*/ 190 h 383"/>
                  <a:gd name="T14" fmla="*/ 201 w 259"/>
                  <a:gd name="T15" fmla="*/ 216 h 383"/>
                  <a:gd name="T16" fmla="*/ 187 w 259"/>
                  <a:gd name="T17" fmla="*/ 199 h 383"/>
                  <a:gd name="T18" fmla="*/ 164 w 259"/>
                  <a:gd name="T19" fmla="*/ 244 h 383"/>
                  <a:gd name="T20" fmla="*/ 151 w 259"/>
                  <a:gd name="T21" fmla="*/ 289 h 383"/>
                  <a:gd name="T22" fmla="*/ 148 w 259"/>
                  <a:gd name="T23" fmla="*/ 280 h 383"/>
                  <a:gd name="T24" fmla="*/ 148 w 259"/>
                  <a:gd name="T25" fmla="*/ 259 h 383"/>
                  <a:gd name="T26" fmla="*/ 104 w 259"/>
                  <a:gd name="T27" fmla="*/ 326 h 383"/>
                  <a:gd name="T28" fmla="*/ 94 w 259"/>
                  <a:gd name="T29" fmla="*/ 323 h 383"/>
                  <a:gd name="T30" fmla="*/ 104 w 259"/>
                  <a:gd name="T31" fmla="*/ 297 h 383"/>
                  <a:gd name="T32" fmla="*/ 32 w 259"/>
                  <a:gd name="T33" fmla="*/ 355 h 383"/>
                  <a:gd name="T34" fmla="*/ 1 w 259"/>
                  <a:gd name="T35" fmla="*/ 370 h 383"/>
                  <a:gd name="T36" fmla="*/ 118 w 259"/>
                  <a:gd name="T37" fmla="*/ 354 h 383"/>
                  <a:gd name="T38" fmla="*/ 86 w 259"/>
                  <a:gd name="T39" fmla="*/ 350 h 383"/>
                  <a:gd name="T40" fmla="*/ 106 w 259"/>
                  <a:gd name="T41" fmla="*/ 347 h 383"/>
                  <a:gd name="T42" fmla="*/ 171 w 259"/>
                  <a:gd name="T43" fmla="*/ 316 h 383"/>
                  <a:gd name="T44" fmla="*/ 129 w 259"/>
                  <a:gd name="T45" fmla="*/ 321 h 383"/>
                  <a:gd name="T46" fmla="*/ 128 w 259"/>
                  <a:gd name="T47" fmla="*/ 315 h 383"/>
                  <a:gd name="T48" fmla="*/ 206 w 259"/>
                  <a:gd name="T49" fmla="*/ 269 h 383"/>
                  <a:gd name="T50" fmla="*/ 197 w 259"/>
                  <a:gd name="T51" fmla="*/ 271 h 383"/>
                  <a:gd name="T52" fmla="*/ 176 w 259"/>
                  <a:gd name="T53" fmla="*/ 271 h 383"/>
                  <a:gd name="T54" fmla="*/ 247 w 259"/>
                  <a:gd name="T55" fmla="*/ 206 h 383"/>
                  <a:gd name="T56" fmla="*/ 216 w 259"/>
                  <a:gd name="T57" fmla="*/ 216 h 383"/>
                  <a:gd name="T58" fmla="*/ 257 w 259"/>
                  <a:gd name="T59" fmla="*/ 152 h 383"/>
                  <a:gd name="T60" fmla="*/ 237 w 259"/>
                  <a:gd name="T61" fmla="*/ 158 h 383"/>
                  <a:gd name="T62" fmla="*/ 256 w 259"/>
                  <a:gd name="T63" fmla="*/ 90 h 383"/>
                  <a:gd name="T64" fmla="*/ 210 w 259"/>
                  <a:gd name="T65" fmla="*/ 10 h 383"/>
                  <a:gd name="T66" fmla="*/ 214 w 259"/>
                  <a:gd name="T67" fmla="*/ 63 h 383"/>
                  <a:gd name="T68" fmla="*/ 198 w 259"/>
                  <a:gd name="T69" fmla="*/ 52 h 383"/>
                  <a:gd name="T70" fmla="*/ 200 w 259"/>
                  <a:gd name="T71" fmla="*/ 72 h 383"/>
                  <a:gd name="T72" fmla="*/ 226 w 259"/>
                  <a:gd name="T73" fmla="*/ 112 h 383"/>
                  <a:gd name="T74" fmla="*/ 229 w 259"/>
                  <a:gd name="T75" fmla="*/ 112 h 383"/>
                  <a:gd name="T76" fmla="*/ 252 w 259"/>
                  <a:gd name="T77" fmla="*/ 40 h 383"/>
                  <a:gd name="T78" fmla="*/ 248 w 259"/>
                  <a:gd name="T79" fmla="*/ 34 h 383"/>
                  <a:gd name="T80" fmla="*/ 232 w 259"/>
                  <a:gd name="T81" fmla="*/ 53 h 383"/>
                  <a:gd name="T82" fmla="*/ 217 w 259"/>
                  <a:gd name="T83" fmla="*/ 9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9" h="383">
                    <a:moveTo>
                      <a:pt x="254" y="89"/>
                    </a:moveTo>
                    <a:cubicBezTo>
                      <a:pt x="247" y="98"/>
                      <a:pt x="240" y="108"/>
                      <a:pt x="233" y="118"/>
                    </a:cubicBezTo>
                    <a:cubicBezTo>
                      <a:pt x="233" y="119"/>
                      <a:pt x="232" y="121"/>
                      <a:pt x="231" y="123"/>
                    </a:cubicBezTo>
                    <a:cubicBezTo>
                      <a:pt x="228" y="126"/>
                      <a:pt x="223" y="128"/>
                      <a:pt x="223" y="123"/>
                    </a:cubicBezTo>
                    <a:cubicBezTo>
                      <a:pt x="223" y="115"/>
                      <a:pt x="208" y="95"/>
                      <a:pt x="202" y="90"/>
                    </a:cubicBezTo>
                    <a:cubicBezTo>
                      <a:pt x="201" y="89"/>
                      <a:pt x="201" y="89"/>
                      <a:pt x="201" y="92"/>
                    </a:cubicBezTo>
                    <a:cubicBezTo>
                      <a:pt x="202" y="95"/>
                      <a:pt x="202" y="100"/>
                      <a:pt x="202" y="103"/>
                    </a:cubicBezTo>
                    <a:cubicBezTo>
                      <a:pt x="202" y="111"/>
                      <a:pt x="206" y="131"/>
                      <a:pt x="209" y="136"/>
                    </a:cubicBezTo>
                    <a:cubicBezTo>
                      <a:pt x="211" y="141"/>
                      <a:pt x="211" y="141"/>
                      <a:pt x="213" y="145"/>
                    </a:cubicBezTo>
                    <a:cubicBezTo>
                      <a:pt x="215" y="149"/>
                      <a:pt x="223" y="171"/>
                      <a:pt x="220" y="176"/>
                    </a:cubicBezTo>
                    <a:cubicBezTo>
                      <a:pt x="219" y="178"/>
                      <a:pt x="217" y="178"/>
                      <a:pt x="215" y="177"/>
                    </a:cubicBezTo>
                    <a:cubicBezTo>
                      <a:pt x="214" y="176"/>
                      <a:pt x="214" y="174"/>
                      <a:pt x="214" y="172"/>
                    </a:cubicBezTo>
                    <a:cubicBezTo>
                      <a:pt x="212" y="161"/>
                      <a:pt x="202" y="139"/>
                      <a:pt x="201" y="143"/>
                    </a:cubicBezTo>
                    <a:cubicBezTo>
                      <a:pt x="199" y="155"/>
                      <a:pt x="194" y="178"/>
                      <a:pt x="194" y="190"/>
                    </a:cubicBezTo>
                    <a:cubicBezTo>
                      <a:pt x="194" y="194"/>
                      <a:pt x="195" y="199"/>
                      <a:pt x="196" y="202"/>
                    </a:cubicBezTo>
                    <a:cubicBezTo>
                      <a:pt x="198" y="208"/>
                      <a:pt x="200" y="211"/>
                      <a:pt x="201" y="216"/>
                    </a:cubicBezTo>
                    <a:cubicBezTo>
                      <a:pt x="202" y="225"/>
                      <a:pt x="197" y="234"/>
                      <a:pt x="190" y="230"/>
                    </a:cubicBezTo>
                    <a:cubicBezTo>
                      <a:pt x="187" y="228"/>
                      <a:pt x="193" y="216"/>
                      <a:pt x="187" y="199"/>
                    </a:cubicBezTo>
                    <a:cubicBezTo>
                      <a:pt x="186" y="197"/>
                      <a:pt x="185" y="194"/>
                      <a:pt x="184" y="197"/>
                    </a:cubicBezTo>
                    <a:cubicBezTo>
                      <a:pt x="177" y="213"/>
                      <a:pt x="168" y="226"/>
                      <a:pt x="164" y="244"/>
                    </a:cubicBezTo>
                    <a:cubicBezTo>
                      <a:pt x="163" y="248"/>
                      <a:pt x="163" y="251"/>
                      <a:pt x="162" y="256"/>
                    </a:cubicBezTo>
                    <a:cubicBezTo>
                      <a:pt x="162" y="266"/>
                      <a:pt x="164" y="284"/>
                      <a:pt x="151" y="289"/>
                    </a:cubicBezTo>
                    <a:cubicBezTo>
                      <a:pt x="150" y="290"/>
                      <a:pt x="148" y="289"/>
                      <a:pt x="147" y="289"/>
                    </a:cubicBezTo>
                    <a:cubicBezTo>
                      <a:pt x="144" y="286"/>
                      <a:pt x="147" y="282"/>
                      <a:pt x="148" y="280"/>
                    </a:cubicBezTo>
                    <a:cubicBezTo>
                      <a:pt x="149" y="277"/>
                      <a:pt x="154" y="265"/>
                      <a:pt x="154" y="258"/>
                    </a:cubicBezTo>
                    <a:cubicBezTo>
                      <a:pt x="154" y="251"/>
                      <a:pt x="151" y="255"/>
                      <a:pt x="148" y="259"/>
                    </a:cubicBezTo>
                    <a:cubicBezTo>
                      <a:pt x="141" y="267"/>
                      <a:pt x="123" y="284"/>
                      <a:pt x="121" y="286"/>
                    </a:cubicBezTo>
                    <a:cubicBezTo>
                      <a:pt x="110" y="301"/>
                      <a:pt x="111" y="319"/>
                      <a:pt x="104" y="326"/>
                    </a:cubicBezTo>
                    <a:cubicBezTo>
                      <a:pt x="100" y="330"/>
                      <a:pt x="93" y="335"/>
                      <a:pt x="89" y="333"/>
                    </a:cubicBezTo>
                    <a:cubicBezTo>
                      <a:pt x="87" y="328"/>
                      <a:pt x="92" y="326"/>
                      <a:pt x="94" y="323"/>
                    </a:cubicBezTo>
                    <a:cubicBezTo>
                      <a:pt x="96" y="318"/>
                      <a:pt x="104" y="304"/>
                      <a:pt x="105" y="298"/>
                    </a:cubicBezTo>
                    <a:cubicBezTo>
                      <a:pt x="106" y="296"/>
                      <a:pt x="105" y="297"/>
                      <a:pt x="104" y="297"/>
                    </a:cubicBezTo>
                    <a:cubicBezTo>
                      <a:pt x="100" y="299"/>
                      <a:pt x="94" y="304"/>
                      <a:pt x="91" y="305"/>
                    </a:cubicBezTo>
                    <a:cubicBezTo>
                      <a:pt x="53" y="323"/>
                      <a:pt x="51" y="331"/>
                      <a:pt x="32" y="355"/>
                    </a:cubicBezTo>
                    <a:cubicBezTo>
                      <a:pt x="27" y="361"/>
                      <a:pt x="9" y="361"/>
                      <a:pt x="1" y="369"/>
                    </a:cubicBezTo>
                    <a:cubicBezTo>
                      <a:pt x="0" y="370"/>
                      <a:pt x="0" y="370"/>
                      <a:pt x="1" y="370"/>
                    </a:cubicBezTo>
                    <a:cubicBezTo>
                      <a:pt x="31" y="382"/>
                      <a:pt x="76" y="383"/>
                      <a:pt x="118" y="355"/>
                    </a:cubicBezTo>
                    <a:cubicBezTo>
                      <a:pt x="119" y="354"/>
                      <a:pt x="119" y="353"/>
                      <a:pt x="118" y="354"/>
                    </a:cubicBezTo>
                    <a:cubicBezTo>
                      <a:pt x="115" y="354"/>
                      <a:pt x="106" y="356"/>
                      <a:pt x="102" y="356"/>
                    </a:cubicBezTo>
                    <a:cubicBezTo>
                      <a:pt x="99" y="356"/>
                      <a:pt x="85" y="355"/>
                      <a:pt x="86" y="350"/>
                    </a:cubicBezTo>
                    <a:cubicBezTo>
                      <a:pt x="86" y="347"/>
                      <a:pt x="91" y="347"/>
                      <a:pt x="94" y="347"/>
                    </a:cubicBezTo>
                    <a:cubicBezTo>
                      <a:pt x="98" y="347"/>
                      <a:pt x="101" y="347"/>
                      <a:pt x="106" y="347"/>
                    </a:cubicBezTo>
                    <a:cubicBezTo>
                      <a:pt x="124" y="347"/>
                      <a:pt x="137" y="341"/>
                      <a:pt x="151" y="332"/>
                    </a:cubicBezTo>
                    <a:cubicBezTo>
                      <a:pt x="157" y="328"/>
                      <a:pt x="166" y="321"/>
                      <a:pt x="171" y="316"/>
                    </a:cubicBezTo>
                    <a:cubicBezTo>
                      <a:pt x="172" y="315"/>
                      <a:pt x="171" y="314"/>
                      <a:pt x="170" y="314"/>
                    </a:cubicBezTo>
                    <a:cubicBezTo>
                      <a:pt x="159" y="314"/>
                      <a:pt x="140" y="317"/>
                      <a:pt x="129" y="321"/>
                    </a:cubicBezTo>
                    <a:cubicBezTo>
                      <a:pt x="127" y="321"/>
                      <a:pt x="126" y="321"/>
                      <a:pt x="125" y="319"/>
                    </a:cubicBezTo>
                    <a:cubicBezTo>
                      <a:pt x="125" y="316"/>
                      <a:pt x="125" y="315"/>
                      <a:pt x="128" y="315"/>
                    </a:cubicBezTo>
                    <a:cubicBezTo>
                      <a:pt x="141" y="312"/>
                      <a:pt x="181" y="303"/>
                      <a:pt x="198" y="280"/>
                    </a:cubicBezTo>
                    <a:cubicBezTo>
                      <a:pt x="201" y="277"/>
                      <a:pt x="204" y="273"/>
                      <a:pt x="206" y="269"/>
                    </a:cubicBezTo>
                    <a:cubicBezTo>
                      <a:pt x="207" y="267"/>
                      <a:pt x="206" y="267"/>
                      <a:pt x="205" y="268"/>
                    </a:cubicBezTo>
                    <a:cubicBezTo>
                      <a:pt x="202" y="268"/>
                      <a:pt x="199" y="271"/>
                      <a:pt x="197" y="271"/>
                    </a:cubicBezTo>
                    <a:cubicBezTo>
                      <a:pt x="194" y="273"/>
                      <a:pt x="175" y="280"/>
                      <a:pt x="173" y="278"/>
                    </a:cubicBezTo>
                    <a:cubicBezTo>
                      <a:pt x="170" y="275"/>
                      <a:pt x="174" y="272"/>
                      <a:pt x="176" y="271"/>
                    </a:cubicBezTo>
                    <a:cubicBezTo>
                      <a:pt x="186" y="263"/>
                      <a:pt x="199" y="261"/>
                      <a:pt x="210" y="252"/>
                    </a:cubicBezTo>
                    <a:cubicBezTo>
                      <a:pt x="228" y="237"/>
                      <a:pt x="236" y="221"/>
                      <a:pt x="247" y="206"/>
                    </a:cubicBezTo>
                    <a:cubicBezTo>
                      <a:pt x="246" y="201"/>
                      <a:pt x="228" y="214"/>
                      <a:pt x="225" y="215"/>
                    </a:cubicBezTo>
                    <a:cubicBezTo>
                      <a:pt x="223" y="216"/>
                      <a:pt x="218" y="218"/>
                      <a:pt x="216" y="216"/>
                    </a:cubicBezTo>
                    <a:cubicBezTo>
                      <a:pt x="211" y="213"/>
                      <a:pt x="220" y="208"/>
                      <a:pt x="221" y="207"/>
                    </a:cubicBezTo>
                    <a:cubicBezTo>
                      <a:pt x="237" y="198"/>
                      <a:pt x="247" y="182"/>
                      <a:pt x="257" y="152"/>
                    </a:cubicBezTo>
                    <a:cubicBezTo>
                      <a:pt x="258" y="150"/>
                      <a:pt x="259" y="147"/>
                      <a:pt x="256" y="148"/>
                    </a:cubicBezTo>
                    <a:cubicBezTo>
                      <a:pt x="253" y="150"/>
                      <a:pt x="244" y="162"/>
                      <a:pt x="237" y="158"/>
                    </a:cubicBezTo>
                    <a:cubicBezTo>
                      <a:pt x="234" y="156"/>
                      <a:pt x="242" y="148"/>
                      <a:pt x="244" y="144"/>
                    </a:cubicBezTo>
                    <a:cubicBezTo>
                      <a:pt x="253" y="128"/>
                      <a:pt x="255" y="111"/>
                      <a:pt x="256" y="90"/>
                    </a:cubicBezTo>
                    <a:cubicBezTo>
                      <a:pt x="256" y="88"/>
                      <a:pt x="255" y="88"/>
                      <a:pt x="254" y="89"/>
                    </a:cubicBezTo>
                    <a:close/>
                    <a:moveTo>
                      <a:pt x="210" y="10"/>
                    </a:moveTo>
                    <a:cubicBezTo>
                      <a:pt x="209" y="20"/>
                      <a:pt x="211" y="39"/>
                      <a:pt x="214" y="49"/>
                    </a:cubicBezTo>
                    <a:cubicBezTo>
                      <a:pt x="215" y="52"/>
                      <a:pt x="217" y="61"/>
                      <a:pt x="214" y="63"/>
                    </a:cubicBezTo>
                    <a:cubicBezTo>
                      <a:pt x="211" y="64"/>
                      <a:pt x="210" y="61"/>
                      <a:pt x="208" y="60"/>
                    </a:cubicBezTo>
                    <a:cubicBezTo>
                      <a:pt x="205" y="57"/>
                      <a:pt x="202" y="54"/>
                      <a:pt x="198" y="52"/>
                    </a:cubicBezTo>
                    <a:cubicBezTo>
                      <a:pt x="195" y="49"/>
                      <a:pt x="194" y="50"/>
                      <a:pt x="196" y="54"/>
                    </a:cubicBezTo>
                    <a:cubicBezTo>
                      <a:pt x="197" y="59"/>
                      <a:pt x="199" y="67"/>
                      <a:pt x="200" y="72"/>
                    </a:cubicBezTo>
                    <a:cubicBezTo>
                      <a:pt x="204" y="82"/>
                      <a:pt x="212" y="91"/>
                      <a:pt x="218" y="99"/>
                    </a:cubicBezTo>
                    <a:cubicBezTo>
                      <a:pt x="221" y="104"/>
                      <a:pt x="224" y="108"/>
                      <a:pt x="226" y="112"/>
                    </a:cubicBezTo>
                    <a:cubicBezTo>
                      <a:pt x="226" y="113"/>
                      <a:pt x="226" y="114"/>
                      <a:pt x="227" y="114"/>
                    </a:cubicBezTo>
                    <a:cubicBezTo>
                      <a:pt x="228" y="114"/>
                      <a:pt x="229" y="113"/>
                      <a:pt x="229" y="112"/>
                    </a:cubicBezTo>
                    <a:cubicBezTo>
                      <a:pt x="231" y="107"/>
                      <a:pt x="236" y="100"/>
                      <a:pt x="240" y="95"/>
                    </a:cubicBezTo>
                    <a:cubicBezTo>
                      <a:pt x="248" y="82"/>
                      <a:pt x="253" y="62"/>
                      <a:pt x="252" y="40"/>
                    </a:cubicBezTo>
                    <a:cubicBezTo>
                      <a:pt x="252" y="37"/>
                      <a:pt x="252" y="34"/>
                      <a:pt x="252" y="32"/>
                    </a:cubicBezTo>
                    <a:cubicBezTo>
                      <a:pt x="250" y="30"/>
                      <a:pt x="249" y="32"/>
                      <a:pt x="248" y="34"/>
                    </a:cubicBezTo>
                    <a:cubicBezTo>
                      <a:pt x="245" y="40"/>
                      <a:pt x="241" y="48"/>
                      <a:pt x="238" y="55"/>
                    </a:cubicBezTo>
                    <a:cubicBezTo>
                      <a:pt x="237" y="59"/>
                      <a:pt x="232" y="57"/>
                      <a:pt x="232" y="53"/>
                    </a:cubicBezTo>
                    <a:cubicBezTo>
                      <a:pt x="232" y="52"/>
                      <a:pt x="232" y="50"/>
                      <a:pt x="232" y="49"/>
                    </a:cubicBezTo>
                    <a:cubicBezTo>
                      <a:pt x="234" y="36"/>
                      <a:pt x="222" y="19"/>
                      <a:pt x="217" y="9"/>
                    </a:cubicBezTo>
                    <a:cubicBezTo>
                      <a:pt x="214" y="4"/>
                      <a:pt x="212" y="0"/>
                      <a:pt x="210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ŝľîḋé"/>
              <p:cNvSpPr/>
              <p:nvPr/>
            </p:nvSpPr>
            <p:spPr bwMode="auto">
              <a:xfrm>
                <a:off x="2428876" y="3054351"/>
                <a:ext cx="204788" cy="217488"/>
              </a:xfrm>
              <a:custGeom>
                <a:avLst/>
                <a:gdLst>
                  <a:gd name="T0" fmla="*/ 37 w 62"/>
                  <a:gd name="T1" fmla="*/ 3 h 66"/>
                  <a:gd name="T2" fmla="*/ 50 w 62"/>
                  <a:gd name="T3" fmla="*/ 57 h 66"/>
                  <a:gd name="T4" fmla="*/ 13 w 62"/>
                  <a:gd name="T5" fmla="*/ 59 h 66"/>
                  <a:gd name="T6" fmla="*/ 9 w 62"/>
                  <a:gd name="T7" fmla="*/ 56 h 66"/>
                  <a:gd name="T8" fmla="*/ 9 w 62"/>
                  <a:gd name="T9" fmla="*/ 48 h 66"/>
                  <a:gd name="T10" fmla="*/ 21 w 62"/>
                  <a:gd name="T11" fmla="*/ 47 h 66"/>
                  <a:gd name="T12" fmla="*/ 28 w 62"/>
                  <a:gd name="T13" fmla="*/ 52 h 66"/>
                  <a:gd name="T14" fmla="*/ 37 w 62"/>
                  <a:gd name="T15" fmla="*/ 43 h 66"/>
                  <a:gd name="T16" fmla="*/ 36 w 62"/>
                  <a:gd name="T17" fmla="*/ 41 h 66"/>
                  <a:gd name="T18" fmla="*/ 29 w 62"/>
                  <a:gd name="T19" fmla="*/ 43 h 66"/>
                  <a:gd name="T20" fmla="*/ 9 w 62"/>
                  <a:gd name="T21" fmla="*/ 12 h 66"/>
                  <a:gd name="T22" fmla="*/ 37 w 62"/>
                  <a:gd name="T23" fmla="*/ 3 h 66"/>
                  <a:gd name="T24" fmla="*/ 26 w 62"/>
                  <a:gd name="T25" fmla="*/ 18 h 66"/>
                  <a:gd name="T26" fmla="*/ 32 w 62"/>
                  <a:gd name="T27" fmla="*/ 29 h 66"/>
                  <a:gd name="T28" fmla="*/ 37 w 62"/>
                  <a:gd name="T29" fmla="*/ 27 h 66"/>
                  <a:gd name="T30" fmla="*/ 37 w 62"/>
                  <a:gd name="T31" fmla="*/ 24 h 66"/>
                  <a:gd name="T32" fmla="*/ 34 w 62"/>
                  <a:gd name="T33" fmla="*/ 17 h 66"/>
                  <a:gd name="T34" fmla="*/ 26 w 62"/>
                  <a:gd name="T35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2" h="66">
                    <a:moveTo>
                      <a:pt x="37" y="3"/>
                    </a:moveTo>
                    <a:cubicBezTo>
                      <a:pt x="60" y="9"/>
                      <a:pt x="62" y="41"/>
                      <a:pt x="50" y="57"/>
                    </a:cubicBezTo>
                    <a:cubicBezTo>
                      <a:pt x="43" y="66"/>
                      <a:pt x="23" y="66"/>
                      <a:pt x="13" y="59"/>
                    </a:cubicBezTo>
                    <a:cubicBezTo>
                      <a:pt x="12" y="59"/>
                      <a:pt x="11" y="57"/>
                      <a:pt x="9" y="56"/>
                    </a:cubicBezTo>
                    <a:cubicBezTo>
                      <a:pt x="8" y="54"/>
                      <a:pt x="5" y="49"/>
                      <a:pt x="9" y="48"/>
                    </a:cubicBezTo>
                    <a:cubicBezTo>
                      <a:pt x="12" y="47"/>
                      <a:pt x="19" y="46"/>
                      <a:pt x="21" y="47"/>
                    </a:cubicBezTo>
                    <a:cubicBezTo>
                      <a:pt x="24" y="48"/>
                      <a:pt x="25" y="51"/>
                      <a:pt x="28" y="52"/>
                    </a:cubicBezTo>
                    <a:cubicBezTo>
                      <a:pt x="32" y="52"/>
                      <a:pt x="36" y="47"/>
                      <a:pt x="37" y="43"/>
                    </a:cubicBezTo>
                    <a:cubicBezTo>
                      <a:pt x="37" y="41"/>
                      <a:pt x="37" y="41"/>
                      <a:pt x="36" y="41"/>
                    </a:cubicBezTo>
                    <a:cubicBezTo>
                      <a:pt x="33" y="41"/>
                      <a:pt x="31" y="43"/>
                      <a:pt x="29" y="43"/>
                    </a:cubicBezTo>
                    <a:cubicBezTo>
                      <a:pt x="11" y="46"/>
                      <a:pt x="0" y="26"/>
                      <a:pt x="9" y="12"/>
                    </a:cubicBezTo>
                    <a:cubicBezTo>
                      <a:pt x="16" y="3"/>
                      <a:pt x="27" y="0"/>
                      <a:pt x="37" y="3"/>
                    </a:cubicBezTo>
                    <a:close/>
                    <a:moveTo>
                      <a:pt x="26" y="18"/>
                    </a:moveTo>
                    <a:cubicBezTo>
                      <a:pt x="24" y="23"/>
                      <a:pt x="25" y="30"/>
                      <a:pt x="32" y="29"/>
                    </a:cubicBezTo>
                    <a:cubicBezTo>
                      <a:pt x="34" y="29"/>
                      <a:pt x="36" y="28"/>
                      <a:pt x="37" y="27"/>
                    </a:cubicBezTo>
                    <a:cubicBezTo>
                      <a:pt x="37" y="26"/>
                      <a:pt x="37" y="25"/>
                      <a:pt x="37" y="24"/>
                    </a:cubicBezTo>
                    <a:cubicBezTo>
                      <a:pt x="36" y="21"/>
                      <a:pt x="36" y="18"/>
                      <a:pt x="34" y="17"/>
                    </a:cubicBezTo>
                    <a:cubicBezTo>
                      <a:pt x="31" y="16"/>
                      <a:pt x="27" y="15"/>
                      <a:pt x="2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íSlîḋê"/>
              <p:cNvSpPr/>
              <p:nvPr/>
            </p:nvSpPr>
            <p:spPr bwMode="auto">
              <a:xfrm>
                <a:off x="2195513" y="3054351"/>
                <a:ext cx="128588" cy="207963"/>
              </a:xfrm>
              <a:custGeom>
                <a:avLst/>
                <a:gdLst>
                  <a:gd name="T0" fmla="*/ 21 w 39"/>
                  <a:gd name="T1" fmla="*/ 1 h 63"/>
                  <a:gd name="T2" fmla="*/ 28 w 39"/>
                  <a:gd name="T3" fmla="*/ 1 h 63"/>
                  <a:gd name="T4" fmla="*/ 30 w 39"/>
                  <a:gd name="T5" fmla="*/ 9 h 63"/>
                  <a:gd name="T6" fmla="*/ 29 w 39"/>
                  <a:gd name="T7" fmla="*/ 45 h 63"/>
                  <a:gd name="T8" fmla="*/ 38 w 39"/>
                  <a:gd name="T9" fmla="*/ 48 h 63"/>
                  <a:gd name="T10" fmla="*/ 37 w 39"/>
                  <a:gd name="T11" fmla="*/ 61 h 63"/>
                  <a:gd name="T12" fmla="*/ 22 w 39"/>
                  <a:gd name="T13" fmla="*/ 62 h 63"/>
                  <a:gd name="T14" fmla="*/ 1 w 39"/>
                  <a:gd name="T15" fmla="*/ 60 h 63"/>
                  <a:gd name="T16" fmla="*/ 0 w 39"/>
                  <a:gd name="T17" fmla="*/ 51 h 63"/>
                  <a:gd name="T18" fmla="*/ 3 w 39"/>
                  <a:gd name="T19" fmla="*/ 47 h 63"/>
                  <a:gd name="T20" fmla="*/ 8 w 39"/>
                  <a:gd name="T21" fmla="*/ 47 h 63"/>
                  <a:gd name="T22" fmla="*/ 9 w 39"/>
                  <a:gd name="T23" fmla="*/ 43 h 63"/>
                  <a:gd name="T24" fmla="*/ 9 w 39"/>
                  <a:gd name="T25" fmla="*/ 30 h 63"/>
                  <a:gd name="T26" fmla="*/ 9 w 39"/>
                  <a:gd name="T27" fmla="*/ 24 h 63"/>
                  <a:gd name="T28" fmla="*/ 8 w 39"/>
                  <a:gd name="T29" fmla="*/ 23 h 63"/>
                  <a:gd name="T30" fmla="*/ 3 w 39"/>
                  <a:gd name="T31" fmla="*/ 23 h 63"/>
                  <a:gd name="T32" fmla="*/ 1 w 39"/>
                  <a:gd name="T33" fmla="*/ 22 h 63"/>
                  <a:gd name="T34" fmla="*/ 1 w 39"/>
                  <a:gd name="T35" fmla="*/ 11 h 63"/>
                  <a:gd name="T36" fmla="*/ 7 w 39"/>
                  <a:gd name="T37" fmla="*/ 8 h 63"/>
                  <a:gd name="T38" fmla="*/ 15 w 39"/>
                  <a:gd name="T39" fmla="*/ 5 h 63"/>
                  <a:gd name="T40" fmla="*/ 21 w 39"/>
                  <a:gd name="T41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9" h="63">
                    <a:moveTo>
                      <a:pt x="21" y="1"/>
                    </a:moveTo>
                    <a:cubicBezTo>
                      <a:pt x="23" y="0"/>
                      <a:pt x="27" y="0"/>
                      <a:pt x="28" y="1"/>
                    </a:cubicBezTo>
                    <a:cubicBezTo>
                      <a:pt x="30" y="2"/>
                      <a:pt x="30" y="6"/>
                      <a:pt x="30" y="9"/>
                    </a:cubicBezTo>
                    <a:cubicBezTo>
                      <a:pt x="29" y="21"/>
                      <a:pt x="29" y="33"/>
                      <a:pt x="29" y="45"/>
                    </a:cubicBezTo>
                    <a:cubicBezTo>
                      <a:pt x="29" y="48"/>
                      <a:pt x="36" y="45"/>
                      <a:pt x="38" y="48"/>
                    </a:cubicBezTo>
                    <a:cubicBezTo>
                      <a:pt x="39" y="51"/>
                      <a:pt x="39" y="59"/>
                      <a:pt x="37" y="61"/>
                    </a:cubicBezTo>
                    <a:cubicBezTo>
                      <a:pt x="34" y="63"/>
                      <a:pt x="26" y="62"/>
                      <a:pt x="22" y="62"/>
                    </a:cubicBezTo>
                    <a:cubicBezTo>
                      <a:pt x="17" y="62"/>
                      <a:pt x="4" y="63"/>
                      <a:pt x="1" y="60"/>
                    </a:cubicBezTo>
                    <a:cubicBezTo>
                      <a:pt x="0" y="59"/>
                      <a:pt x="0" y="54"/>
                      <a:pt x="0" y="51"/>
                    </a:cubicBezTo>
                    <a:cubicBezTo>
                      <a:pt x="1" y="49"/>
                      <a:pt x="1" y="47"/>
                      <a:pt x="3" y="47"/>
                    </a:cubicBezTo>
                    <a:cubicBezTo>
                      <a:pt x="4" y="47"/>
                      <a:pt x="6" y="47"/>
                      <a:pt x="8" y="47"/>
                    </a:cubicBezTo>
                    <a:cubicBezTo>
                      <a:pt x="10" y="46"/>
                      <a:pt x="9" y="45"/>
                      <a:pt x="9" y="43"/>
                    </a:cubicBezTo>
                    <a:cubicBezTo>
                      <a:pt x="9" y="39"/>
                      <a:pt x="9" y="35"/>
                      <a:pt x="9" y="30"/>
                    </a:cubicBezTo>
                    <a:cubicBezTo>
                      <a:pt x="9" y="28"/>
                      <a:pt x="9" y="26"/>
                      <a:pt x="9" y="24"/>
                    </a:cubicBezTo>
                    <a:cubicBezTo>
                      <a:pt x="9" y="23"/>
                      <a:pt x="9" y="23"/>
                      <a:pt x="8" y="23"/>
                    </a:cubicBezTo>
                    <a:cubicBezTo>
                      <a:pt x="6" y="23"/>
                      <a:pt x="4" y="23"/>
                      <a:pt x="3" y="23"/>
                    </a:cubicBezTo>
                    <a:cubicBezTo>
                      <a:pt x="2" y="23"/>
                      <a:pt x="1" y="22"/>
                      <a:pt x="1" y="22"/>
                    </a:cubicBezTo>
                    <a:cubicBezTo>
                      <a:pt x="0" y="19"/>
                      <a:pt x="0" y="13"/>
                      <a:pt x="1" y="11"/>
                    </a:cubicBezTo>
                    <a:cubicBezTo>
                      <a:pt x="2" y="8"/>
                      <a:pt x="4" y="9"/>
                      <a:pt x="7" y="8"/>
                    </a:cubicBezTo>
                    <a:cubicBezTo>
                      <a:pt x="9" y="7"/>
                      <a:pt x="13" y="6"/>
                      <a:pt x="15" y="5"/>
                    </a:cubicBezTo>
                    <a:cubicBezTo>
                      <a:pt x="18" y="4"/>
                      <a:pt x="19" y="2"/>
                      <a:pt x="2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ïsľïḑé"/>
              <p:cNvSpPr/>
              <p:nvPr/>
            </p:nvSpPr>
            <p:spPr bwMode="auto">
              <a:xfrm>
                <a:off x="2771776" y="3038476"/>
                <a:ext cx="165100" cy="217488"/>
              </a:xfrm>
              <a:custGeom>
                <a:avLst/>
                <a:gdLst>
                  <a:gd name="T0" fmla="*/ 49 w 50"/>
                  <a:gd name="T1" fmla="*/ 20 h 66"/>
                  <a:gd name="T2" fmla="*/ 47 w 50"/>
                  <a:gd name="T3" fmla="*/ 32 h 66"/>
                  <a:gd name="T4" fmla="*/ 21 w 50"/>
                  <a:gd name="T5" fmla="*/ 50 h 66"/>
                  <a:gd name="T6" fmla="*/ 20 w 50"/>
                  <a:gd name="T7" fmla="*/ 51 h 66"/>
                  <a:gd name="T8" fmla="*/ 21 w 50"/>
                  <a:gd name="T9" fmla="*/ 52 h 66"/>
                  <a:gd name="T10" fmla="*/ 33 w 50"/>
                  <a:gd name="T11" fmla="*/ 52 h 66"/>
                  <a:gd name="T12" fmla="*/ 36 w 50"/>
                  <a:gd name="T13" fmla="*/ 50 h 66"/>
                  <a:gd name="T14" fmla="*/ 37 w 50"/>
                  <a:gd name="T15" fmla="*/ 47 h 66"/>
                  <a:gd name="T16" fmla="*/ 50 w 50"/>
                  <a:gd name="T17" fmla="*/ 47 h 66"/>
                  <a:gd name="T18" fmla="*/ 50 w 50"/>
                  <a:gd name="T19" fmla="*/ 66 h 66"/>
                  <a:gd name="T20" fmla="*/ 2 w 50"/>
                  <a:gd name="T21" fmla="*/ 66 h 66"/>
                  <a:gd name="T22" fmla="*/ 13 w 50"/>
                  <a:gd name="T23" fmla="*/ 39 h 66"/>
                  <a:gd name="T24" fmla="*/ 17 w 50"/>
                  <a:gd name="T25" fmla="*/ 36 h 66"/>
                  <a:gd name="T26" fmla="*/ 30 w 50"/>
                  <a:gd name="T27" fmla="*/ 23 h 66"/>
                  <a:gd name="T28" fmla="*/ 21 w 50"/>
                  <a:gd name="T29" fmla="*/ 18 h 66"/>
                  <a:gd name="T30" fmla="*/ 18 w 50"/>
                  <a:gd name="T31" fmla="*/ 25 h 66"/>
                  <a:gd name="T32" fmla="*/ 3 w 50"/>
                  <a:gd name="T33" fmla="*/ 25 h 66"/>
                  <a:gd name="T34" fmla="*/ 6 w 50"/>
                  <a:gd name="T35" fmla="*/ 13 h 66"/>
                  <a:gd name="T36" fmla="*/ 49 w 50"/>
                  <a:gd name="T37" fmla="*/ 2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" h="66">
                    <a:moveTo>
                      <a:pt x="49" y="20"/>
                    </a:moveTo>
                    <a:cubicBezTo>
                      <a:pt x="50" y="24"/>
                      <a:pt x="49" y="29"/>
                      <a:pt x="47" y="32"/>
                    </a:cubicBezTo>
                    <a:cubicBezTo>
                      <a:pt x="41" y="40"/>
                      <a:pt x="28" y="43"/>
                      <a:pt x="21" y="50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20" y="52"/>
                      <a:pt x="20" y="52"/>
                      <a:pt x="21" y="52"/>
                    </a:cubicBezTo>
                    <a:cubicBezTo>
                      <a:pt x="23" y="52"/>
                      <a:pt x="29" y="53"/>
                      <a:pt x="33" y="52"/>
                    </a:cubicBezTo>
                    <a:cubicBezTo>
                      <a:pt x="35" y="52"/>
                      <a:pt x="35" y="52"/>
                      <a:pt x="36" y="50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2" y="66"/>
                      <a:pt x="2" y="66"/>
                      <a:pt x="2" y="66"/>
                    </a:cubicBezTo>
                    <a:cubicBezTo>
                      <a:pt x="0" y="48"/>
                      <a:pt x="11" y="41"/>
                      <a:pt x="13" y="39"/>
                    </a:cubicBezTo>
                    <a:cubicBezTo>
                      <a:pt x="15" y="38"/>
                      <a:pt x="15" y="38"/>
                      <a:pt x="17" y="36"/>
                    </a:cubicBezTo>
                    <a:cubicBezTo>
                      <a:pt x="21" y="33"/>
                      <a:pt x="30" y="28"/>
                      <a:pt x="30" y="23"/>
                    </a:cubicBezTo>
                    <a:cubicBezTo>
                      <a:pt x="29" y="19"/>
                      <a:pt x="25" y="16"/>
                      <a:pt x="21" y="18"/>
                    </a:cubicBezTo>
                    <a:cubicBezTo>
                      <a:pt x="19" y="19"/>
                      <a:pt x="20" y="23"/>
                      <a:pt x="18" y="25"/>
                    </a:cubicBezTo>
                    <a:cubicBezTo>
                      <a:pt x="16" y="27"/>
                      <a:pt x="4" y="27"/>
                      <a:pt x="3" y="25"/>
                    </a:cubicBezTo>
                    <a:cubicBezTo>
                      <a:pt x="0" y="22"/>
                      <a:pt x="4" y="15"/>
                      <a:pt x="6" y="13"/>
                    </a:cubicBezTo>
                    <a:cubicBezTo>
                      <a:pt x="16" y="0"/>
                      <a:pt x="43" y="4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ŝḻiďé"/>
              <p:cNvSpPr/>
              <p:nvPr/>
            </p:nvSpPr>
            <p:spPr bwMode="auto">
              <a:xfrm>
                <a:off x="1522413" y="2971801"/>
                <a:ext cx="2443163" cy="1690688"/>
              </a:xfrm>
              <a:custGeom>
                <a:avLst/>
                <a:gdLst>
                  <a:gd name="T0" fmla="*/ 61 w 741"/>
                  <a:gd name="T1" fmla="*/ 65 h 512"/>
                  <a:gd name="T2" fmla="*/ 21 w 741"/>
                  <a:gd name="T3" fmla="*/ 28 h 512"/>
                  <a:gd name="T4" fmla="*/ 2 w 741"/>
                  <a:gd name="T5" fmla="*/ 120 h 512"/>
                  <a:gd name="T6" fmla="*/ 10 w 741"/>
                  <a:gd name="T7" fmla="*/ 93 h 512"/>
                  <a:gd name="T8" fmla="*/ 64 w 741"/>
                  <a:gd name="T9" fmla="*/ 83 h 512"/>
                  <a:gd name="T10" fmla="*/ 62 w 741"/>
                  <a:gd name="T11" fmla="*/ 96 h 512"/>
                  <a:gd name="T12" fmla="*/ 65 w 741"/>
                  <a:gd name="T13" fmla="*/ 143 h 512"/>
                  <a:gd name="T14" fmla="*/ 71 w 741"/>
                  <a:gd name="T15" fmla="*/ 182 h 512"/>
                  <a:gd name="T16" fmla="*/ 19 w 741"/>
                  <a:gd name="T17" fmla="*/ 260 h 512"/>
                  <a:gd name="T18" fmla="*/ 73 w 741"/>
                  <a:gd name="T19" fmla="*/ 224 h 512"/>
                  <a:gd name="T20" fmla="*/ 92 w 741"/>
                  <a:gd name="T21" fmla="*/ 271 h 512"/>
                  <a:gd name="T22" fmla="*/ 31 w 741"/>
                  <a:gd name="T23" fmla="*/ 292 h 512"/>
                  <a:gd name="T24" fmla="*/ 95 w 741"/>
                  <a:gd name="T25" fmla="*/ 337 h 512"/>
                  <a:gd name="T26" fmla="*/ 63 w 741"/>
                  <a:gd name="T27" fmla="*/ 351 h 512"/>
                  <a:gd name="T28" fmla="*/ 115 w 741"/>
                  <a:gd name="T29" fmla="*/ 319 h 512"/>
                  <a:gd name="T30" fmla="*/ 95 w 741"/>
                  <a:gd name="T31" fmla="*/ 337 h 512"/>
                  <a:gd name="T32" fmla="*/ 126 w 741"/>
                  <a:gd name="T33" fmla="*/ 438 h 512"/>
                  <a:gd name="T34" fmla="*/ 158 w 741"/>
                  <a:gd name="T35" fmla="*/ 368 h 512"/>
                  <a:gd name="T36" fmla="*/ 153 w 741"/>
                  <a:gd name="T37" fmla="*/ 402 h 512"/>
                  <a:gd name="T38" fmla="*/ 159 w 741"/>
                  <a:gd name="T39" fmla="*/ 444 h 512"/>
                  <a:gd name="T40" fmla="*/ 210 w 741"/>
                  <a:gd name="T41" fmla="*/ 403 h 512"/>
                  <a:gd name="T42" fmla="*/ 197 w 741"/>
                  <a:gd name="T43" fmla="*/ 466 h 512"/>
                  <a:gd name="T44" fmla="*/ 248 w 741"/>
                  <a:gd name="T45" fmla="*/ 470 h 512"/>
                  <a:gd name="T46" fmla="*/ 272 w 741"/>
                  <a:gd name="T47" fmla="*/ 439 h 512"/>
                  <a:gd name="T48" fmla="*/ 208 w 741"/>
                  <a:gd name="T49" fmla="*/ 467 h 512"/>
                  <a:gd name="T50" fmla="*/ 335 w 741"/>
                  <a:gd name="T51" fmla="*/ 489 h 512"/>
                  <a:gd name="T52" fmla="*/ 340 w 741"/>
                  <a:gd name="T53" fmla="*/ 457 h 512"/>
                  <a:gd name="T54" fmla="*/ 321 w 741"/>
                  <a:gd name="T55" fmla="*/ 493 h 512"/>
                  <a:gd name="T56" fmla="*/ 427 w 741"/>
                  <a:gd name="T57" fmla="*/ 448 h 512"/>
                  <a:gd name="T58" fmla="*/ 455 w 741"/>
                  <a:gd name="T59" fmla="*/ 448 h 512"/>
                  <a:gd name="T60" fmla="*/ 463 w 741"/>
                  <a:gd name="T61" fmla="*/ 446 h 512"/>
                  <a:gd name="T62" fmla="*/ 407 w 741"/>
                  <a:gd name="T63" fmla="*/ 456 h 512"/>
                  <a:gd name="T64" fmla="*/ 501 w 741"/>
                  <a:gd name="T65" fmla="*/ 484 h 512"/>
                  <a:gd name="T66" fmla="*/ 521 w 741"/>
                  <a:gd name="T67" fmla="*/ 422 h 512"/>
                  <a:gd name="T68" fmla="*/ 527 w 741"/>
                  <a:gd name="T69" fmla="*/ 419 h 512"/>
                  <a:gd name="T70" fmla="*/ 512 w 741"/>
                  <a:gd name="T71" fmla="*/ 483 h 512"/>
                  <a:gd name="T72" fmla="*/ 587 w 741"/>
                  <a:gd name="T73" fmla="*/ 447 h 512"/>
                  <a:gd name="T74" fmla="*/ 534 w 741"/>
                  <a:gd name="T75" fmla="*/ 408 h 512"/>
                  <a:gd name="T76" fmla="*/ 603 w 741"/>
                  <a:gd name="T77" fmla="*/ 347 h 512"/>
                  <a:gd name="T78" fmla="*/ 621 w 741"/>
                  <a:gd name="T79" fmla="*/ 418 h 512"/>
                  <a:gd name="T80" fmla="*/ 578 w 741"/>
                  <a:gd name="T81" fmla="*/ 378 h 512"/>
                  <a:gd name="T82" fmla="*/ 687 w 741"/>
                  <a:gd name="T83" fmla="*/ 340 h 512"/>
                  <a:gd name="T84" fmla="*/ 609 w 741"/>
                  <a:gd name="T85" fmla="*/ 343 h 512"/>
                  <a:gd name="T86" fmla="*/ 633 w 741"/>
                  <a:gd name="T87" fmla="*/ 314 h 512"/>
                  <a:gd name="T88" fmla="*/ 656 w 741"/>
                  <a:gd name="T89" fmla="*/ 322 h 512"/>
                  <a:gd name="T90" fmla="*/ 679 w 741"/>
                  <a:gd name="T91" fmla="*/ 335 h 512"/>
                  <a:gd name="T92" fmla="*/ 695 w 741"/>
                  <a:gd name="T93" fmla="*/ 316 h 512"/>
                  <a:gd name="T94" fmla="*/ 677 w 741"/>
                  <a:gd name="T95" fmla="*/ 248 h 512"/>
                  <a:gd name="T96" fmla="*/ 715 w 741"/>
                  <a:gd name="T97" fmla="*/ 284 h 512"/>
                  <a:gd name="T98" fmla="*/ 703 w 741"/>
                  <a:gd name="T99" fmla="*/ 299 h 512"/>
                  <a:gd name="T100" fmla="*/ 657 w 741"/>
                  <a:gd name="T101" fmla="*/ 282 h 512"/>
                  <a:gd name="T102" fmla="*/ 673 w 741"/>
                  <a:gd name="T103" fmla="*/ 212 h 512"/>
                  <a:gd name="T104" fmla="*/ 717 w 741"/>
                  <a:gd name="T105" fmla="*/ 238 h 512"/>
                  <a:gd name="T106" fmla="*/ 735 w 741"/>
                  <a:gd name="T107" fmla="*/ 158 h 512"/>
                  <a:gd name="T108" fmla="*/ 683 w 741"/>
                  <a:gd name="T109" fmla="*/ 173 h 512"/>
                  <a:gd name="T110" fmla="*/ 684 w 741"/>
                  <a:gd name="T111" fmla="*/ 160 h 512"/>
                  <a:gd name="T112" fmla="*/ 738 w 741"/>
                  <a:gd name="T113" fmla="*/ 122 h 512"/>
                  <a:gd name="T114" fmla="*/ 689 w 741"/>
                  <a:gd name="T115" fmla="*/ 146 h 512"/>
                  <a:gd name="T116" fmla="*/ 681 w 741"/>
                  <a:gd name="T117" fmla="*/ 88 h 512"/>
                  <a:gd name="T118" fmla="*/ 723 w 741"/>
                  <a:gd name="T119" fmla="*/ 47 h 512"/>
                  <a:gd name="T120" fmla="*/ 670 w 741"/>
                  <a:gd name="T121" fmla="*/ 87 h 512"/>
                  <a:gd name="T122" fmla="*/ 660 w 741"/>
                  <a:gd name="T123" fmla="*/ 41 h 512"/>
                  <a:gd name="T124" fmla="*/ 691 w 741"/>
                  <a:gd name="T125" fmla="*/ 37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41" h="512">
                    <a:moveTo>
                      <a:pt x="63" y="7"/>
                    </a:moveTo>
                    <a:cubicBezTo>
                      <a:pt x="83" y="15"/>
                      <a:pt x="90" y="33"/>
                      <a:pt x="83" y="54"/>
                    </a:cubicBezTo>
                    <a:cubicBezTo>
                      <a:pt x="80" y="65"/>
                      <a:pt x="73" y="70"/>
                      <a:pt x="67" y="73"/>
                    </a:cubicBezTo>
                    <a:cubicBezTo>
                      <a:pt x="63" y="72"/>
                      <a:pt x="60" y="71"/>
                      <a:pt x="58" y="70"/>
                    </a:cubicBezTo>
                    <a:cubicBezTo>
                      <a:pt x="56" y="69"/>
                      <a:pt x="55" y="68"/>
                      <a:pt x="56" y="67"/>
                    </a:cubicBezTo>
                    <a:cubicBezTo>
                      <a:pt x="56" y="65"/>
                      <a:pt x="58" y="65"/>
                      <a:pt x="60" y="65"/>
                    </a:cubicBezTo>
                    <a:cubicBezTo>
                      <a:pt x="60" y="65"/>
                      <a:pt x="61" y="65"/>
                      <a:pt x="61" y="65"/>
                    </a:cubicBezTo>
                    <a:cubicBezTo>
                      <a:pt x="69" y="64"/>
                      <a:pt x="75" y="60"/>
                      <a:pt x="78" y="52"/>
                    </a:cubicBezTo>
                    <a:cubicBezTo>
                      <a:pt x="82" y="38"/>
                      <a:pt x="76" y="28"/>
                      <a:pt x="59" y="21"/>
                    </a:cubicBezTo>
                    <a:cubicBezTo>
                      <a:pt x="43" y="15"/>
                      <a:pt x="31" y="19"/>
                      <a:pt x="25" y="33"/>
                    </a:cubicBezTo>
                    <a:cubicBezTo>
                      <a:pt x="23" y="38"/>
                      <a:pt x="24" y="45"/>
                      <a:pt x="27" y="51"/>
                    </a:cubicBezTo>
                    <a:cubicBezTo>
                      <a:pt x="28" y="54"/>
                      <a:pt x="28" y="56"/>
                      <a:pt x="28" y="57"/>
                    </a:cubicBezTo>
                    <a:cubicBezTo>
                      <a:pt x="27" y="58"/>
                      <a:pt x="26" y="59"/>
                      <a:pt x="25" y="59"/>
                    </a:cubicBezTo>
                    <a:cubicBezTo>
                      <a:pt x="17" y="52"/>
                      <a:pt x="15" y="41"/>
                      <a:pt x="21" y="28"/>
                    </a:cubicBezTo>
                    <a:cubicBezTo>
                      <a:pt x="29" y="8"/>
                      <a:pt x="44" y="0"/>
                      <a:pt x="63" y="7"/>
                    </a:cubicBezTo>
                    <a:close/>
                    <a:moveTo>
                      <a:pt x="57" y="141"/>
                    </a:moveTo>
                    <a:cubicBezTo>
                      <a:pt x="9" y="135"/>
                      <a:pt x="9" y="135"/>
                      <a:pt x="9" y="135"/>
                    </a:cubicBezTo>
                    <a:cubicBezTo>
                      <a:pt x="7" y="135"/>
                      <a:pt x="6" y="135"/>
                      <a:pt x="5" y="137"/>
                    </a:cubicBezTo>
                    <a:cubicBezTo>
                      <a:pt x="4" y="139"/>
                      <a:pt x="4" y="139"/>
                      <a:pt x="2" y="139"/>
                    </a:cubicBezTo>
                    <a:cubicBezTo>
                      <a:pt x="1" y="139"/>
                      <a:pt x="0" y="138"/>
                      <a:pt x="0" y="135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2" y="117"/>
                      <a:pt x="3" y="116"/>
                      <a:pt x="5" y="116"/>
                    </a:cubicBezTo>
                    <a:cubicBezTo>
                      <a:pt x="6" y="116"/>
                      <a:pt x="7" y="117"/>
                      <a:pt x="7" y="119"/>
                    </a:cubicBezTo>
                    <a:cubicBezTo>
                      <a:pt x="8" y="120"/>
                      <a:pt x="9" y="122"/>
                      <a:pt x="11" y="122"/>
                    </a:cubicBezTo>
                    <a:cubicBezTo>
                      <a:pt x="34" y="125"/>
                      <a:pt x="34" y="125"/>
                      <a:pt x="34" y="125"/>
                    </a:cubicBezTo>
                    <a:cubicBezTo>
                      <a:pt x="38" y="94"/>
                      <a:pt x="38" y="94"/>
                      <a:pt x="38" y="94"/>
                    </a:cubicBezTo>
                    <a:cubicBezTo>
                      <a:pt x="15" y="91"/>
                      <a:pt x="15" y="91"/>
                      <a:pt x="15" y="91"/>
                    </a:cubicBezTo>
                    <a:cubicBezTo>
                      <a:pt x="13" y="91"/>
                      <a:pt x="11" y="91"/>
                      <a:pt x="10" y="93"/>
                    </a:cubicBezTo>
                    <a:cubicBezTo>
                      <a:pt x="10" y="94"/>
                      <a:pt x="9" y="95"/>
                      <a:pt x="8" y="95"/>
                    </a:cubicBezTo>
                    <a:cubicBezTo>
                      <a:pt x="6" y="95"/>
                      <a:pt x="5" y="93"/>
                      <a:pt x="5" y="91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8" y="73"/>
                      <a:pt x="9" y="71"/>
                      <a:pt x="10" y="72"/>
                    </a:cubicBezTo>
                    <a:cubicBezTo>
                      <a:pt x="12" y="72"/>
                      <a:pt x="12" y="73"/>
                      <a:pt x="13" y="74"/>
                    </a:cubicBezTo>
                    <a:cubicBezTo>
                      <a:pt x="13" y="76"/>
                      <a:pt x="14" y="77"/>
                      <a:pt x="16" y="77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65" y="83"/>
                      <a:pt x="66" y="82"/>
                      <a:pt x="67" y="81"/>
                    </a:cubicBezTo>
                    <a:cubicBezTo>
                      <a:pt x="68" y="79"/>
                      <a:pt x="69" y="79"/>
                      <a:pt x="70" y="79"/>
                    </a:cubicBezTo>
                    <a:cubicBezTo>
                      <a:pt x="72" y="79"/>
                      <a:pt x="73" y="80"/>
                      <a:pt x="72" y="83"/>
                    </a:cubicBezTo>
                    <a:cubicBezTo>
                      <a:pt x="71" y="98"/>
                      <a:pt x="71" y="98"/>
                      <a:pt x="71" y="98"/>
                    </a:cubicBezTo>
                    <a:cubicBezTo>
                      <a:pt x="70" y="101"/>
                      <a:pt x="69" y="102"/>
                      <a:pt x="68" y="102"/>
                    </a:cubicBezTo>
                    <a:cubicBezTo>
                      <a:pt x="66" y="102"/>
                      <a:pt x="65" y="101"/>
                      <a:pt x="65" y="99"/>
                    </a:cubicBezTo>
                    <a:cubicBezTo>
                      <a:pt x="64" y="97"/>
                      <a:pt x="63" y="97"/>
                      <a:pt x="62" y="96"/>
                    </a:cubicBezTo>
                    <a:cubicBezTo>
                      <a:pt x="44" y="94"/>
                      <a:pt x="44" y="94"/>
                      <a:pt x="44" y="94"/>
                    </a:cubicBezTo>
                    <a:cubicBezTo>
                      <a:pt x="40" y="125"/>
                      <a:pt x="40" y="125"/>
                      <a:pt x="40" y="125"/>
                    </a:cubicBezTo>
                    <a:cubicBezTo>
                      <a:pt x="58" y="127"/>
                      <a:pt x="58" y="127"/>
                      <a:pt x="58" y="127"/>
                    </a:cubicBezTo>
                    <a:cubicBezTo>
                      <a:pt x="60" y="128"/>
                      <a:pt x="61" y="127"/>
                      <a:pt x="62" y="125"/>
                    </a:cubicBezTo>
                    <a:cubicBezTo>
                      <a:pt x="63" y="124"/>
                      <a:pt x="64" y="123"/>
                      <a:pt x="65" y="123"/>
                    </a:cubicBezTo>
                    <a:cubicBezTo>
                      <a:pt x="67" y="123"/>
                      <a:pt x="67" y="125"/>
                      <a:pt x="67" y="128"/>
                    </a:cubicBezTo>
                    <a:cubicBezTo>
                      <a:pt x="65" y="143"/>
                      <a:pt x="65" y="143"/>
                      <a:pt x="65" y="143"/>
                    </a:cubicBezTo>
                    <a:cubicBezTo>
                      <a:pt x="65" y="145"/>
                      <a:pt x="64" y="146"/>
                      <a:pt x="62" y="146"/>
                    </a:cubicBezTo>
                    <a:cubicBezTo>
                      <a:pt x="61" y="146"/>
                      <a:pt x="60" y="145"/>
                      <a:pt x="60" y="143"/>
                    </a:cubicBezTo>
                    <a:cubicBezTo>
                      <a:pt x="59" y="142"/>
                      <a:pt x="58" y="141"/>
                      <a:pt x="57" y="141"/>
                    </a:cubicBezTo>
                    <a:close/>
                    <a:moveTo>
                      <a:pt x="42" y="221"/>
                    </a:moveTo>
                    <a:cubicBezTo>
                      <a:pt x="21" y="225"/>
                      <a:pt x="7" y="213"/>
                      <a:pt x="4" y="192"/>
                    </a:cubicBezTo>
                    <a:cubicBezTo>
                      <a:pt x="1" y="171"/>
                      <a:pt x="11" y="156"/>
                      <a:pt x="32" y="153"/>
                    </a:cubicBezTo>
                    <a:cubicBezTo>
                      <a:pt x="53" y="150"/>
                      <a:pt x="68" y="161"/>
                      <a:pt x="71" y="182"/>
                    </a:cubicBezTo>
                    <a:cubicBezTo>
                      <a:pt x="74" y="204"/>
                      <a:pt x="63" y="218"/>
                      <a:pt x="42" y="221"/>
                    </a:cubicBezTo>
                    <a:close/>
                    <a:moveTo>
                      <a:pt x="40" y="207"/>
                    </a:moveTo>
                    <a:cubicBezTo>
                      <a:pt x="58" y="205"/>
                      <a:pt x="67" y="196"/>
                      <a:pt x="65" y="183"/>
                    </a:cubicBezTo>
                    <a:cubicBezTo>
                      <a:pt x="63" y="171"/>
                      <a:pt x="52" y="165"/>
                      <a:pt x="34" y="167"/>
                    </a:cubicBezTo>
                    <a:cubicBezTo>
                      <a:pt x="16" y="170"/>
                      <a:pt x="7" y="179"/>
                      <a:pt x="9" y="191"/>
                    </a:cubicBezTo>
                    <a:cubicBezTo>
                      <a:pt x="11" y="204"/>
                      <a:pt x="22" y="210"/>
                      <a:pt x="40" y="207"/>
                    </a:cubicBezTo>
                    <a:close/>
                    <a:moveTo>
                      <a:pt x="19" y="260"/>
                    </a:moveTo>
                    <a:cubicBezTo>
                      <a:pt x="15" y="249"/>
                      <a:pt x="15" y="249"/>
                      <a:pt x="15" y="249"/>
                    </a:cubicBezTo>
                    <a:cubicBezTo>
                      <a:pt x="14" y="246"/>
                      <a:pt x="14" y="244"/>
                      <a:pt x="16" y="244"/>
                    </a:cubicBezTo>
                    <a:cubicBezTo>
                      <a:pt x="17" y="244"/>
                      <a:pt x="18" y="244"/>
                      <a:pt x="19" y="246"/>
                    </a:cubicBezTo>
                    <a:cubicBezTo>
                      <a:pt x="21" y="248"/>
                      <a:pt x="23" y="249"/>
                      <a:pt x="24" y="248"/>
                    </a:cubicBezTo>
                    <a:cubicBezTo>
                      <a:pt x="69" y="233"/>
                      <a:pt x="69" y="233"/>
                      <a:pt x="69" y="233"/>
                    </a:cubicBezTo>
                    <a:cubicBezTo>
                      <a:pt x="71" y="232"/>
                      <a:pt x="71" y="231"/>
                      <a:pt x="71" y="228"/>
                    </a:cubicBezTo>
                    <a:cubicBezTo>
                      <a:pt x="71" y="226"/>
                      <a:pt x="72" y="224"/>
                      <a:pt x="73" y="224"/>
                    </a:cubicBezTo>
                    <a:cubicBezTo>
                      <a:pt x="74" y="224"/>
                      <a:pt x="76" y="224"/>
                      <a:pt x="76" y="226"/>
                    </a:cubicBezTo>
                    <a:cubicBezTo>
                      <a:pt x="81" y="239"/>
                      <a:pt x="81" y="239"/>
                      <a:pt x="81" y="239"/>
                    </a:cubicBezTo>
                    <a:cubicBezTo>
                      <a:pt x="86" y="238"/>
                      <a:pt x="76" y="253"/>
                      <a:pt x="51" y="286"/>
                    </a:cubicBezTo>
                    <a:cubicBezTo>
                      <a:pt x="84" y="275"/>
                      <a:pt x="84" y="275"/>
                      <a:pt x="84" y="275"/>
                    </a:cubicBezTo>
                    <a:cubicBezTo>
                      <a:pt x="85" y="274"/>
                      <a:pt x="86" y="273"/>
                      <a:pt x="86" y="271"/>
                    </a:cubicBezTo>
                    <a:cubicBezTo>
                      <a:pt x="86" y="269"/>
                      <a:pt x="87" y="268"/>
                      <a:pt x="88" y="268"/>
                    </a:cubicBezTo>
                    <a:cubicBezTo>
                      <a:pt x="90" y="267"/>
                      <a:pt x="91" y="268"/>
                      <a:pt x="92" y="271"/>
                    </a:cubicBezTo>
                    <a:cubicBezTo>
                      <a:pt x="95" y="280"/>
                      <a:pt x="95" y="280"/>
                      <a:pt x="95" y="280"/>
                    </a:cubicBezTo>
                    <a:cubicBezTo>
                      <a:pt x="96" y="282"/>
                      <a:pt x="95" y="283"/>
                      <a:pt x="94" y="284"/>
                    </a:cubicBezTo>
                    <a:cubicBezTo>
                      <a:pt x="93" y="284"/>
                      <a:pt x="91" y="284"/>
                      <a:pt x="90" y="282"/>
                    </a:cubicBezTo>
                    <a:cubicBezTo>
                      <a:pt x="89" y="281"/>
                      <a:pt x="88" y="281"/>
                      <a:pt x="86" y="281"/>
                    </a:cubicBezTo>
                    <a:cubicBezTo>
                      <a:pt x="37" y="298"/>
                      <a:pt x="37" y="298"/>
                      <a:pt x="37" y="298"/>
                    </a:cubicBezTo>
                    <a:cubicBezTo>
                      <a:pt x="33" y="300"/>
                      <a:pt x="32" y="299"/>
                      <a:pt x="31" y="296"/>
                    </a:cubicBezTo>
                    <a:cubicBezTo>
                      <a:pt x="30" y="294"/>
                      <a:pt x="30" y="293"/>
                      <a:pt x="31" y="292"/>
                    </a:cubicBezTo>
                    <a:cubicBezTo>
                      <a:pt x="67" y="241"/>
                      <a:pt x="67" y="241"/>
                      <a:pt x="67" y="241"/>
                    </a:cubicBezTo>
                    <a:cubicBezTo>
                      <a:pt x="67" y="241"/>
                      <a:pt x="67" y="241"/>
                      <a:pt x="67" y="241"/>
                    </a:cubicBezTo>
                    <a:cubicBezTo>
                      <a:pt x="26" y="255"/>
                      <a:pt x="26" y="255"/>
                      <a:pt x="26" y="255"/>
                    </a:cubicBezTo>
                    <a:cubicBezTo>
                      <a:pt x="25" y="255"/>
                      <a:pt x="24" y="257"/>
                      <a:pt x="24" y="259"/>
                    </a:cubicBezTo>
                    <a:cubicBezTo>
                      <a:pt x="24" y="261"/>
                      <a:pt x="24" y="262"/>
                      <a:pt x="22" y="262"/>
                    </a:cubicBezTo>
                    <a:cubicBezTo>
                      <a:pt x="21" y="263"/>
                      <a:pt x="19" y="262"/>
                      <a:pt x="19" y="260"/>
                    </a:cubicBezTo>
                    <a:close/>
                    <a:moveTo>
                      <a:pt x="95" y="337"/>
                    </a:moveTo>
                    <a:cubicBezTo>
                      <a:pt x="104" y="351"/>
                      <a:pt x="104" y="351"/>
                      <a:pt x="104" y="351"/>
                    </a:cubicBezTo>
                    <a:cubicBezTo>
                      <a:pt x="106" y="354"/>
                      <a:pt x="107" y="356"/>
                      <a:pt x="105" y="357"/>
                    </a:cubicBezTo>
                    <a:cubicBezTo>
                      <a:pt x="105" y="358"/>
                      <a:pt x="103" y="358"/>
                      <a:pt x="100" y="360"/>
                    </a:cubicBezTo>
                    <a:cubicBezTo>
                      <a:pt x="96" y="362"/>
                      <a:pt x="95" y="362"/>
                      <a:pt x="95" y="363"/>
                    </a:cubicBezTo>
                    <a:cubicBezTo>
                      <a:pt x="93" y="364"/>
                      <a:pt x="91" y="366"/>
                      <a:pt x="88" y="368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79" y="369"/>
                      <a:pt x="70" y="363"/>
                      <a:pt x="63" y="351"/>
                    </a:cubicBezTo>
                    <a:cubicBezTo>
                      <a:pt x="51" y="332"/>
                      <a:pt x="53" y="314"/>
                      <a:pt x="71" y="303"/>
                    </a:cubicBezTo>
                    <a:cubicBezTo>
                      <a:pt x="88" y="292"/>
                      <a:pt x="107" y="296"/>
                      <a:pt x="120" y="315"/>
                    </a:cubicBezTo>
                    <a:cubicBezTo>
                      <a:pt x="128" y="327"/>
                      <a:pt x="130" y="337"/>
                      <a:pt x="125" y="341"/>
                    </a:cubicBezTo>
                    <a:cubicBezTo>
                      <a:pt x="119" y="345"/>
                      <a:pt x="119" y="345"/>
                      <a:pt x="119" y="345"/>
                    </a:cubicBezTo>
                    <a:cubicBezTo>
                      <a:pt x="117" y="346"/>
                      <a:pt x="116" y="345"/>
                      <a:pt x="115" y="344"/>
                    </a:cubicBezTo>
                    <a:cubicBezTo>
                      <a:pt x="114" y="343"/>
                      <a:pt x="114" y="342"/>
                      <a:pt x="115" y="340"/>
                    </a:cubicBezTo>
                    <a:cubicBezTo>
                      <a:pt x="120" y="333"/>
                      <a:pt x="120" y="326"/>
                      <a:pt x="115" y="319"/>
                    </a:cubicBezTo>
                    <a:cubicBezTo>
                      <a:pt x="107" y="307"/>
                      <a:pt x="94" y="305"/>
                      <a:pt x="79" y="315"/>
                    </a:cubicBezTo>
                    <a:cubicBezTo>
                      <a:pt x="64" y="325"/>
                      <a:pt x="61" y="337"/>
                      <a:pt x="68" y="349"/>
                    </a:cubicBezTo>
                    <a:cubicBezTo>
                      <a:pt x="72" y="357"/>
                      <a:pt x="79" y="358"/>
                      <a:pt x="86" y="354"/>
                    </a:cubicBezTo>
                    <a:cubicBezTo>
                      <a:pt x="91" y="350"/>
                      <a:pt x="91" y="350"/>
                      <a:pt x="91" y="350"/>
                    </a:cubicBezTo>
                    <a:cubicBezTo>
                      <a:pt x="94" y="349"/>
                      <a:pt x="94" y="346"/>
                      <a:pt x="91" y="343"/>
                    </a:cubicBezTo>
                    <a:cubicBezTo>
                      <a:pt x="88" y="338"/>
                      <a:pt x="88" y="335"/>
                      <a:pt x="90" y="334"/>
                    </a:cubicBezTo>
                    <a:cubicBezTo>
                      <a:pt x="91" y="333"/>
                      <a:pt x="93" y="334"/>
                      <a:pt x="95" y="337"/>
                    </a:cubicBezTo>
                    <a:close/>
                    <a:moveTo>
                      <a:pt x="164" y="412"/>
                    </a:moveTo>
                    <a:cubicBezTo>
                      <a:pt x="153" y="424"/>
                      <a:pt x="139" y="426"/>
                      <a:pt x="124" y="420"/>
                    </a:cubicBezTo>
                    <a:cubicBezTo>
                      <a:pt x="126" y="424"/>
                      <a:pt x="128" y="427"/>
                      <a:pt x="130" y="430"/>
                    </a:cubicBezTo>
                    <a:cubicBezTo>
                      <a:pt x="131" y="431"/>
                      <a:pt x="132" y="431"/>
                      <a:pt x="133" y="432"/>
                    </a:cubicBezTo>
                    <a:cubicBezTo>
                      <a:pt x="135" y="433"/>
                      <a:pt x="136" y="434"/>
                      <a:pt x="136" y="435"/>
                    </a:cubicBezTo>
                    <a:cubicBezTo>
                      <a:pt x="138" y="436"/>
                      <a:pt x="138" y="438"/>
                      <a:pt x="136" y="440"/>
                    </a:cubicBezTo>
                    <a:cubicBezTo>
                      <a:pt x="134" y="443"/>
                      <a:pt x="130" y="442"/>
                      <a:pt x="126" y="438"/>
                    </a:cubicBezTo>
                    <a:cubicBezTo>
                      <a:pt x="120" y="432"/>
                      <a:pt x="118" y="424"/>
                      <a:pt x="118" y="415"/>
                    </a:cubicBezTo>
                    <a:cubicBezTo>
                      <a:pt x="117" y="415"/>
                      <a:pt x="116" y="414"/>
                      <a:pt x="116" y="413"/>
                    </a:cubicBezTo>
                    <a:cubicBezTo>
                      <a:pt x="100" y="398"/>
                      <a:pt x="99" y="381"/>
                      <a:pt x="113" y="365"/>
                    </a:cubicBezTo>
                    <a:cubicBezTo>
                      <a:pt x="128" y="349"/>
                      <a:pt x="146" y="349"/>
                      <a:pt x="162" y="363"/>
                    </a:cubicBezTo>
                    <a:cubicBezTo>
                      <a:pt x="177" y="378"/>
                      <a:pt x="178" y="396"/>
                      <a:pt x="164" y="412"/>
                    </a:cubicBezTo>
                    <a:close/>
                    <a:moveTo>
                      <a:pt x="153" y="402"/>
                    </a:moveTo>
                    <a:cubicBezTo>
                      <a:pt x="165" y="389"/>
                      <a:pt x="167" y="376"/>
                      <a:pt x="158" y="368"/>
                    </a:cubicBezTo>
                    <a:cubicBezTo>
                      <a:pt x="148" y="359"/>
                      <a:pt x="136" y="362"/>
                      <a:pt x="124" y="375"/>
                    </a:cubicBezTo>
                    <a:cubicBezTo>
                      <a:pt x="111" y="388"/>
                      <a:pt x="110" y="400"/>
                      <a:pt x="119" y="409"/>
                    </a:cubicBezTo>
                    <a:cubicBezTo>
                      <a:pt x="120" y="406"/>
                      <a:pt x="122" y="404"/>
                      <a:pt x="124" y="401"/>
                    </a:cubicBezTo>
                    <a:cubicBezTo>
                      <a:pt x="126" y="399"/>
                      <a:pt x="128" y="398"/>
                      <a:pt x="129" y="399"/>
                    </a:cubicBezTo>
                    <a:cubicBezTo>
                      <a:pt x="131" y="401"/>
                      <a:pt x="130" y="403"/>
                      <a:pt x="128" y="405"/>
                    </a:cubicBezTo>
                    <a:cubicBezTo>
                      <a:pt x="126" y="407"/>
                      <a:pt x="125" y="410"/>
                      <a:pt x="125" y="412"/>
                    </a:cubicBezTo>
                    <a:cubicBezTo>
                      <a:pt x="133" y="416"/>
                      <a:pt x="143" y="413"/>
                      <a:pt x="153" y="402"/>
                    </a:cubicBezTo>
                    <a:close/>
                    <a:moveTo>
                      <a:pt x="205" y="410"/>
                    </a:moveTo>
                    <a:cubicBezTo>
                      <a:pt x="178" y="449"/>
                      <a:pt x="178" y="449"/>
                      <a:pt x="178" y="449"/>
                    </a:cubicBezTo>
                    <a:cubicBezTo>
                      <a:pt x="177" y="451"/>
                      <a:pt x="176" y="453"/>
                      <a:pt x="177" y="454"/>
                    </a:cubicBezTo>
                    <a:cubicBezTo>
                      <a:pt x="178" y="455"/>
                      <a:pt x="179" y="456"/>
                      <a:pt x="178" y="457"/>
                    </a:cubicBezTo>
                    <a:cubicBezTo>
                      <a:pt x="177" y="459"/>
                      <a:pt x="175" y="459"/>
                      <a:pt x="173" y="457"/>
                    </a:cubicBezTo>
                    <a:cubicBezTo>
                      <a:pt x="161" y="449"/>
                      <a:pt x="161" y="449"/>
                      <a:pt x="161" y="449"/>
                    </a:cubicBezTo>
                    <a:cubicBezTo>
                      <a:pt x="158" y="447"/>
                      <a:pt x="158" y="445"/>
                      <a:pt x="159" y="444"/>
                    </a:cubicBezTo>
                    <a:cubicBezTo>
                      <a:pt x="159" y="443"/>
                      <a:pt x="160" y="443"/>
                      <a:pt x="162" y="443"/>
                    </a:cubicBezTo>
                    <a:cubicBezTo>
                      <a:pt x="164" y="444"/>
                      <a:pt x="166" y="443"/>
                      <a:pt x="167" y="442"/>
                    </a:cubicBezTo>
                    <a:cubicBezTo>
                      <a:pt x="194" y="403"/>
                      <a:pt x="194" y="403"/>
                      <a:pt x="194" y="403"/>
                    </a:cubicBezTo>
                    <a:cubicBezTo>
                      <a:pt x="195" y="401"/>
                      <a:pt x="195" y="400"/>
                      <a:pt x="193" y="398"/>
                    </a:cubicBezTo>
                    <a:cubicBezTo>
                      <a:pt x="192" y="397"/>
                      <a:pt x="192" y="395"/>
                      <a:pt x="193" y="394"/>
                    </a:cubicBezTo>
                    <a:cubicBezTo>
                      <a:pt x="194" y="393"/>
                      <a:pt x="196" y="393"/>
                      <a:pt x="198" y="395"/>
                    </a:cubicBezTo>
                    <a:cubicBezTo>
                      <a:pt x="210" y="403"/>
                      <a:pt x="210" y="403"/>
                      <a:pt x="210" y="403"/>
                    </a:cubicBezTo>
                    <a:cubicBezTo>
                      <a:pt x="213" y="405"/>
                      <a:pt x="213" y="407"/>
                      <a:pt x="212" y="408"/>
                    </a:cubicBezTo>
                    <a:cubicBezTo>
                      <a:pt x="212" y="409"/>
                      <a:pt x="210" y="409"/>
                      <a:pt x="209" y="409"/>
                    </a:cubicBezTo>
                    <a:cubicBezTo>
                      <a:pt x="207" y="409"/>
                      <a:pt x="206" y="409"/>
                      <a:pt x="205" y="410"/>
                    </a:cubicBezTo>
                    <a:close/>
                    <a:moveTo>
                      <a:pt x="206" y="476"/>
                    </a:moveTo>
                    <a:cubicBezTo>
                      <a:pt x="196" y="471"/>
                      <a:pt x="196" y="471"/>
                      <a:pt x="196" y="471"/>
                    </a:cubicBezTo>
                    <a:cubicBezTo>
                      <a:pt x="193" y="470"/>
                      <a:pt x="192" y="469"/>
                      <a:pt x="193" y="467"/>
                    </a:cubicBezTo>
                    <a:cubicBezTo>
                      <a:pt x="193" y="466"/>
                      <a:pt x="195" y="466"/>
                      <a:pt x="197" y="466"/>
                    </a:cubicBezTo>
                    <a:cubicBezTo>
                      <a:pt x="199" y="466"/>
                      <a:pt x="201" y="466"/>
                      <a:pt x="202" y="464"/>
                    </a:cubicBezTo>
                    <a:cubicBezTo>
                      <a:pt x="221" y="420"/>
                      <a:pt x="221" y="420"/>
                      <a:pt x="221" y="420"/>
                    </a:cubicBezTo>
                    <a:cubicBezTo>
                      <a:pt x="222" y="419"/>
                      <a:pt x="221" y="418"/>
                      <a:pt x="219" y="416"/>
                    </a:cubicBezTo>
                    <a:cubicBezTo>
                      <a:pt x="217" y="414"/>
                      <a:pt x="217" y="413"/>
                      <a:pt x="217" y="412"/>
                    </a:cubicBezTo>
                    <a:cubicBezTo>
                      <a:pt x="218" y="410"/>
                      <a:pt x="219" y="410"/>
                      <a:pt x="221" y="411"/>
                    </a:cubicBezTo>
                    <a:cubicBezTo>
                      <a:pt x="233" y="416"/>
                      <a:pt x="233" y="416"/>
                      <a:pt x="233" y="416"/>
                    </a:cubicBezTo>
                    <a:cubicBezTo>
                      <a:pt x="236" y="412"/>
                      <a:pt x="241" y="430"/>
                      <a:pt x="248" y="470"/>
                    </a:cubicBezTo>
                    <a:cubicBezTo>
                      <a:pt x="262" y="438"/>
                      <a:pt x="262" y="438"/>
                      <a:pt x="262" y="438"/>
                    </a:cubicBezTo>
                    <a:cubicBezTo>
                      <a:pt x="263" y="437"/>
                      <a:pt x="262" y="436"/>
                      <a:pt x="261" y="434"/>
                    </a:cubicBezTo>
                    <a:cubicBezTo>
                      <a:pt x="259" y="433"/>
                      <a:pt x="259" y="432"/>
                      <a:pt x="260" y="430"/>
                    </a:cubicBezTo>
                    <a:cubicBezTo>
                      <a:pt x="260" y="429"/>
                      <a:pt x="262" y="429"/>
                      <a:pt x="265" y="430"/>
                    </a:cubicBezTo>
                    <a:cubicBezTo>
                      <a:pt x="273" y="434"/>
                      <a:pt x="273" y="434"/>
                      <a:pt x="273" y="434"/>
                    </a:cubicBezTo>
                    <a:cubicBezTo>
                      <a:pt x="275" y="435"/>
                      <a:pt x="276" y="436"/>
                      <a:pt x="275" y="437"/>
                    </a:cubicBezTo>
                    <a:cubicBezTo>
                      <a:pt x="275" y="439"/>
                      <a:pt x="274" y="439"/>
                      <a:pt x="272" y="439"/>
                    </a:cubicBezTo>
                    <a:cubicBezTo>
                      <a:pt x="270" y="439"/>
                      <a:pt x="269" y="440"/>
                      <a:pt x="268" y="441"/>
                    </a:cubicBezTo>
                    <a:cubicBezTo>
                      <a:pt x="247" y="489"/>
                      <a:pt x="247" y="489"/>
                      <a:pt x="247" y="489"/>
                    </a:cubicBezTo>
                    <a:cubicBezTo>
                      <a:pt x="245" y="492"/>
                      <a:pt x="244" y="493"/>
                      <a:pt x="241" y="492"/>
                    </a:cubicBezTo>
                    <a:cubicBezTo>
                      <a:pt x="240" y="491"/>
                      <a:pt x="238" y="490"/>
                      <a:pt x="238" y="489"/>
                    </a:cubicBezTo>
                    <a:cubicBezTo>
                      <a:pt x="226" y="428"/>
                      <a:pt x="226" y="428"/>
                      <a:pt x="226" y="428"/>
                    </a:cubicBezTo>
                    <a:cubicBezTo>
                      <a:pt x="225" y="428"/>
                      <a:pt x="225" y="428"/>
                      <a:pt x="225" y="428"/>
                    </a:cubicBezTo>
                    <a:cubicBezTo>
                      <a:pt x="208" y="467"/>
                      <a:pt x="208" y="467"/>
                      <a:pt x="208" y="467"/>
                    </a:cubicBezTo>
                    <a:cubicBezTo>
                      <a:pt x="207" y="468"/>
                      <a:pt x="207" y="470"/>
                      <a:pt x="209" y="472"/>
                    </a:cubicBezTo>
                    <a:cubicBezTo>
                      <a:pt x="211" y="473"/>
                      <a:pt x="211" y="474"/>
                      <a:pt x="211" y="475"/>
                    </a:cubicBezTo>
                    <a:cubicBezTo>
                      <a:pt x="210" y="477"/>
                      <a:pt x="209" y="477"/>
                      <a:pt x="206" y="476"/>
                    </a:cubicBezTo>
                    <a:close/>
                    <a:moveTo>
                      <a:pt x="316" y="476"/>
                    </a:moveTo>
                    <a:cubicBezTo>
                      <a:pt x="332" y="479"/>
                      <a:pt x="332" y="479"/>
                      <a:pt x="332" y="479"/>
                    </a:cubicBezTo>
                    <a:cubicBezTo>
                      <a:pt x="336" y="480"/>
                      <a:pt x="337" y="481"/>
                      <a:pt x="337" y="483"/>
                    </a:cubicBezTo>
                    <a:cubicBezTo>
                      <a:pt x="337" y="484"/>
                      <a:pt x="336" y="485"/>
                      <a:pt x="335" y="489"/>
                    </a:cubicBezTo>
                    <a:cubicBezTo>
                      <a:pt x="334" y="492"/>
                      <a:pt x="333" y="494"/>
                      <a:pt x="334" y="494"/>
                    </a:cubicBezTo>
                    <a:cubicBezTo>
                      <a:pt x="333" y="496"/>
                      <a:pt x="333" y="499"/>
                      <a:pt x="332" y="502"/>
                    </a:cubicBezTo>
                    <a:cubicBezTo>
                      <a:pt x="332" y="504"/>
                      <a:pt x="332" y="504"/>
                      <a:pt x="332" y="505"/>
                    </a:cubicBezTo>
                    <a:cubicBezTo>
                      <a:pt x="326" y="510"/>
                      <a:pt x="316" y="512"/>
                      <a:pt x="302" y="508"/>
                    </a:cubicBezTo>
                    <a:cubicBezTo>
                      <a:pt x="280" y="503"/>
                      <a:pt x="270" y="488"/>
                      <a:pt x="275" y="468"/>
                    </a:cubicBezTo>
                    <a:cubicBezTo>
                      <a:pt x="280" y="447"/>
                      <a:pt x="296" y="438"/>
                      <a:pt x="318" y="442"/>
                    </a:cubicBezTo>
                    <a:cubicBezTo>
                      <a:pt x="333" y="445"/>
                      <a:pt x="341" y="452"/>
                      <a:pt x="340" y="457"/>
                    </a:cubicBezTo>
                    <a:cubicBezTo>
                      <a:pt x="338" y="464"/>
                      <a:pt x="338" y="464"/>
                      <a:pt x="338" y="464"/>
                    </a:cubicBezTo>
                    <a:cubicBezTo>
                      <a:pt x="338" y="467"/>
                      <a:pt x="337" y="467"/>
                      <a:pt x="335" y="467"/>
                    </a:cubicBezTo>
                    <a:cubicBezTo>
                      <a:pt x="333" y="467"/>
                      <a:pt x="333" y="466"/>
                      <a:pt x="333" y="464"/>
                    </a:cubicBezTo>
                    <a:cubicBezTo>
                      <a:pt x="331" y="455"/>
                      <a:pt x="326" y="450"/>
                      <a:pt x="318" y="448"/>
                    </a:cubicBezTo>
                    <a:cubicBezTo>
                      <a:pt x="304" y="446"/>
                      <a:pt x="293" y="454"/>
                      <a:pt x="289" y="471"/>
                    </a:cubicBezTo>
                    <a:cubicBezTo>
                      <a:pt x="285" y="488"/>
                      <a:pt x="291" y="500"/>
                      <a:pt x="304" y="503"/>
                    </a:cubicBezTo>
                    <a:cubicBezTo>
                      <a:pt x="313" y="506"/>
                      <a:pt x="319" y="502"/>
                      <a:pt x="321" y="493"/>
                    </a:cubicBezTo>
                    <a:cubicBezTo>
                      <a:pt x="322" y="488"/>
                      <a:pt x="322" y="488"/>
                      <a:pt x="322" y="488"/>
                    </a:cubicBezTo>
                    <a:cubicBezTo>
                      <a:pt x="323" y="485"/>
                      <a:pt x="321" y="483"/>
                      <a:pt x="317" y="482"/>
                    </a:cubicBezTo>
                    <a:cubicBezTo>
                      <a:pt x="311" y="481"/>
                      <a:pt x="309" y="480"/>
                      <a:pt x="310" y="477"/>
                    </a:cubicBezTo>
                    <a:cubicBezTo>
                      <a:pt x="311" y="475"/>
                      <a:pt x="312" y="475"/>
                      <a:pt x="316" y="476"/>
                    </a:cubicBezTo>
                    <a:close/>
                    <a:moveTo>
                      <a:pt x="408" y="450"/>
                    </a:moveTo>
                    <a:cubicBezTo>
                      <a:pt x="423" y="447"/>
                      <a:pt x="423" y="447"/>
                      <a:pt x="423" y="447"/>
                    </a:cubicBezTo>
                    <a:cubicBezTo>
                      <a:pt x="425" y="446"/>
                      <a:pt x="427" y="447"/>
                      <a:pt x="427" y="448"/>
                    </a:cubicBezTo>
                    <a:cubicBezTo>
                      <a:pt x="428" y="450"/>
                      <a:pt x="427" y="451"/>
                      <a:pt x="425" y="452"/>
                    </a:cubicBezTo>
                    <a:cubicBezTo>
                      <a:pt x="424" y="453"/>
                      <a:pt x="423" y="453"/>
                      <a:pt x="423" y="454"/>
                    </a:cubicBezTo>
                    <a:cubicBezTo>
                      <a:pt x="425" y="467"/>
                      <a:pt x="427" y="477"/>
                      <a:pt x="429" y="486"/>
                    </a:cubicBezTo>
                    <a:cubicBezTo>
                      <a:pt x="433" y="500"/>
                      <a:pt x="440" y="506"/>
                      <a:pt x="452" y="502"/>
                    </a:cubicBezTo>
                    <a:cubicBezTo>
                      <a:pt x="463" y="500"/>
                      <a:pt x="468" y="492"/>
                      <a:pt x="465" y="478"/>
                    </a:cubicBezTo>
                    <a:cubicBezTo>
                      <a:pt x="463" y="474"/>
                      <a:pt x="462" y="469"/>
                      <a:pt x="460" y="461"/>
                    </a:cubicBezTo>
                    <a:cubicBezTo>
                      <a:pt x="457" y="454"/>
                      <a:pt x="456" y="450"/>
                      <a:pt x="455" y="448"/>
                    </a:cubicBezTo>
                    <a:cubicBezTo>
                      <a:pt x="454" y="447"/>
                      <a:pt x="453" y="446"/>
                      <a:pt x="451" y="446"/>
                    </a:cubicBezTo>
                    <a:cubicBezTo>
                      <a:pt x="449" y="445"/>
                      <a:pt x="448" y="444"/>
                      <a:pt x="447" y="443"/>
                    </a:cubicBezTo>
                    <a:cubicBezTo>
                      <a:pt x="447" y="442"/>
                      <a:pt x="448" y="441"/>
                      <a:pt x="449" y="440"/>
                    </a:cubicBezTo>
                    <a:cubicBezTo>
                      <a:pt x="463" y="437"/>
                      <a:pt x="463" y="437"/>
                      <a:pt x="463" y="437"/>
                    </a:cubicBezTo>
                    <a:cubicBezTo>
                      <a:pt x="464" y="437"/>
                      <a:pt x="466" y="437"/>
                      <a:pt x="466" y="439"/>
                    </a:cubicBezTo>
                    <a:cubicBezTo>
                      <a:pt x="466" y="439"/>
                      <a:pt x="466" y="440"/>
                      <a:pt x="464" y="441"/>
                    </a:cubicBezTo>
                    <a:cubicBezTo>
                      <a:pt x="463" y="443"/>
                      <a:pt x="462" y="444"/>
                      <a:pt x="463" y="446"/>
                    </a:cubicBezTo>
                    <a:cubicBezTo>
                      <a:pt x="463" y="447"/>
                      <a:pt x="463" y="448"/>
                      <a:pt x="464" y="451"/>
                    </a:cubicBezTo>
                    <a:cubicBezTo>
                      <a:pt x="466" y="457"/>
                      <a:pt x="469" y="465"/>
                      <a:pt x="471" y="474"/>
                    </a:cubicBezTo>
                    <a:cubicBezTo>
                      <a:pt x="476" y="492"/>
                      <a:pt x="469" y="504"/>
                      <a:pt x="450" y="508"/>
                    </a:cubicBezTo>
                    <a:cubicBezTo>
                      <a:pt x="432" y="512"/>
                      <a:pt x="421" y="507"/>
                      <a:pt x="416" y="491"/>
                    </a:cubicBezTo>
                    <a:cubicBezTo>
                      <a:pt x="415" y="486"/>
                      <a:pt x="414" y="480"/>
                      <a:pt x="413" y="473"/>
                    </a:cubicBezTo>
                    <a:cubicBezTo>
                      <a:pt x="412" y="466"/>
                      <a:pt x="411" y="461"/>
                      <a:pt x="411" y="458"/>
                    </a:cubicBezTo>
                    <a:cubicBezTo>
                      <a:pt x="410" y="457"/>
                      <a:pt x="409" y="456"/>
                      <a:pt x="407" y="456"/>
                    </a:cubicBezTo>
                    <a:cubicBezTo>
                      <a:pt x="405" y="456"/>
                      <a:pt x="405" y="455"/>
                      <a:pt x="405" y="454"/>
                    </a:cubicBezTo>
                    <a:cubicBezTo>
                      <a:pt x="404" y="452"/>
                      <a:pt x="405" y="451"/>
                      <a:pt x="408" y="450"/>
                    </a:cubicBezTo>
                    <a:close/>
                    <a:moveTo>
                      <a:pt x="513" y="488"/>
                    </a:moveTo>
                    <a:cubicBezTo>
                      <a:pt x="503" y="493"/>
                      <a:pt x="503" y="493"/>
                      <a:pt x="503" y="493"/>
                    </a:cubicBezTo>
                    <a:cubicBezTo>
                      <a:pt x="500" y="495"/>
                      <a:pt x="498" y="494"/>
                      <a:pt x="497" y="493"/>
                    </a:cubicBezTo>
                    <a:cubicBezTo>
                      <a:pt x="497" y="491"/>
                      <a:pt x="497" y="490"/>
                      <a:pt x="499" y="489"/>
                    </a:cubicBezTo>
                    <a:cubicBezTo>
                      <a:pt x="501" y="487"/>
                      <a:pt x="502" y="486"/>
                      <a:pt x="501" y="484"/>
                    </a:cubicBezTo>
                    <a:cubicBezTo>
                      <a:pt x="481" y="441"/>
                      <a:pt x="481" y="441"/>
                      <a:pt x="481" y="441"/>
                    </a:cubicBezTo>
                    <a:cubicBezTo>
                      <a:pt x="480" y="439"/>
                      <a:pt x="479" y="439"/>
                      <a:pt x="476" y="439"/>
                    </a:cubicBezTo>
                    <a:cubicBezTo>
                      <a:pt x="474" y="440"/>
                      <a:pt x="472" y="439"/>
                      <a:pt x="472" y="438"/>
                    </a:cubicBezTo>
                    <a:cubicBezTo>
                      <a:pt x="471" y="436"/>
                      <a:pt x="472" y="435"/>
                      <a:pt x="474" y="434"/>
                    </a:cubicBezTo>
                    <a:cubicBezTo>
                      <a:pt x="486" y="429"/>
                      <a:pt x="486" y="429"/>
                      <a:pt x="486" y="429"/>
                    </a:cubicBezTo>
                    <a:cubicBezTo>
                      <a:pt x="484" y="424"/>
                      <a:pt x="501" y="432"/>
                      <a:pt x="536" y="454"/>
                    </a:cubicBezTo>
                    <a:cubicBezTo>
                      <a:pt x="521" y="422"/>
                      <a:pt x="521" y="422"/>
                      <a:pt x="521" y="422"/>
                    </a:cubicBezTo>
                    <a:cubicBezTo>
                      <a:pt x="521" y="420"/>
                      <a:pt x="519" y="420"/>
                      <a:pt x="517" y="420"/>
                    </a:cubicBezTo>
                    <a:cubicBezTo>
                      <a:pt x="516" y="420"/>
                      <a:pt x="514" y="419"/>
                      <a:pt x="514" y="418"/>
                    </a:cubicBezTo>
                    <a:cubicBezTo>
                      <a:pt x="513" y="417"/>
                      <a:pt x="514" y="416"/>
                      <a:pt x="517" y="414"/>
                    </a:cubicBezTo>
                    <a:cubicBezTo>
                      <a:pt x="525" y="410"/>
                      <a:pt x="525" y="410"/>
                      <a:pt x="525" y="410"/>
                    </a:cubicBezTo>
                    <a:cubicBezTo>
                      <a:pt x="527" y="409"/>
                      <a:pt x="529" y="409"/>
                      <a:pt x="529" y="411"/>
                    </a:cubicBezTo>
                    <a:cubicBezTo>
                      <a:pt x="530" y="412"/>
                      <a:pt x="530" y="414"/>
                      <a:pt x="528" y="415"/>
                    </a:cubicBezTo>
                    <a:cubicBezTo>
                      <a:pt x="527" y="416"/>
                      <a:pt x="527" y="418"/>
                      <a:pt x="527" y="419"/>
                    </a:cubicBezTo>
                    <a:cubicBezTo>
                      <a:pt x="549" y="466"/>
                      <a:pt x="549" y="466"/>
                      <a:pt x="549" y="466"/>
                    </a:cubicBezTo>
                    <a:cubicBezTo>
                      <a:pt x="551" y="469"/>
                      <a:pt x="551" y="472"/>
                      <a:pt x="548" y="472"/>
                    </a:cubicBezTo>
                    <a:cubicBezTo>
                      <a:pt x="546" y="473"/>
                      <a:pt x="545" y="474"/>
                      <a:pt x="544" y="473"/>
                    </a:cubicBezTo>
                    <a:cubicBezTo>
                      <a:pt x="489" y="442"/>
                      <a:pt x="489" y="442"/>
                      <a:pt x="489" y="442"/>
                    </a:cubicBezTo>
                    <a:cubicBezTo>
                      <a:pt x="489" y="442"/>
                      <a:pt x="489" y="442"/>
                      <a:pt x="489" y="442"/>
                    </a:cubicBezTo>
                    <a:cubicBezTo>
                      <a:pt x="507" y="481"/>
                      <a:pt x="507" y="481"/>
                      <a:pt x="507" y="481"/>
                    </a:cubicBezTo>
                    <a:cubicBezTo>
                      <a:pt x="508" y="483"/>
                      <a:pt x="509" y="484"/>
                      <a:pt x="512" y="483"/>
                    </a:cubicBezTo>
                    <a:cubicBezTo>
                      <a:pt x="514" y="483"/>
                      <a:pt x="515" y="483"/>
                      <a:pt x="515" y="484"/>
                    </a:cubicBezTo>
                    <a:cubicBezTo>
                      <a:pt x="516" y="486"/>
                      <a:pt x="515" y="487"/>
                      <a:pt x="513" y="488"/>
                    </a:cubicBezTo>
                    <a:close/>
                    <a:moveTo>
                      <a:pt x="553" y="402"/>
                    </a:moveTo>
                    <a:cubicBezTo>
                      <a:pt x="581" y="440"/>
                      <a:pt x="581" y="440"/>
                      <a:pt x="581" y="440"/>
                    </a:cubicBezTo>
                    <a:cubicBezTo>
                      <a:pt x="582" y="442"/>
                      <a:pt x="584" y="443"/>
                      <a:pt x="585" y="442"/>
                    </a:cubicBezTo>
                    <a:cubicBezTo>
                      <a:pt x="587" y="442"/>
                      <a:pt x="588" y="442"/>
                      <a:pt x="589" y="443"/>
                    </a:cubicBezTo>
                    <a:cubicBezTo>
                      <a:pt x="590" y="444"/>
                      <a:pt x="589" y="446"/>
                      <a:pt x="587" y="447"/>
                    </a:cubicBezTo>
                    <a:cubicBezTo>
                      <a:pt x="575" y="456"/>
                      <a:pt x="575" y="456"/>
                      <a:pt x="575" y="456"/>
                    </a:cubicBezTo>
                    <a:cubicBezTo>
                      <a:pt x="572" y="458"/>
                      <a:pt x="571" y="458"/>
                      <a:pt x="570" y="456"/>
                    </a:cubicBezTo>
                    <a:cubicBezTo>
                      <a:pt x="569" y="456"/>
                      <a:pt x="569" y="454"/>
                      <a:pt x="570" y="453"/>
                    </a:cubicBezTo>
                    <a:cubicBezTo>
                      <a:pt x="571" y="451"/>
                      <a:pt x="571" y="450"/>
                      <a:pt x="570" y="448"/>
                    </a:cubicBezTo>
                    <a:cubicBezTo>
                      <a:pt x="542" y="410"/>
                      <a:pt x="542" y="410"/>
                      <a:pt x="542" y="410"/>
                    </a:cubicBezTo>
                    <a:cubicBezTo>
                      <a:pt x="541" y="408"/>
                      <a:pt x="540" y="408"/>
                      <a:pt x="538" y="409"/>
                    </a:cubicBezTo>
                    <a:cubicBezTo>
                      <a:pt x="536" y="409"/>
                      <a:pt x="535" y="409"/>
                      <a:pt x="534" y="408"/>
                    </a:cubicBezTo>
                    <a:cubicBezTo>
                      <a:pt x="533" y="406"/>
                      <a:pt x="534" y="405"/>
                      <a:pt x="536" y="403"/>
                    </a:cubicBezTo>
                    <a:cubicBezTo>
                      <a:pt x="548" y="394"/>
                      <a:pt x="548" y="394"/>
                      <a:pt x="548" y="394"/>
                    </a:cubicBezTo>
                    <a:cubicBezTo>
                      <a:pt x="551" y="393"/>
                      <a:pt x="552" y="392"/>
                      <a:pt x="553" y="394"/>
                    </a:cubicBezTo>
                    <a:cubicBezTo>
                      <a:pt x="554" y="395"/>
                      <a:pt x="554" y="396"/>
                      <a:pt x="553" y="398"/>
                    </a:cubicBezTo>
                    <a:cubicBezTo>
                      <a:pt x="552" y="399"/>
                      <a:pt x="552" y="401"/>
                      <a:pt x="553" y="402"/>
                    </a:cubicBezTo>
                    <a:close/>
                    <a:moveTo>
                      <a:pt x="594" y="355"/>
                    </a:moveTo>
                    <a:cubicBezTo>
                      <a:pt x="603" y="347"/>
                      <a:pt x="603" y="347"/>
                      <a:pt x="603" y="347"/>
                    </a:cubicBezTo>
                    <a:cubicBezTo>
                      <a:pt x="605" y="345"/>
                      <a:pt x="606" y="345"/>
                      <a:pt x="607" y="346"/>
                    </a:cubicBezTo>
                    <a:cubicBezTo>
                      <a:pt x="608" y="347"/>
                      <a:pt x="608" y="348"/>
                      <a:pt x="608" y="349"/>
                    </a:cubicBezTo>
                    <a:cubicBezTo>
                      <a:pt x="608" y="351"/>
                      <a:pt x="608" y="353"/>
                      <a:pt x="609" y="355"/>
                    </a:cubicBezTo>
                    <a:cubicBezTo>
                      <a:pt x="609" y="356"/>
                      <a:pt x="610" y="356"/>
                      <a:pt x="610" y="358"/>
                    </a:cubicBezTo>
                    <a:cubicBezTo>
                      <a:pt x="621" y="377"/>
                      <a:pt x="628" y="393"/>
                      <a:pt x="631" y="407"/>
                    </a:cubicBezTo>
                    <a:cubicBezTo>
                      <a:pt x="631" y="410"/>
                      <a:pt x="630" y="413"/>
                      <a:pt x="628" y="415"/>
                    </a:cubicBezTo>
                    <a:cubicBezTo>
                      <a:pt x="625" y="417"/>
                      <a:pt x="623" y="418"/>
                      <a:pt x="621" y="418"/>
                    </a:cubicBezTo>
                    <a:cubicBezTo>
                      <a:pt x="606" y="414"/>
                      <a:pt x="589" y="406"/>
                      <a:pt x="570" y="395"/>
                    </a:cubicBezTo>
                    <a:cubicBezTo>
                      <a:pt x="567" y="393"/>
                      <a:pt x="565" y="393"/>
                      <a:pt x="563" y="393"/>
                    </a:cubicBezTo>
                    <a:cubicBezTo>
                      <a:pt x="562" y="393"/>
                      <a:pt x="561" y="392"/>
                      <a:pt x="560" y="391"/>
                    </a:cubicBezTo>
                    <a:cubicBezTo>
                      <a:pt x="559" y="390"/>
                      <a:pt x="559" y="389"/>
                      <a:pt x="561" y="387"/>
                    </a:cubicBezTo>
                    <a:cubicBezTo>
                      <a:pt x="573" y="376"/>
                      <a:pt x="573" y="376"/>
                      <a:pt x="573" y="376"/>
                    </a:cubicBezTo>
                    <a:cubicBezTo>
                      <a:pt x="574" y="374"/>
                      <a:pt x="576" y="374"/>
                      <a:pt x="577" y="375"/>
                    </a:cubicBezTo>
                    <a:cubicBezTo>
                      <a:pt x="578" y="376"/>
                      <a:pt x="578" y="377"/>
                      <a:pt x="578" y="378"/>
                    </a:cubicBezTo>
                    <a:cubicBezTo>
                      <a:pt x="577" y="380"/>
                      <a:pt x="577" y="382"/>
                      <a:pt x="579" y="384"/>
                    </a:cubicBezTo>
                    <a:cubicBezTo>
                      <a:pt x="588" y="391"/>
                      <a:pt x="603" y="398"/>
                      <a:pt x="623" y="404"/>
                    </a:cubicBezTo>
                    <a:cubicBezTo>
                      <a:pt x="617" y="384"/>
                      <a:pt x="610" y="369"/>
                      <a:pt x="602" y="360"/>
                    </a:cubicBezTo>
                    <a:cubicBezTo>
                      <a:pt x="601" y="359"/>
                      <a:pt x="599" y="358"/>
                      <a:pt x="597" y="360"/>
                    </a:cubicBezTo>
                    <a:cubicBezTo>
                      <a:pt x="596" y="360"/>
                      <a:pt x="594" y="360"/>
                      <a:pt x="593" y="359"/>
                    </a:cubicBezTo>
                    <a:cubicBezTo>
                      <a:pt x="592" y="358"/>
                      <a:pt x="593" y="357"/>
                      <a:pt x="594" y="355"/>
                    </a:cubicBezTo>
                    <a:close/>
                    <a:moveTo>
                      <a:pt x="687" y="340"/>
                    </a:moveTo>
                    <a:cubicBezTo>
                      <a:pt x="663" y="376"/>
                      <a:pt x="663" y="376"/>
                      <a:pt x="663" y="376"/>
                    </a:cubicBezTo>
                    <a:cubicBezTo>
                      <a:pt x="661" y="378"/>
                      <a:pt x="659" y="379"/>
                      <a:pt x="658" y="378"/>
                    </a:cubicBezTo>
                    <a:cubicBezTo>
                      <a:pt x="657" y="377"/>
                      <a:pt x="657" y="376"/>
                      <a:pt x="657" y="374"/>
                    </a:cubicBezTo>
                    <a:cubicBezTo>
                      <a:pt x="658" y="372"/>
                      <a:pt x="657" y="371"/>
                      <a:pt x="656" y="370"/>
                    </a:cubicBezTo>
                    <a:cubicBezTo>
                      <a:pt x="616" y="343"/>
                      <a:pt x="616" y="343"/>
                      <a:pt x="616" y="343"/>
                    </a:cubicBezTo>
                    <a:cubicBezTo>
                      <a:pt x="615" y="342"/>
                      <a:pt x="614" y="342"/>
                      <a:pt x="612" y="343"/>
                    </a:cubicBezTo>
                    <a:cubicBezTo>
                      <a:pt x="611" y="344"/>
                      <a:pt x="610" y="344"/>
                      <a:pt x="609" y="343"/>
                    </a:cubicBezTo>
                    <a:cubicBezTo>
                      <a:pt x="607" y="342"/>
                      <a:pt x="607" y="341"/>
                      <a:pt x="609" y="338"/>
                    </a:cubicBezTo>
                    <a:cubicBezTo>
                      <a:pt x="632" y="304"/>
                      <a:pt x="632" y="304"/>
                      <a:pt x="632" y="304"/>
                    </a:cubicBezTo>
                    <a:cubicBezTo>
                      <a:pt x="634" y="301"/>
                      <a:pt x="638" y="301"/>
                      <a:pt x="643" y="305"/>
                    </a:cubicBezTo>
                    <a:cubicBezTo>
                      <a:pt x="645" y="306"/>
                      <a:pt x="645" y="307"/>
                      <a:pt x="644" y="308"/>
                    </a:cubicBezTo>
                    <a:cubicBezTo>
                      <a:pt x="644" y="309"/>
                      <a:pt x="643" y="309"/>
                      <a:pt x="642" y="309"/>
                    </a:cubicBezTo>
                    <a:cubicBezTo>
                      <a:pt x="641" y="310"/>
                      <a:pt x="639" y="310"/>
                      <a:pt x="638" y="311"/>
                    </a:cubicBezTo>
                    <a:cubicBezTo>
                      <a:pt x="636" y="311"/>
                      <a:pt x="635" y="312"/>
                      <a:pt x="633" y="314"/>
                    </a:cubicBezTo>
                    <a:cubicBezTo>
                      <a:pt x="632" y="315"/>
                      <a:pt x="630" y="318"/>
                      <a:pt x="628" y="321"/>
                    </a:cubicBezTo>
                    <a:cubicBezTo>
                      <a:pt x="622" y="328"/>
                      <a:pt x="622" y="332"/>
                      <a:pt x="627" y="334"/>
                    </a:cubicBezTo>
                    <a:cubicBezTo>
                      <a:pt x="639" y="342"/>
                      <a:pt x="639" y="342"/>
                      <a:pt x="639" y="342"/>
                    </a:cubicBezTo>
                    <a:cubicBezTo>
                      <a:pt x="648" y="329"/>
                      <a:pt x="648" y="329"/>
                      <a:pt x="648" y="329"/>
                    </a:cubicBezTo>
                    <a:cubicBezTo>
                      <a:pt x="649" y="328"/>
                      <a:pt x="650" y="326"/>
                      <a:pt x="650" y="324"/>
                    </a:cubicBezTo>
                    <a:cubicBezTo>
                      <a:pt x="650" y="322"/>
                      <a:pt x="650" y="322"/>
                      <a:pt x="650" y="321"/>
                    </a:cubicBezTo>
                    <a:cubicBezTo>
                      <a:pt x="651" y="320"/>
                      <a:pt x="653" y="320"/>
                      <a:pt x="656" y="322"/>
                    </a:cubicBezTo>
                    <a:cubicBezTo>
                      <a:pt x="661" y="325"/>
                      <a:pt x="662" y="327"/>
                      <a:pt x="660" y="328"/>
                    </a:cubicBezTo>
                    <a:cubicBezTo>
                      <a:pt x="660" y="329"/>
                      <a:pt x="659" y="329"/>
                      <a:pt x="658" y="329"/>
                    </a:cubicBezTo>
                    <a:cubicBezTo>
                      <a:pt x="656" y="330"/>
                      <a:pt x="654" y="331"/>
                      <a:pt x="653" y="333"/>
                    </a:cubicBezTo>
                    <a:cubicBezTo>
                      <a:pt x="644" y="345"/>
                      <a:pt x="644" y="345"/>
                      <a:pt x="644" y="345"/>
                    </a:cubicBezTo>
                    <a:cubicBezTo>
                      <a:pt x="657" y="355"/>
                      <a:pt x="657" y="355"/>
                      <a:pt x="657" y="355"/>
                    </a:cubicBezTo>
                    <a:cubicBezTo>
                      <a:pt x="664" y="360"/>
                      <a:pt x="668" y="361"/>
                      <a:pt x="669" y="356"/>
                    </a:cubicBezTo>
                    <a:cubicBezTo>
                      <a:pt x="677" y="345"/>
                      <a:pt x="680" y="338"/>
                      <a:pt x="679" y="335"/>
                    </a:cubicBezTo>
                    <a:cubicBezTo>
                      <a:pt x="678" y="332"/>
                      <a:pt x="678" y="330"/>
                      <a:pt x="678" y="329"/>
                    </a:cubicBezTo>
                    <a:cubicBezTo>
                      <a:pt x="679" y="328"/>
                      <a:pt x="681" y="328"/>
                      <a:pt x="682" y="329"/>
                    </a:cubicBezTo>
                    <a:cubicBezTo>
                      <a:pt x="688" y="333"/>
                      <a:pt x="690" y="337"/>
                      <a:pt x="687" y="340"/>
                    </a:cubicBezTo>
                    <a:close/>
                    <a:moveTo>
                      <a:pt x="707" y="303"/>
                    </a:moveTo>
                    <a:cubicBezTo>
                      <a:pt x="700" y="317"/>
                      <a:pt x="700" y="317"/>
                      <a:pt x="700" y="317"/>
                    </a:cubicBezTo>
                    <a:cubicBezTo>
                      <a:pt x="699" y="319"/>
                      <a:pt x="698" y="320"/>
                      <a:pt x="696" y="319"/>
                    </a:cubicBezTo>
                    <a:cubicBezTo>
                      <a:pt x="695" y="319"/>
                      <a:pt x="695" y="318"/>
                      <a:pt x="695" y="316"/>
                    </a:cubicBezTo>
                    <a:cubicBezTo>
                      <a:pt x="695" y="314"/>
                      <a:pt x="694" y="313"/>
                      <a:pt x="692" y="312"/>
                    </a:cubicBezTo>
                    <a:cubicBezTo>
                      <a:pt x="649" y="293"/>
                      <a:pt x="649" y="293"/>
                      <a:pt x="649" y="293"/>
                    </a:cubicBezTo>
                    <a:cubicBezTo>
                      <a:pt x="648" y="292"/>
                      <a:pt x="646" y="293"/>
                      <a:pt x="645" y="294"/>
                    </a:cubicBezTo>
                    <a:cubicBezTo>
                      <a:pt x="644" y="295"/>
                      <a:pt x="642" y="295"/>
                      <a:pt x="641" y="295"/>
                    </a:cubicBezTo>
                    <a:cubicBezTo>
                      <a:pt x="639" y="294"/>
                      <a:pt x="639" y="293"/>
                      <a:pt x="640" y="290"/>
                    </a:cubicBezTo>
                    <a:cubicBezTo>
                      <a:pt x="653" y="263"/>
                      <a:pt x="653" y="263"/>
                      <a:pt x="653" y="263"/>
                    </a:cubicBezTo>
                    <a:cubicBezTo>
                      <a:pt x="659" y="249"/>
                      <a:pt x="667" y="244"/>
                      <a:pt x="677" y="248"/>
                    </a:cubicBezTo>
                    <a:cubicBezTo>
                      <a:pt x="683" y="252"/>
                      <a:pt x="685" y="258"/>
                      <a:pt x="685" y="267"/>
                    </a:cubicBezTo>
                    <a:cubicBezTo>
                      <a:pt x="685" y="268"/>
                      <a:pt x="685" y="268"/>
                      <a:pt x="685" y="268"/>
                    </a:cubicBezTo>
                    <a:cubicBezTo>
                      <a:pt x="692" y="266"/>
                      <a:pt x="702" y="265"/>
                      <a:pt x="713" y="265"/>
                    </a:cubicBezTo>
                    <a:cubicBezTo>
                      <a:pt x="715" y="266"/>
                      <a:pt x="716" y="265"/>
                      <a:pt x="718" y="264"/>
                    </a:cubicBezTo>
                    <a:cubicBezTo>
                      <a:pt x="720" y="262"/>
                      <a:pt x="721" y="262"/>
                      <a:pt x="722" y="262"/>
                    </a:cubicBezTo>
                    <a:cubicBezTo>
                      <a:pt x="723" y="263"/>
                      <a:pt x="724" y="264"/>
                      <a:pt x="723" y="266"/>
                    </a:cubicBezTo>
                    <a:cubicBezTo>
                      <a:pt x="715" y="284"/>
                      <a:pt x="715" y="284"/>
                      <a:pt x="715" y="284"/>
                    </a:cubicBezTo>
                    <a:cubicBezTo>
                      <a:pt x="714" y="286"/>
                      <a:pt x="713" y="286"/>
                      <a:pt x="712" y="285"/>
                    </a:cubicBezTo>
                    <a:cubicBezTo>
                      <a:pt x="711" y="285"/>
                      <a:pt x="710" y="284"/>
                      <a:pt x="710" y="282"/>
                    </a:cubicBezTo>
                    <a:cubicBezTo>
                      <a:pt x="711" y="281"/>
                      <a:pt x="710" y="280"/>
                      <a:pt x="709" y="279"/>
                    </a:cubicBezTo>
                    <a:cubicBezTo>
                      <a:pt x="706" y="278"/>
                      <a:pt x="697" y="279"/>
                      <a:pt x="683" y="281"/>
                    </a:cubicBezTo>
                    <a:cubicBezTo>
                      <a:pt x="680" y="292"/>
                      <a:pt x="680" y="292"/>
                      <a:pt x="680" y="292"/>
                    </a:cubicBezTo>
                    <a:cubicBezTo>
                      <a:pt x="698" y="300"/>
                      <a:pt x="698" y="300"/>
                      <a:pt x="698" y="300"/>
                    </a:cubicBezTo>
                    <a:cubicBezTo>
                      <a:pt x="699" y="301"/>
                      <a:pt x="701" y="301"/>
                      <a:pt x="703" y="299"/>
                    </a:cubicBezTo>
                    <a:cubicBezTo>
                      <a:pt x="704" y="298"/>
                      <a:pt x="705" y="297"/>
                      <a:pt x="706" y="298"/>
                    </a:cubicBezTo>
                    <a:cubicBezTo>
                      <a:pt x="707" y="299"/>
                      <a:pt x="708" y="300"/>
                      <a:pt x="707" y="303"/>
                    </a:cubicBezTo>
                    <a:close/>
                    <a:moveTo>
                      <a:pt x="657" y="282"/>
                    </a:moveTo>
                    <a:cubicBezTo>
                      <a:pt x="675" y="290"/>
                      <a:pt x="675" y="290"/>
                      <a:pt x="675" y="290"/>
                    </a:cubicBezTo>
                    <a:cubicBezTo>
                      <a:pt x="680" y="274"/>
                      <a:pt x="679" y="265"/>
                      <a:pt x="671" y="262"/>
                    </a:cubicBezTo>
                    <a:cubicBezTo>
                      <a:pt x="665" y="259"/>
                      <a:pt x="659" y="262"/>
                      <a:pt x="655" y="272"/>
                    </a:cubicBezTo>
                    <a:cubicBezTo>
                      <a:pt x="653" y="277"/>
                      <a:pt x="653" y="281"/>
                      <a:pt x="657" y="282"/>
                    </a:cubicBezTo>
                    <a:close/>
                    <a:moveTo>
                      <a:pt x="683" y="239"/>
                    </a:moveTo>
                    <a:cubicBezTo>
                      <a:pt x="671" y="236"/>
                      <a:pt x="666" y="227"/>
                      <a:pt x="667" y="212"/>
                    </a:cubicBezTo>
                    <a:cubicBezTo>
                      <a:pt x="669" y="202"/>
                      <a:pt x="673" y="195"/>
                      <a:pt x="677" y="191"/>
                    </a:cubicBezTo>
                    <a:cubicBezTo>
                      <a:pt x="679" y="191"/>
                      <a:pt x="682" y="192"/>
                      <a:pt x="685" y="192"/>
                    </a:cubicBezTo>
                    <a:cubicBezTo>
                      <a:pt x="688" y="193"/>
                      <a:pt x="688" y="194"/>
                      <a:pt x="688" y="195"/>
                    </a:cubicBezTo>
                    <a:cubicBezTo>
                      <a:pt x="688" y="196"/>
                      <a:pt x="687" y="198"/>
                      <a:pt x="684" y="198"/>
                    </a:cubicBezTo>
                    <a:cubicBezTo>
                      <a:pt x="678" y="200"/>
                      <a:pt x="675" y="205"/>
                      <a:pt x="673" y="212"/>
                    </a:cubicBezTo>
                    <a:cubicBezTo>
                      <a:pt x="673" y="219"/>
                      <a:pt x="675" y="224"/>
                      <a:pt x="681" y="225"/>
                    </a:cubicBezTo>
                    <a:cubicBezTo>
                      <a:pt x="686" y="226"/>
                      <a:pt x="691" y="222"/>
                      <a:pt x="695" y="211"/>
                    </a:cubicBezTo>
                    <a:cubicBezTo>
                      <a:pt x="701" y="197"/>
                      <a:pt x="708" y="191"/>
                      <a:pt x="717" y="192"/>
                    </a:cubicBezTo>
                    <a:cubicBezTo>
                      <a:pt x="731" y="196"/>
                      <a:pt x="737" y="207"/>
                      <a:pt x="734" y="224"/>
                    </a:cubicBezTo>
                    <a:cubicBezTo>
                      <a:pt x="731" y="239"/>
                      <a:pt x="724" y="247"/>
                      <a:pt x="714" y="247"/>
                    </a:cubicBezTo>
                    <a:cubicBezTo>
                      <a:pt x="712" y="246"/>
                      <a:pt x="711" y="245"/>
                      <a:pt x="711" y="243"/>
                    </a:cubicBezTo>
                    <a:cubicBezTo>
                      <a:pt x="711" y="241"/>
                      <a:pt x="713" y="239"/>
                      <a:pt x="717" y="238"/>
                    </a:cubicBezTo>
                    <a:cubicBezTo>
                      <a:pt x="723" y="235"/>
                      <a:pt x="728" y="230"/>
                      <a:pt x="729" y="223"/>
                    </a:cubicBezTo>
                    <a:cubicBezTo>
                      <a:pt x="730" y="213"/>
                      <a:pt x="727" y="208"/>
                      <a:pt x="719" y="206"/>
                    </a:cubicBezTo>
                    <a:cubicBezTo>
                      <a:pt x="715" y="205"/>
                      <a:pt x="710" y="210"/>
                      <a:pt x="706" y="220"/>
                    </a:cubicBezTo>
                    <a:cubicBezTo>
                      <a:pt x="700" y="234"/>
                      <a:pt x="692" y="241"/>
                      <a:pt x="683" y="239"/>
                    </a:cubicBezTo>
                    <a:close/>
                    <a:moveTo>
                      <a:pt x="684" y="160"/>
                    </a:moveTo>
                    <a:cubicBezTo>
                      <a:pt x="731" y="160"/>
                      <a:pt x="731" y="160"/>
                      <a:pt x="731" y="160"/>
                    </a:cubicBezTo>
                    <a:cubicBezTo>
                      <a:pt x="733" y="160"/>
                      <a:pt x="735" y="160"/>
                      <a:pt x="735" y="158"/>
                    </a:cubicBezTo>
                    <a:cubicBezTo>
                      <a:pt x="736" y="156"/>
                      <a:pt x="737" y="156"/>
                      <a:pt x="738" y="156"/>
                    </a:cubicBezTo>
                    <a:cubicBezTo>
                      <a:pt x="740" y="156"/>
                      <a:pt x="741" y="157"/>
                      <a:pt x="741" y="160"/>
                    </a:cubicBezTo>
                    <a:cubicBezTo>
                      <a:pt x="740" y="175"/>
                      <a:pt x="740" y="175"/>
                      <a:pt x="740" y="175"/>
                    </a:cubicBezTo>
                    <a:cubicBezTo>
                      <a:pt x="740" y="178"/>
                      <a:pt x="739" y="179"/>
                      <a:pt x="737" y="179"/>
                    </a:cubicBezTo>
                    <a:cubicBezTo>
                      <a:pt x="736" y="179"/>
                      <a:pt x="735" y="178"/>
                      <a:pt x="735" y="177"/>
                    </a:cubicBezTo>
                    <a:cubicBezTo>
                      <a:pt x="734" y="175"/>
                      <a:pt x="733" y="174"/>
                      <a:pt x="731" y="174"/>
                    </a:cubicBezTo>
                    <a:cubicBezTo>
                      <a:pt x="683" y="173"/>
                      <a:pt x="683" y="173"/>
                      <a:pt x="683" y="173"/>
                    </a:cubicBezTo>
                    <a:cubicBezTo>
                      <a:pt x="682" y="173"/>
                      <a:pt x="681" y="174"/>
                      <a:pt x="680" y="176"/>
                    </a:cubicBezTo>
                    <a:cubicBezTo>
                      <a:pt x="679" y="178"/>
                      <a:pt x="678" y="178"/>
                      <a:pt x="677" y="178"/>
                    </a:cubicBezTo>
                    <a:cubicBezTo>
                      <a:pt x="675" y="178"/>
                      <a:pt x="675" y="177"/>
                      <a:pt x="675" y="174"/>
                    </a:cubicBezTo>
                    <a:cubicBezTo>
                      <a:pt x="675" y="159"/>
                      <a:pt x="675" y="159"/>
                      <a:pt x="675" y="159"/>
                    </a:cubicBezTo>
                    <a:cubicBezTo>
                      <a:pt x="675" y="156"/>
                      <a:pt x="676" y="155"/>
                      <a:pt x="677" y="155"/>
                    </a:cubicBezTo>
                    <a:cubicBezTo>
                      <a:pt x="679" y="155"/>
                      <a:pt x="680" y="155"/>
                      <a:pt x="681" y="157"/>
                    </a:cubicBezTo>
                    <a:cubicBezTo>
                      <a:pt x="681" y="159"/>
                      <a:pt x="682" y="160"/>
                      <a:pt x="684" y="160"/>
                    </a:cubicBezTo>
                    <a:close/>
                    <a:moveTo>
                      <a:pt x="682" y="111"/>
                    </a:moveTo>
                    <a:cubicBezTo>
                      <a:pt x="729" y="105"/>
                      <a:pt x="729" y="105"/>
                      <a:pt x="729" y="105"/>
                    </a:cubicBezTo>
                    <a:cubicBezTo>
                      <a:pt x="731" y="104"/>
                      <a:pt x="732" y="103"/>
                      <a:pt x="732" y="101"/>
                    </a:cubicBezTo>
                    <a:cubicBezTo>
                      <a:pt x="733" y="99"/>
                      <a:pt x="733" y="98"/>
                      <a:pt x="734" y="98"/>
                    </a:cubicBezTo>
                    <a:cubicBezTo>
                      <a:pt x="736" y="98"/>
                      <a:pt x="737" y="99"/>
                      <a:pt x="738" y="102"/>
                    </a:cubicBezTo>
                    <a:cubicBezTo>
                      <a:pt x="740" y="118"/>
                      <a:pt x="740" y="118"/>
                      <a:pt x="740" y="118"/>
                    </a:cubicBezTo>
                    <a:cubicBezTo>
                      <a:pt x="740" y="121"/>
                      <a:pt x="740" y="122"/>
                      <a:pt x="738" y="122"/>
                    </a:cubicBezTo>
                    <a:cubicBezTo>
                      <a:pt x="737" y="122"/>
                      <a:pt x="736" y="122"/>
                      <a:pt x="735" y="120"/>
                    </a:cubicBezTo>
                    <a:cubicBezTo>
                      <a:pt x="734" y="118"/>
                      <a:pt x="733" y="117"/>
                      <a:pt x="731" y="117"/>
                    </a:cubicBezTo>
                    <a:cubicBezTo>
                      <a:pt x="683" y="124"/>
                      <a:pt x="683" y="124"/>
                      <a:pt x="683" y="124"/>
                    </a:cubicBezTo>
                    <a:cubicBezTo>
                      <a:pt x="682" y="124"/>
                      <a:pt x="681" y="126"/>
                      <a:pt x="681" y="129"/>
                    </a:cubicBezTo>
                    <a:cubicBezTo>
                      <a:pt x="682" y="133"/>
                      <a:pt x="684" y="137"/>
                      <a:pt x="688" y="140"/>
                    </a:cubicBezTo>
                    <a:cubicBezTo>
                      <a:pt x="690" y="142"/>
                      <a:pt x="691" y="143"/>
                      <a:pt x="691" y="144"/>
                    </a:cubicBezTo>
                    <a:cubicBezTo>
                      <a:pt x="692" y="145"/>
                      <a:pt x="691" y="146"/>
                      <a:pt x="689" y="146"/>
                    </a:cubicBezTo>
                    <a:cubicBezTo>
                      <a:pt x="688" y="146"/>
                      <a:pt x="685" y="146"/>
                      <a:pt x="682" y="146"/>
                    </a:cubicBezTo>
                    <a:cubicBezTo>
                      <a:pt x="681" y="146"/>
                      <a:pt x="680" y="146"/>
                      <a:pt x="680" y="146"/>
                    </a:cubicBezTo>
                    <a:cubicBezTo>
                      <a:pt x="679" y="146"/>
                      <a:pt x="678" y="145"/>
                      <a:pt x="677" y="143"/>
                    </a:cubicBezTo>
                    <a:cubicBezTo>
                      <a:pt x="670" y="95"/>
                      <a:pt x="670" y="95"/>
                      <a:pt x="670" y="95"/>
                    </a:cubicBezTo>
                    <a:cubicBezTo>
                      <a:pt x="670" y="93"/>
                      <a:pt x="671" y="92"/>
                      <a:pt x="672" y="91"/>
                    </a:cubicBezTo>
                    <a:cubicBezTo>
                      <a:pt x="673" y="91"/>
                      <a:pt x="673" y="91"/>
                      <a:pt x="674" y="91"/>
                    </a:cubicBezTo>
                    <a:cubicBezTo>
                      <a:pt x="677" y="89"/>
                      <a:pt x="679" y="88"/>
                      <a:pt x="681" y="88"/>
                    </a:cubicBezTo>
                    <a:cubicBezTo>
                      <a:pt x="683" y="88"/>
                      <a:pt x="684" y="89"/>
                      <a:pt x="684" y="90"/>
                    </a:cubicBezTo>
                    <a:cubicBezTo>
                      <a:pt x="684" y="91"/>
                      <a:pt x="683" y="93"/>
                      <a:pt x="682" y="95"/>
                    </a:cubicBezTo>
                    <a:cubicBezTo>
                      <a:pt x="679" y="99"/>
                      <a:pt x="678" y="103"/>
                      <a:pt x="678" y="107"/>
                    </a:cubicBezTo>
                    <a:cubicBezTo>
                      <a:pt x="679" y="110"/>
                      <a:pt x="680" y="112"/>
                      <a:pt x="682" y="111"/>
                    </a:cubicBezTo>
                    <a:close/>
                    <a:moveTo>
                      <a:pt x="720" y="28"/>
                    </a:moveTo>
                    <a:cubicBezTo>
                      <a:pt x="725" y="43"/>
                      <a:pt x="725" y="43"/>
                      <a:pt x="725" y="43"/>
                    </a:cubicBezTo>
                    <a:cubicBezTo>
                      <a:pt x="726" y="45"/>
                      <a:pt x="725" y="47"/>
                      <a:pt x="723" y="47"/>
                    </a:cubicBezTo>
                    <a:cubicBezTo>
                      <a:pt x="722" y="48"/>
                      <a:pt x="721" y="47"/>
                      <a:pt x="720" y="46"/>
                    </a:cubicBezTo>
                    <a:cubicBezTo>
                      <a:pt x="719" y="44"/>
                      <a:pt x="717" y="44"/>
                      <a:pt x="716" y="45"/>
                    </a:cubicBezTo>
                    <a:cubicBezTo>
                      <a:pt x="700" y="50"/>
                      <a:pt x="700" y="50"/>
                      <a:pt x="700" y="50"/>
                    </a:cubicBezTo>
                    <a:cubicBezTo>
                      <a:pt x="695" y="59"/>
                      <a:pt x="688" y="69"/>
                      <a:pt x="676" y="81"/>
                    </a:cubicBezTo>
                    <a:cubicBezTo>
                      <a:pt x="676" y="82"/>
                      <a:pt x="676" y="83"/>
                      <a:pt x="676" y="85"/>
                    </a:cubicBezTo>
                    <a:cubicBezTo>
                      <a:pt x="676" y="86"/>
                      <a:pt x="675" y="87"/>
                      <a:pt x="673" y="88"/>
                    </a:cubicBezTo>
                    <a:cubicBezTo>
                      <a:pt x="672" y="88"/>
                      <a:pt x="671" y="88"/>
                      <a:pt x="670" y="87"/>
                    </a:cubicBezTo>
                    <a:cubicBezTo>
                      <a:pt x="664" y="68"/>
                      <a:pt x="664" y="68"/>
                      <a:pt x="664" y="68"/>
                    </a:cubicBezTo>
                    <a:cubicBezTo>
                      <a:pt x="664" y="66"/>
                      <a:pt x="664" y="65"/>
                      <a:pt x="665" y="64"/>
                    </a:cubicBezTo>
                    <a:cubicBezTo>
                      <a:pt x="667" y="64"/>
                      <a:pt x="668" y="64"/>
                      <a:pt x="670" y="66"/>
                    </a:cubicBezTo>
                    <a:cubicBezTo>
                      <a:pt x="670" y="67"/>
                      <a:pt x="670" y="67"/>
                      <a:pt x="671" y="67"/>
                    </a:cubicBezTo>
                    <a:cubicBezTo>
                      <a:pt x="675" y="64"/>
                      <a:pt x="681" y="56"/>
                      <a:pt x="690" y="43"/>
                    </a:cubicBezTo>
                    <a:cubicBezTo>
                      <a:pt x="674" y="39"/>
                      <a:pt x="665" y="37"/>
                      <a:pt x="662" y="37"/>
                    </a:cubicBezTo>
                    <a:cubicBezTo>
                      <a:pt x="661" y="38"/>
                      <a:pt x="660" y="39"/>
                      <a:pt x="660" y="41"/>
                    </a:cubicBezTo>
                    <a:cubicBezTo>
                      <a:pt x="660" y="43"/>
                      <a:pt x="660" y="44"/>
                      <a:pt x="658" y="44"/>
                    </a:cubicBezTo>
                    <a:cubicBezTo>
                      <a:pt x="657" y="45"/>
                      <a:pt x="656" y="44"/>
                      <a:pt x="655" y="42"/>
                    </a:cubicBezTo>
                    <a:cubicBezTo>
                      <a:pt x="651" y="29"/>
                      <a:pt x="651" y="29"/>
                      <a:pt x="651" y="29"/>
                    </a:cubicBezTo>
                    <a:cubicBezTo>
                      <a:pt x="650" y="28"/>
                      <a:pt x="650" y="27"/>
                      <a:pt x="652" y="26"/>
                    </a:cubicBezTo>
                    <a:cubicBezTo>
                      <a:pt x="653" y="26"/>
                      <a:pt x="654" y="26"/>
                      <a:pt x="655" y="27"/>
                    </a:cubicBezTo>
                    <a:cubicBezTo>
                      <a:pt x="656" y="28"/>
                      <a:pt x="658" y="29"/>
                      <a:pt x="660" y="29"/>
                    </a:cubicBezTo>
                    <a:cubicBezTo>
                      <a:pt x="667" y="30"/>
                      <a:pt x="677" y="33"/>
                      <a:pt x="691" y="37"/>
                    </a:cubicBezTo>
                    <a:cubicBezTo>
                      <a:pt x="692" y="37"/>
                      <a:pt x="693" y="38"/>
                      <a:pt x="694" y="38"/>
                    </a:cubicBezTo>
                    <a:cubicBezTo>
                      <a:pt x="711" y="32"/>
                      <a:pt x="711" y="32"/>
                      <a:pt x="711" y="32"/>
                    </a:cubicBezTo>
                    <a:cubicBezTo>
                      <a:pt x="713" y="31"/>
                      <a:pt x="714" y="30"/>
                      <a:pt x="714" y="28"/>
                    </a:cubicBezTo>
                    <a:cubicBezTo>
                      <a:pt x="714" y="27"/>
                      <a:pt x="715" y="26"/>
                      <a:pt x="716" y="25"/>
                    </a:cubicBezTo>
                    <a:cubicBezTo>
                      <a:pt x="717" y="25"/>
                      <a:pt x="719" y="26"/>
                      <a:pt x="72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iśḷíḋe"/>
              <p:cNvSpPr/>
              <p:nvPr/>
            </p:nvSpPr>
            <p:spPr bwMode="auto">
              <a:xfrm>
                <a:off x="3062288" y="3054351"/>
                <a:ext cx="204788" cy="217488"/>
              </a:xfrm>
              <a:custGeom>
                <a:avLst/>
                <a:gdLst>
                  <a:gd name="T0" fmla="*/ 38 w 62"/>
                  <a:gd name="T1" fmla="*/ 3 h 66"/>
                  <a:gd name="T2" fmla="*/ 50 w 62"/>
                  <a:gd name="T3" fmla="*/ 57 h 66"/>
                  <a:gd name="T4" fmla="*/ 14 w 62"/>
                  <a:gd name="T5" fmla="*/ 59 h 66"/>
                  <a:gd name="T6" fmla="*/ 10 w 62"/>
                  <a:gd name="T7" fmla="*/ 56 h 66"/>
                  <a:gd name="T8" fmla="*/ 9 w 62"/>
                  <a:gd name="T9" fmla="*/ 48 h 66"/>
                  <a:gd name="T10" fmla="*/ 22 w 62"/>
                  <a:gd name="T11" fmla="*/ 47 h 66"/>
                  <a:gd name="T12" fmla="*/ 29 w 62"/>
                  <a:gd name="T13" fmla="*/ 52 h 66"/>
                  <a:gd name="T14" fmla="*/ 37 w 62"/>
                  <a:gd name="T15" fmla="*/ 43 h 66"/>
                  <a:gd name="T16" fmla="*/ 36 w 62"/>
                  <a:gd name="T17" fmla="*/ 41 h 66"/>
                  <a:gd name="T18" fmla="*/ 30 w 62"/>
                  <a:gd name="T19" fmla="*/ 43 h 66"/>
                  <a:gd name="T20" fmla="*/ 10 w 62"/>
                  <a:gd name="T21" fmla="*/ 12 h 66"/>
                  <a:gd name="T22" fmla="*/ 38 w 62"/>
                  <a:gd name="T23" fmla="*/ 3 h 66"/>
                  <a:gd name="T24" fmla="*/ 27 w 62"/>
                  <a:gd name="T25" fmla="*/ 18 h 66"/>
                  <a:gd name="T26" fmla="*/ 33 w 62"/>
                  <a:gd name="T27" fmla="*/ 29 h 66"/>
                  <a:gd name="T28" fmla="*/ 37 w 62"/>
                  <a:gd name="T29" fmla="*/ 27 h 66"/>
                  <a:gd name="T30" fmla="*/ 37 w 62"/>
                  <a:gd name="T31" fmla="*/ 24 h 66"/>
                  <a:gd name="T32" fmla="*/ 34 w 62"/>
                  <a:gd name="T33" fmla="*/ 17 h 66"/>
                  <a:gd name="T34" fmla="*/ 27 w 62"/>
                  <a:gd name="T35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2" h="66">
                    <a:moveTo>
                      <a:pt x="38" y="3"/>
                    </a:moveTo>
                    <a:cubicBezTo>
                      <a:pt x="60" y="9"/>
                      <a:pt x="62" y="41"/>
                      <a:pt x="50" y="57"/>
                    </a:cubicBezTo>
                    <a:cubicBezTo>
                      <a:pt x="43" y="66"/>
                      <a:pt x="23" y="66"/>
                      <a:pt x="14" y="59"/>
                    </a:cubicBezTo>
                    <a:cubicBezTo>
                      <a:pt x="12" y="59"/>
                      <a:pt x="11" y="57"/>
                      <a:pt x="10" y="56"/>
                    </a:cubicBezTo>
                    <a:cubicBezTo>
                      <a:pt x="8" y="54"/>
                      <a:pt x="6" y="49"/>
                      <a:pt x="9" y="48"/>
                    </a:cubicBezTo>
                    <a:cubicBezTo>
                      <a:pt x="13" y="47"/>
                      <a:pt x="19" y="46"/>
                      <a:pt x="22" y="47"/>
                    </a:cubicBezTo>
                    <a:cubicBezTo>
                      <a:pt x="25" y="48"/>
                      <a:pt x="25" y="51"/>
                      <a:pt x="29" y="52"/>
                    </a:cubicBezTo>
                    <a:cubicBezTo>
                      <a:pt x="32" y="52"/>
                      <a:pt x="37" y="47"/>
                      <a:pt x="37" y="43"/>
                    </a:cubicBezTo>
                    <a:cubicBezTo>
                      <a:pt x="37" y="41"/>
                      <a:pt x="37" y="41"/>
                      <a:pt x="36" y="41"/>
                    </a:cubicBezTo>
                    <a:cubicBezTo>
                      <a:pt x="34" y="41"/>
                      <a:pt x="32" y="43"/>
                      <a:pt x="30" y="43"/>
                    </a:cubicBezTo>
                    <a:cubicBezTo>
                      <a:pt x="12" y="46"/>
                      <a:pt x="0" y="26"/>
                      <a:pt x="10" y="12"/>
                    </a:cubicBezTo>
                    <a:cubicBezTo>
                      <a:pt x="16" y="3"/>
                      <a:pt x="28" y="0"/>
                      <a:pt x="38" y="3"/>
                    </a:cubicBezTo>
                    <a:close/>
                    <a:moveTo>
                      <a:pt x="27" y="18"/>
                    </a:moveTo>
                    <a:cubicBezTo>
                      <a:pt x="24" y="23"/>
                      <a:pt x="26" y="30"/>
                      <a:pt x="33" y="29"/>
                    </a:cubicBezTo>
                    <a:cubicBezTo>
                      <a:pt x="35" y="29"/>
                      <a:pt x="37" y="28"/>
                      <a:pt x="37" y="27"/>
                    </a:cubicBezTo>
                    <a:cubicBezTo>
                      <a:pt x="38" y="26"/>
                      <a:pt x="38" y="25"/>
                      <a:pt x="37" y="24"/>
                    </a:cubicBezTo>
                    <a:cubicBezTo>
                      <a:pt x="37" y="21"/>
                      <a:pt x="37" y="18"/>
                      <a:pt x="34" y="17"/>
                    </a:cubicBezTo>
                    <a:cubicBezTo>
                      <a:pt x="32" y="16"/>
                      <a:pt x="28" y="15"/>
                      <a:pt x="2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íṧ1ïdé"/>
              <p:cNvSpPr/>
              <p:nvPr/>
            </p:nvSpPr>
            <p:spPr bwMode="auto">
              <a:xfrm>
                <a:off x="1901826" y="2965451"/>
                <a:ext cx="1662113" cy="1449388"/>
              </a:xfrm>
              <a:custGeom>
                <a:avLst/>
                <a:gdLst>
                  <a:gd name="T0" fmla="*/ 0 w 1047"/>
                  <a:gd name="T1" fmla="*/ 0 h 913"/>
                  <a:gd name="T2" fmla="*/ 1047 w 1047"/>
                  <a:gd name="T3" fmla="*/ 2 h 913"/>
                  <a:gd name="T4" fmla="*/ 523 w 1047"/>
                  <a:gd name="T5" fmla="*/ 913 h 913"/>
                  <a:gd name="T6" fmla="*/ 0 w 1047"/>
                  <a:gd name="T7" fmla="*/ 0 h 913"/>
                  <a:gd name="T8" fmla="*/ 0 w 1047"/>
                  <a:gd name="T9" fmla="*/ 0 h 913"/>
                  <a:gd name="T10" fmla="*/ 386 w 1047"/>
                  <a:gd name="T11" fmla="*/ 609 h 913"/>
                  <a:gd name="T12" fmla="*/ 436 w 1047"/>
                  <a:gd name="T13" fmla="*/ 524 h 913"/>
                  <a:gd name="T14" fmla="*/ 395 w 1047"/>
                  <a:gd name="T15" fmla="*/ 457 h 913"/>
                  <a:gd name="T16" fmla="*/ 380 w 1047"/>
                  <a:gd name="T17" fmla="*/ 457 h 913"/>
                  <a:gd name="T18" fmla="*/ 341 w 1047"/>
                  <a:gd name="T19" fmla="*/ 526 h 913"/>
                  <a:gd name="T20" fmla="*/ 386 w 1047"/>
                  <a:gd name="T21" fmla="*/ 609 h 913"/>
                  <a:gd name="T22" fmla="*/ 386 w 1047"/>
                  <a:gd name="T23" fmla="*/ 609 h 913"/>
                  <a:gd name="T24" fmla="*/ 455 w 1047"/>
                  <a:gd name="T25" fmla="*/ 493 h 913"/>
                  <a:gd name="T26" fmla="*/ 523 w 1047"/>
                  <a:gd name="T27" fmla="*/ 381 h 913"/>
                  <a:gd name="T28" fmla="*/ 590 w 1047"/>
                  <a:gd name="T29" fmla="*/ 493 h 913"/>
                  <a:gd name="T30" fmla="*/ 658 w 1047"/>
                  <a:gd name="T31" fmla="*/ 381 h 913"/>
                  <a:gd name="T32" fmla="*/ 725 w 1047"/>
                  <a:gd name="T33" fmla="*/ 495 h 913"/>
                  <a:gd name="T34" fmla="*/ 987 w 1047"/>
                  <a:gd name="T35" fmla="*/ 37 h 913"/>
                  <a:gd name="T36" fmla="*/ 60 w 1047"/>
                  <a:gd name="T37" fmla="*/ 37 h 913"/>
                  <a:gd name="T38" fmla="*/ 320 w 1047"/>
                  <a:gd name="T39" fmla="*/ 491 h 913"/>
                  <a:gd name="T40" fmla="*/ 388 w 1047"/>
                  <a:gd name="T41" fmla="*/ 381 h 913"/>
                  <a:gd name="T42" fmla="*/ 455 w 1047"/>
                  <a:gd name="T43" fmla="*/ 493 h 913"/>
                  <a:gd name="T44" fmla="*/ 455 w 1047"/>
                  <a:gd name="T45" fmla="*/ 493 h 913"/>
                  <a:gd name="T46" fmla="*/ 609 w 1047"/>
                  <a:gd name="T47" fmla="*/ 526 h 913"/>
                  <a:gd name="T48" fmla="*/ 658 w 1047"/>
                  <a:gd name="T49" fmla="*/ 611 h 913"/>
                  <a:gd name="T50" fmla="*/ 706 w 1047"/>
                  <a:gd name="T51" fmla="*/ 528 h 913"/>
                  <a:gd name="T52" fmla="*/ 665 w 1047"/>
                  <a:gd name="T53" fmla="*/ 457 h 913"/>
                  <a:gd name="T54" fmla="*/ 652 w 1047"/>
                  <a:gd name="T55" fmla="*/ 457 h 913"/>
                  <a:gd name="T56" fmla="*/ 609 w 1047"/>
                  <a:gd name="T57" fmla="*/ 526 h 913"/>
                  <a:gd name="T58" fmla="*/ 609 w 1047"/>
                  <a:gd name="T59" fmla="*/ 526 h 913"/>
                  <a:gd name="T60" fmla="*/ 638 w 1047"/>
                  <a:gd name="T61" fmla="*/ 645 h 913"/>
                  <a:gd name="T62" fmla="*/ 590 w 1047"/>
                  <a:gd name="T63" fmla="*/ 559 h 913"/>
                  <a:gd name="T64" fmla="*/ 523 w 1047"/>
                  <a:gd name="T65" fmla="*/ 665 h 913"/>
                  <a:gd name="T66" fmla="*/ 457 w 1047"/>
                  <a:gd name="T67" fmla="*/ 557 h 913"/>
                  <a:gd name="T68" fmla="*/ 407 w 1047"/>
                  <a:gd name="T69" fmla="*/ 645 h 913"/>
                  <a:gd name="T70" fmla="*/ 523 w 1047"/>
                  <a:gd name="T71" fmla="*/ 846 h 913"/>
                  <a:gd name="T72" fmla="*/ 638 w 1047"/>
                  <a:gd name="T73" fmla="*/ 645 h 913"/>
                  <a:gd name="T74" fmla="*/ 638 w 1047"/>
                  <a:gd name="T75" fmla="*/ 645 h 913"/>
                  <a:gd name="T76" fmla="*/ 571 w 1047"/>
                  <a:gd name="T77" fmla="*/ 526 h 913"/>
                  <a:gd name="T78" fmla="*/ 532 w 1047"/>
                  <a:gd name="T79" fmla="*/ 457 h 913"/>
                  <a:gd name="T80" fmla="*/ 515 w 1047"/>
                  <a:gd name="T81" fmla="*/ 457 h 913"/>
                  <a:gd name="T82" fmla="*/ 476 w 1047"/>
                  <a:gd name="T83" fmla="*/ 526 h 913"/>
                  <a:gd name="T84" fmla="*/ 523 w 1047"/>
                  <a:gd name="T85" fmla="*/ 609 h 913"/>
                  <a:gd name="T86" fmla="*/ 571 w 1047"/>
                  <a:gd name="T87" fmla="*/ 526 h 913"/>
                  <a:gd name="T88" fmla="*/ 571 w 1047"/>
                  <a:gd name="T89" fmla="*/ 526 h 9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47" h="913">
                    <a:moveTo>
                      <a:pt x="0" y="0"/>
                    </a:moveTo>
                    <a:lnTo>
                      <a:pt x="1047" y="2"/>
                    </a:lnTo>
                    <a:lnTo>
                      <a:pt x="523" y="91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386" y="609"/>
                    </a:moveTo>
                    <a:lnTo>
                      <a:pt x="436" y="524"/>
                    </a:lnTo>
                    <a:lnTo>
                      <a:pt x="395" y="457"/>
                    </a:lnTo>
                    <a:lnTo>
                      <a:pt x="380" y="457"/>
                    </a:lnTo>
                    <a:lnTo>
                      <a:pt x="341" y="526"/>
                    </a:lnTo>
                    <a:lnTo>
                      <a:pt x="386" y="609"/>
                    </a:lnTo>
                    <a:lnTo>
                      <a:pt x="386" y="609"/>
                    </a:lnTo>
                    <a:close/>
                    <a:moveTo>
                      <a:pt x="455" y="493"/>
                    </a:moveTo>
                    <a:lnTo>
                      <a:pt x="523" y="381"/>
                    </a:lnTo>
                    <a:lnTo>
                      <a:pt x="590" y="493"/>
                    </a:lnTo>
                    <a:lnTo>
                      <a:pt x="658" y="381"/>
                    </a:lnTo>
                    <a:lnTo>
                      <a:pt x="725" y="495"/>
                    </a:lnTo>
                    <a:lnTo>
                      <a:pt x="987" y="37"/>
                    </a:lnTo>
                    <a:lnTo>
                      <a:pt x="60" y="37"/>
                    </a:lnTo>
                    <a:lnTo>
                      <a:pt x="320" y="491"/>
                    </a:lnTo>
                    <a:lnTo>
                      <a:pt x="388" y="381"/>
                    </a:lnTo>
                    <a:lnTo>
                      <a:pt x="455" y="493"/>
                    </a:lnTo>
                    <a:lnTo>
                      <a:pt x="455" y="493"/>
                    </a:lnTo>
                    <a:close/>
                    <a:moveTo>
                      <a:pt x="609" y="526"/>
                    </a:moveTo>
                    <a:lnTo>
                      <a:pt x="658" y="611"/>
                    </a:lnTo>
                    <a:lnTo>
                      <a:pt x="706" y="528"/>
                    </a:lnTo>
                    <a:lnTo>
                      <a:pt x="665" y="457"/>
                    </a:lnTo>
                    <a:lnTo>
                      <a:pt x="652" y="457"/>
                    </a:lnTo>
                    <a:lnTo>
                      <a:pt x="609" y="526"/>
                    </a:lnTo>
                    <a:lnTo>
                      <a:pt x="609" y="526"/>
                    </a:lnTo>
                    <a:close/>
                    <a:moveTo>
                      <a:pt x="638" y="645"/>
                    </a:moveTo>
                    <a:lnTo>
                      <a:pt x="590" y="559"/>
                    </a:lnTo>
                    <a:lnTo>
                      <a:pt x="523" y="665"/>
                    </a:lnTo>
                    <a:lnTo>
                      <a:pt x="457" y="557"/>
                    </a:lnTo>
                    <a:lnTo>
                      <a:pt x="407" y="645"/>
                    </a:lnTo>
                    <a:lnTo>
                      <a:pt x="523" y="846"/>
                    </a:lnTo>
                    <a:lnTo>
                      <a:pt x="638" y="645"/>
                    </a:lnTo>
                    <a:lnTo>
                      <a:pt x="638" y="645"/>
                    </a:lnTo>
                    <a:close/>
                    <a:moveTo>
                      <a:pt x="571" y="526"/>
                    </a:moveTo>
                    <a:lnTo>
                      <a:pt x="532" y="457"/>
                    </a:lnTo>
                    <a:lnTo>
                      <a:pt x="515" y="457"/>
                    </a:lnTo>
                    <a:lnTo>
                      <a:pt x="476" y="526"/>
                    </a:lnTo>
                    <a:lnTo>
                      <a:pt x="523" y="609"/>
                    </a:lnTo>
                    <a:lnTo>
                      <a:pt x="571" y="526"/>
                    </a:lnTo>
                    <a:lnTo>
                      <a:pt x="571" y="5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îṡ1idê"/>
              <p:cNvSpPr/>
              <p:nvPr/>
            </p:nvSpPr>
            <p:spPr bwMode="auto">
              <a:xfrm>
                <a:off x="1344613" y="2017713"/>
                <a:ext cx="2822575" cy="2825750"/>
              </a:xfrm>
              <a:custGeom>
                <a:avLst/>
                <a:gdLst>
                  <a:gd name="T0" fmla="*/ 428 w 856"/>
                  <a:gd name="T1" fmla="*/ 856 h 856"/>
                  <a:gd name="T2" fmla="*/ 0 w 856"/>
                  <a:gd name="T3" fmla="*/ 428 h 856"/>
                  <a:gd name="T4" fmla="*/ 428 w 856"/>
                  <a:gd name="T5" fmla="*/ 0 h 856"/>
                  <a:gd name="T6" fmla="*/ 856 w 856"/>
                  <a:gd name="T7" fmla="*/ 428 h 856"/>
                  <a:gd name="T8" fmla="*/ 428 w 856"/>
                  <a:gd name="T9" fmla="*/ 856 h 856"/>
                  <a:gd name="T10" fmla="*/ 428 w 856"/>
                  <a:gd name="T11" fmla="*/ 827 h 856"/>
                  <a:gd name="T12" fmla="*/ 29 w 856"/>
                  <a:gd name="T13" fmla="*/ 428 h 856"/>
                  <a:gd name="T14" fmla="*/ 428 w 856"/>
                  <a:gd name="T15" fmla="*/ 29 h 856"/>
                  <a:gd name="T16" fmla="*/ 827 w 856"/>
                  <a:gd name="T17" fmla="*/ 428 h 856"/>
                  <a:gd name="T18" fmla="*/ 428 w 856"/>
                  <a:gd name="T19" fmla="*/ 827 h 8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6" h="856">
                    <a:moveTo>
                      <a:pt x="428" y="856"/>
                    </a:moveTo>
                    <a:cubicBezTo>
                      <a:pt x="192" y="856"/>
                      <a:pt x="0" y="664"/>
                      <a:pt x="0" y="428"/>
                    </a:cubicBezTo>
                    <a:cubicBezTo>
                      <a:pt x="0" y="192"/>
                      <a:pt x="192" y="0"/>
                      <a:pt x="428" y="0"/>
                    </a:cubicBezTo>
                    <a:cubicBezTo>
                      <a:pt x="664" y="0"/>
                      <a:pt x="856" y="192"/>
                      <a:pt x="856" y="428"/>
                    </a:cubicBezTo>
                    <a:cubicBezTo>
                      <a:pt x="856" y="664"/>
                      <a:pt x="664" y="856"/>
                      <a:pt x="428" y="856"/>
                    </a:cubicBezTo>
                    <a:close/>
                    <a:moveTo>
                      <a:pt x="428" y="827"/>
                    </a:moveTo>
                    <a:cubicBezTo>
                      <a:pt x="208" y="827"/>
                      <a:pt x="29" y="648"/>
                      <a:pt x="29" y="428"/>
                    </a:cubicBezTo>
                    <a:cubicBezTo>
                      <a:pt x="29" y="208"/>
                      <a:pt x="208" y="29"/>
                      <a:pt x="428" y="29"/>
                    </a:cubicBezTo>
                    <a:cubicBezTo>
                      <a:pt x="648" y="29"/>
                      <a:pt x="827" y="208"/>
                      <a:pt x="827" y="428"/>
                    </a:cubicBezTo>
                    <a:cubicBezTo>
                      <a:pt x="827" y="648"/>
                      <a:pt x="648" y="827"/>
                      <a:pt x="428" y="8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íṡľíḑè"/>
              <p:cNvSpPr/>
              <p:nvPr/>
            </p:nvSpPr>
            <p:spPr bwMode="auto">
              <a:xfrm>
                <a:off x="2132013" y="2693988"/>
                <a:ext cx="1239838" cy="344488"/>
              </a:xfrm>
              <a:custGeom>
                <a:avLst/>
                <a:gdLst>
                  <a:gd name="T0" fmla="*/ 172 w 376"/>
                  <a:gd name="T1" fmla="*/ 28 h 104"/>
                  <a:gd name="T2" fmla="*/ 365 w 376"/>
                  <a:gd name="T3" fmla="*/ 86 h 104"/>
                  <a:gd name="T4" fmla="*/ 34 w 376"/>
                  <a:gd name="T5" fmla="*/ 81 h 104"/>
                  <a:gd name="T6" fmla="*/ 157 w 376"/>
                  <a:gd name="T7" fmla="*/ 56 h 104"/>
                  <a:gd name="T8" fmla="*/ 324 w 376"/>
                  <a:gd name="T9" fmla="*/ 64 h 104"/>
                  <a:gd name="T10" fmla="*/ 323 w 376"/>
                  <a:gd name="T11" fmla="*/ 64 h 104"/>
                  <a:gd name="T12" fmla="*/ 325 w 376"/>
                  <a:gd name="T13" fmla="*/ 82 h 104"/>
                  <a:gd name="T14" fmla="*/ 309 w 376"/>
                  <a:gd name="T15" fmla="*/ 73 h 104"/>
                  <a:gd name="T16" fmla="*/ 147 w 376"/>
                  <a:gd name="T17" fmla="*/ 78 h 104"/>
                  <a:gd name="T18" fmla="*/ 169 w 376"/>
                  <a:gd name="T19" fmla="*/ 49 h 104"/>
                  <a:gd name="T20" fmla="*/ 119 w 376"/>
                  <a:gd name="T21" fmla="*/ 17 h 104"/>
                  <a:gd name="T22" fmla="*/ 142 w 376"/>
                  <a:gd name="T23" fmla="*/ 14 h 104"/>
                  <a:gd name="T24" fmla="*/ 223 w 376"/>
                  <a:gd name="T25" fmla="*/ 68 h 104"/>
                  <a:gd name="T26" fmla="*/ 216 w 376"/>
                  <a:gd name="T27" fmla="*/ 74 h 104"/>
                  <a:gd name="T28" fmla="*/ 220 w 376"/>
                  <a:gd name="T29" fmla="*/ 82 h 104"/>
                  <a:gd name="T30" fmla="*/ 237 w 376"/>
                  <a:gd name="T31" fmla="*/ 82 h 104"/>
                  <a:gd name="T32" fmla="*/ 268 w 376"/>
                  <a:gd name="T33" fmla="*/ 78 h 104"/>
                  <a:gd name="T34" fmla="*/ 265 w 376"/>
                  <a:gd name="T35" fmla="*/ 76 h 104"/>
                  <a:gd name="T36" fmla="*/ 37 w 376"/>
                  <a:gd name="T37" fmla="*/ 68 h 104"/>
                  <a:gd name="T38" fmla="*/ 180 w 376"/>
                  <a:gd name="T39" fmla="*/ 80 h 104"/>
                  <a:gd name="T40" fmla="*/ 126 w 376"/>
                  <a:gd name="T41" fmla="*/ 81 h 104"/>
                  <a:gd name="T42" fmla="*/ 304 w 376"/>
                  <a:gd name="T43" fmla="*/ 82 h 104"/>
                  <a:gd name="T44" fmla="*/ 78 w 376"/>
                  <a:gd name="T45" fmla="*/ 82 h 104"/>
                  <a:gd name="T46" fmla="*/ 39 w 376"/>
                  <a:gd name="T47" fmla="*/ 79 h 104"/>
                  <a:gd name="T48" fmla="*/ 211 w 376"/>
                  <a:gd name="T49" fmla="*/ 81 h 104"/>
                  <a:gd name="T50" fmla="*/ 98 w 376"/>
                  <a:gd name="T51" fmla="*/ 75 h 104"/>
                  <a:gd name="T52" fmla="*/ 293 w 376"/>
                  <a:gd name="T53" fmla="*/ 76 h 104"/>
                  <a:gd name="T54" fmla="*/ 277 w 376"/>
                  <a:gd name="T55" fmla="*/ 83 h 104"/>
                  <a:gd name="T56" fmla="*/ 168 w 376"/>
                  <a:gd name="T57" fmla="*/ 73 h 104"/>
                  <a:gd name="T58" fmla="*/ 260 w 376"/>
                  <a:gd name="T59" fmla="*/ 74 h 104"/>
                  <a:gd name="T60" fmla="*/ 159 w 376"/>
                  <a:gd name="T61" fmla="*/ 72 h 104"/>
                  <a:gd name="T62" fmla="*/ 106 w 376"/>
                  <a:gd name="T63" fmla="*/ 70 h 104"/>
                  <a:gd name="T64" fmla="*/ 202 w 376"/>
                  <a:gd name="T65" fmla="*/ 69 h 104"/>
                  <a:gd name="T66" fmla="*/ 150 w 376"/>
                  <a:gd name="T67" fmla="*/ 67 h 104"/>
                  <a:gd name="T68" fmla="*/ 159 w 376"/>
                  <a:gd name="T69" fmla="*/ 66 h 104"/>
                  <a:gd name="T70" fmla="*/ 232 w 376"/>
                  <a:gd name="T71" fmla="*/ 64 h 104"/>
                  <a:gd name="T72" fmla="*/ 274 w 376"/>
                  <a:gd name="T73" fmla="*/ 65 h 104"/>
                  <a:gd name="T74" fmla="*/ 141 w 376"/>
                  <a:gd name="T75" fmla="*/ 67 h 104"/>
                  <a:gd name="T76" fmla="*/ 264 w 376"/>
                  <a:gd name="T77" fmla="*/ 63 h 104"/>
                  <a:gd name="T78" fmla="*/ 42 w 376"/>
                  <a:gd name="T79" fmla="*/ 61 h 104"/>
                  <a:gd name="T80" fmla="*/ 123 w 376"/>
                  <a:gd name="T81" fmla="*/ 62 h 104"/>
                  <a:gd name="T82" fmla="*/ 211 w 376"/>
                  <a:gd name="T83" fmla="*/ 63 h 104"/>
                  <a:gd name="T84" fmla="*/ 179 w 376"/>
                  <a:gd name="T85" fmla="*/ 73 h 104"/>
                  <a:gd name="T86" fmla="*/ 258 w 376"/>
                  <a:gd name="T87" fmla="*/ 56 h 104"/>
                  <a:gd name="T88" fmla="*/ 134 w 376"/>
                  <a:gd name="T89" fmla="*/ 57 h 104"/>
                  <a:gd name="T90" fmla="*/ 203 w 376"/>
                  <a:gd name="T91" fmla="*/ 51 h 104"/>
                  <a:gd name="T92" fmla="*/ 233 w 376"/>
                  <a:gd name="T93" fmla="*/ 50 h 104"/>
                  <a:gd name="T94" fmla="*/ 188 w 376"/>
                  <a:gd name="T95" fmla="*/ 57 h 104"/>
                  <a:gd name="T96" fmla="*/ 149 w 376"/>
                  <a:gd name="T97" fmla="*/ 45 h 104"/>
                  <a:gd name="T98" fmla="*/ 184 w 376"/>
                  <a:gd name="T99" fmla="*/ 40 h 104"/>
                  <a:gd name="T100" fmla="*/ 241 w 376"/>
                  <a:gd name="T101" fmla="*/ 40 h 104"/>
                  <a:gd name="T102" fmla="*/ 225 w 376"/>
                  <a:gd name="T103" fmla="*/ 36 h 104"/>
                  <a:gd name="T104" fmla="*/ 225 w 376"/>
                  <a:gd name="T105" fmla="*/ 36 h 104"/>
                  <a:gd name="T106" fmla="*/ 125 w 376"/>
                  <a:gd name="T107" fmla="*/ 24 h 104"/>
                  <a:gd name="T108" fmla="*/ 146 w 376"/>
                  <a:gd name="T109" fmla="*/ 55 h 104"/>
                  <a:gd name="T110" fmla="*/ 121 w 376"/>
                  <a:gd name="T111" fmla="*/ 35 h 104"/>
                  <a:gd name="T112" fmla="*/ 255 w 376"/>
                  <a:gd name="T113" fmla="*/ 34 h 104"/>
                  <a:gd name="T114" fmla="*/ 241 w 376"/>
                  <a:gd name="T115" fmla="*/ 28 h 104"/>
                  <a:gd name="T116" fmla="*/ 229 w 376"/>
                  <a:gd name="T117" fmla="*/ 27 h 104"/>
                  <a:gd name="T118" fmla="*/ 227 w 376"/>
                  <a:gd name="T119" fmla="*/ 15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76" h="104">
                    <a:moveTo>
                      <a:pt x="0" y="83"/>
                    </a:moveTo>
                    <a:cubicBezTo>
                      <a:pt x="40" y="45"/>
                      <a:pt x="40" y="45"/>
                      <a:pt x="40" y="45"/>
                    </a:cubicBezTo>
                    <a:cubicBezTo>
                      <a:pt x="40" y="45"/>
                      <a:pt x="47" y="39"/>
                      <a:pt x="52" y="46"/>
                    </a:cubicBezTo>
                    <a:cubicBezTo>
                      <a:pt x="55" y="50"/>
                      <a:pt x="59" y="55"/>
                      <a:pt x="62" y="59"/>
                    </a:cubicBezTo>
                    <a:cubicBezTo>
                      <a:pt x="64" y="61"/>
                      <a:pt x="67" y="63"/>
                      <a:pt x="72" y="59"/>
                    </a:cubicBezTo>
                    <a:cubicBezTo>
                      <a:pt x="79" y="54"/>
                      <a:pt x="89" y="48"/>
                      <a:pt x="94" y="47"/>
                    </a:cubicBezTo>
                    <a:cubicBezTo>
                      <a:pt x="98" y="45"/>
                      <a:pt x="103" y="45"/>
                      <a:pt x="100" y="39"/>
                    </a:cubicBezTo>
                    <a:cubicBezTo>
                      <a:pt x="98" y="33"/>
                      <a:pt x="94" y="25"/>
                      <a:pt x="94" y="25"/>
                    </a:cubicBezTo>
                    <a:cubicBezTo>
                      <a:pt x="94" y="25"/>
                      <a:pt x="89" y="17"/>
                      <a:pt x="100" y="14"/>
                    </a:cubicBezTo>
                    <a:cubicBezTo>
                      <a:pt x="110" y="11"/>
                      <a:pt x="140" y="2"/>
                      <a:pt x="150" y="1"/>
                    </a:cubicBezTo>
                    <a:cubicBezTo>
                      <a:pt x="161" y="1"/>
                      <a:pt x="163" y="0"/>
                      <a:pt x="164" y="8"/>
                    </a:cubicBezTo>
                    <a:cubicBezTo>
                      <a:pt x="164" y="12"/>
                      <a:pt x="165" y="19"/>
                      <a:pt x="166" y="24"/>
                    </a:cubicBezTo>
                    <a:cubicBezTo>
                      <a:pt x="167" y="27"/>
                      <a:pt x="169" y="28"/>
                      <a:pt x="172" y="28"/>
                    </a:cubicBezTo>
                    <a:cubicBezTo>
                      <a:pt x="180" y="26"/>
                      <a:pt x="191" y="28"/>
                      <a:pt x="200" y="28"/>
                    </a:cubicBezTo>
                    <a:cubicBezTo>
                      <a:pt x="203" y="28"/>
                      <a:pt x="207" y="28"/>
                      <a:pt x="207" y="22"/>
                    </a:cubicBezTo>
                    <a:cubicBezTo>
                      <a:pt x="208" y="18"/>
                      <a:pt x="208" y="14"/>
                      <a:pt x="208" y="10"/>
                    </a:cubicBezTo>
                    <a:cubicBezTo>
                      <a:pt x="209" y="2"/>
                      <a:pt x="209" y="1"/>
                      <a:pt x="218" y="1"/>
                    </a:cubicBezTo>
                    <a:cubicBezTo>
                      <a:pt x="237" y="2"/>
                      <a:pt x="256" y="9"/>
                      <a:pt x="265" y="13"/>
                    </a:cubicBezTo>
                    <a:cubicBezTo>
                      <a:pt x="274" y="17"/>
                      <a:pt x="282" y="18"/>
                      <a:pt x="276" y="30"/>
                    </a:cubicBezTo>
                    <a:cubicBezTo>
                      <a:pt x="274" y="34"/>
                      <a:pt x="273" y="38"/>
                      <a:pt x="272" y="39"/>
                    </a:cubicBezTo>
                    <a:cubicBezTo>
                      <a:pt x="269" y="46"/>
                      <a:pt x="270" y="47"/>
                      <a:pt x="276" y="50"/>
                    </a:cubicBezTo>
                    <a:cubicBezTo>
                      <a:pt x="283" y="53"/>
                      <a:pt x="291" y="59"/>
                      <a:pt x="292" y="59"/>
                    </a:cubicBezTo>
                    <a:cubicBezTo>
                      <a:pt x="293" y="60"/>
                      <a:pt x="298" y="65"/>
                      <a:pt x="302" y="60"/>
                    </a:cubicBezTo>
                    <a:cubicBezTo>
                      <a:pt x="304" y="58"/>
                      <a:pt x="308" y="53"/>
                      <a:pt x="312" y="48"/>
                    </a:cubicBezTo>
                    <a:cubicBezTo>
                      <a:pt x="316" y="43"/>
                      <a:pt x="318" y="41"/>
                      <a:pt x="324" y="46"/>
                    </a:cubicBezTo>
                    <a:cubicBezTo>
                      <a:pt x="331" y="51"/>
                      <a:pt x="353" y="68"/>
                      <a:pt x="365" y="86"/>
                    </a:cubicBezTo>
                    <a:cubicBezTo>
                      <a:pt x="376" y="104"/>
                      <a:pt x="311" y="93"/>
                      <a:pt x="311" y="93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83"/>
                      <a:pt x="0" y="83"/>
                      <a:pt x="0" y="83"/>
                    </a:cubicBezTo>
                    <a:close/>
                    <a:moveTo>
                      <a:pt x="43" y="69"/>
                    </a:moveTo>
                    <a:cubicBezTo>
                      <a:pt x="45" y="69"/>
                      <a:pt x="45" y="69"/>
                      <a:pt x="45" y="69"/>
                    </a:cubicBezTo>
                    <a:cubicBezTo>
                      <a:pt x="45" y="71"/>
                      <a:pt x="45" y="71"/>
                      <a:pt x="45" y="71"/>
                    </a:cubicBezTo>
                    <a:cubicBezTo>
                      <a:pt x="45" y="71"/>
                      <a:pt x="45" y="71"/>
                      <a:pt x="45" y="71"/>
                    </a:cubicBezTo>
                    <a:cubicBezTo>
                      <a:pt x="45" y="72"/>
                      <a:pt x="45" y="72"/>
                      <a:pt x="45" y="72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1"/>
                      <a:pt x="44" y="71"/>
                      <a:pt x="44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69"/>
                      <a:pt x="43" y="69"/>
                      <a:pt x="43" y="69"/>
                    </a:cubicBezTo>
                    <a:close/>
                    <a:moveTo>
                      <a:pt x="34" y="81"/>
                    </a:moveTo>
                    <a:cubicBezTo>
                      <a:pt x="36" y="81"/>
                      <a:pt x="36" y="81"/>
                      <a:pt x="36" y="81"/>
                    </a:cubicBezTo>
                    <a:cubicBezTo>
                      <a:pt x="36" y="83"/>
                      <a:pt x="36" y="83"/>
                      <a:pt x="36" y="83"/>
                    </a:cubicBezTo>
                    <a:cubicBezTo>
                      <a:pt x="34" y="83"/>
                      <a:pt x="34" y="83"/>
                      <a:pt x="34" y="83"/>
                    </a:cubicBezTo>
                    <a:cubicBezTo>
                      <a:pt x="34" y="81"/>
                      <a:pt x="34" y="81"/>
                      <a:pt x="34" y="81"/>
                    </a:cubicBezTo>
                    <a:close/>
                    <a:moveTo>
                      <a:pt x="90" y="63"/>
                    </a:moveTo>
                    <a:cubicBezTo>
                      <a:pt x="91" y="63"/>
                      <a:pt x="91" y="63"/>
                      <a:pt x="91" y="63"/>
                    </a:cubicBezTo>
                    <a:cubicBezTo>
                      <a:pt x="91" y="64"/>
                      <a:pt x="91" y="64"/>
                      <a:pt x="91" y="64"/>
                    </a:cubicBezTo>
                    <a:cubicBezTo>
                      <a:pt x="90" y="64"/>
                      <a:pt x="90" y="64"/>
                      <a:pt x="90" y="64"/>
                    </a:cubicBezTo>
                    <a:cubicBezTo>
                      <a:pt x="90" y="63"/>
                      <a:pt x="90" y="63"/>
                      <a:pt x="90" y="63"/>
                    </a:cubicBezTo>
                    <a:close/>
                    <a:moveTo>
                      <a:pt x="159" y="57"/>
                    </a:moveTo>
                    <a:cubicBezTo>
                      <a:pt x="156" y="57"/>
                      <a:pt x="156" y="57"/>
                      <a:pt x="156" y="57"/>
                    </a:cubicBezTo>
                    <a:cubicBezTo>
                      <a:pt x="156" y="56"/>
                      <a:pt x="156" y="56"/>
                      <a:pt x="156" y="56"/>
                    </a:cubicBezTo>
                    <a:cubicBezTo>
                      <a:pt x="157" y="56"/>
                      <a:pt x="157" y="56"/>
                      <a:pt x="157" y="56"/>
                    </a:cubicBezTo>
                    <a:cubicBezTo>
                      <a:pt x="157" y="55"/>
                      <a:pt x="157" y="55"/>
                      <a:pt x="157" y="55"/>
                    </a:cubicBezTo>
                    <a:cubicBezTo>
                      <a:pt x="159" y="55"/>
                      <a:pt x="159" y="55"/>
                      <a:pt x="159" y="55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9" y="57"/>
                      <a:pt x="159" y="57"/>
                      <a:pt x="159" y="57"/>
                    </a:cubicBezTo>
                    <a:close/>
                    <a:moveTo>
                      <a:pt x="156" y="57"/>
                    </a:moveTo>
                    <a:cubicBezTo>
                      <a:pt x="158" y="57"/>
                      <a:pt x="158" y="57"/>
                      <a:pt x="158" y="57"/>
                    </a:cubicBezTo>
                    <a:cubicBezTo>
                      <a:pt x="158" y="58"/>
                      <a:pt x="158" y="58"/>
                      <a:pt x="158" y="58"/>
                    </a:cubicBezTo>
                    <a:cubicBezTo>
                      <a:pt x="156" y="58"/>
                      <a:pt x="156" y="58"/>
                      <a:pt x="156" y="58"/>
                    </a:cubicBezTo>
                    <a:cubicBezTo>
                      <a:pt x="156" y="57"/>
                      <a:pt x="156" y="57"/>
                      <a:pt x="156" y="57"/>
                    </a:cubicBezTo>
                    <a:close/>
                    <a:moveTo>
                      <a:pt x="326" y="64"/>
                    </a:moveTo>
                    <a:cubicBezTo>
                      <a:pt x="324" y="64"/>
                      <a:pt x="324" y="64"/>
                      <a:pt x="324" y="64"/>
                    </a:cubicBezTo>
                    <a:cubicBezTo>
                      <a:pt x="324" y="64"/>
                      <a:pt x="324" y="64"/>
                      <a:pt x="324" y="64"/>
                    </a:cubicBezTo>
                    <a:cubicBezTo>
                      <a:pt x="325" y="64"/>
                      <a:pt x="325" y="64"/>
                      <a:pt x="325" y="64"/>
                    </a:cubicBezTo>
                    <a:cubicBezTo>
                      <a:pt x="325" y="65"/>
                      <a:pt x="325" y="65"/>
                      <a:pt x="325" y="65"/>
                    </a:cubicBezTo>
                    <a:cubicBezTo>
                      <a:pt x="326" y="65"/>
                      <a:pt x="326" y="65"/>
                      <a:pt x="326" y="65"/>
                    </a:cubicBezTo>
                    <a:cubicBezTo>
                      <a:pt x="326" y="66"/>
                      <a:pt x="326" y="66"/>
                      <a:pt x="326" y="66"/>
                    </a:cubicBezTo>
                    <a:cubicBezTo>
                      <a:pt x="327" y="66"/>
                      <a:pt x="327" y="66"/>
                      <a:pt x="327" y="66"/>
                    </a:cubicBezTo>
                    <a:cubicBezTo>
                      <a:pt x="327" y="65"/>
                      <a:pt x="327" y="65"/>
                      <a:pt x="327" y="65"/>
                    </a:cubicBezTo>
                    <a:cubicBezTo>
                      <a:pt x="327" y="65"/>
                      <a:pt x="327" y="65"/>
                      <a:pt x="327" y="65"/>
                    </a:cubicBezTo>
                    <a:cubicBezTo>
                      <a:pt x="327" y="64"/>
                      <a:pt x="327" y="64"/>
                      <a:pt x="327" y="64"/>
                    </a:cubicBezTo>
                    <a:cubicBezTo>
                      <a:pt x="326" y="64"/>
                      <a:pt x="326" y="64"/>
                      <a:pt x="326" y="64"/>
                    </a:cubicBezTo>
                    <a:cubicBezTo>
                      <a:pt x="326" y="64"/>
                      <a:pt x="326" y="64"/>
                      <a:pt x="326" y="64"/>
                    </a:cubicBezTo>
                    <a:close/>
                    <a:moveTo>
                      <a:pt x="325" y="63"/>
                    </a:moveTo>
                    <a:cubicBezTo>
                      <a:pt x="323" y="63"/>
                      <a:pt x="323" y="63"/>
                      <a:pt x="323" y="63"/>
                    </a:cubicBezTo>
                    <a:cubicBezTo>
                      <a:pt x="323" y="64"/>
                      <a:pt x="323" y="64"/>
                      <a:pt x="323" y="64"/>
                    </a:cubicBezTo>
                    <a:cubicBezTo>
                      <a:pt x="325" y="64"/>
                      <a:pt x="325" y="64"/>
                      <a:pt x="325" y="64"/>
                    </a:cubicBezTo>
                    <a:cubicBezTo>
                      <a:pt x="325" y="63"/>
                      <a:pt x="325" y="63"/>
                      <a:pt x="325" y="63"/>
                    </a:cubicBezTo>
                    <a:close/>
                    <a:moveTo>
                      <a:pt x="321" y="61"/>
                    </a:moveTo>
                    <a:cubicBezTo>
                      <a:pt x="322" y="61"/>
                      <a:pt x="322" y="61"/>
                      <a:pt x="322" y="61"/>
                    </a:cubicBezTo>
                    <a:cubicBezTo>
                      <a:pt x="322" y="62"/>
                      <a:pt x="322" y="62"/>
                      <a:pt x="322" y="62"/>
                    </a:cubicBezTo>
                    <a:cubicBezTo>
                      <a:pt x="323" y="62"/>
                      <a:pt x="323" y="62"/>
                      <a:pt x="323" y="62"/>
                    </a:cubicBezTo>
                    <a:cubicBezTo>
                      <a:pt x="323" y="63"/>
                      <a:pt x="323" y="63"/>
                      <a:pt x="323" y="63"/>
                    </a:cubicBezTo>
                    <a:cubicBezTo>
                      <a:pt x="322" y="63"/>
                      <a:pt x="322" y="63"/>
                      <a:pt x="322" y="63"/>
                    </a:cubicBezTo>
                    <a:cubicBezTo>
                      <a:pt x="322" y="63"/>
                      <a:pt x="322" y="63"/>
                      <a:pt x="322" y="63"/>
                    </a:cubicBezTo>
                    <a:cubicBezTo>
                      <a:pt x="321" y="63"/>
                      <a:pt x="321" y="63"/>
                      <a:pt x="321" y="63"/>
                    </a:cubicBezTo>
                    <a:cubicBezTo>
                      <a:pt x="321" y="61"/>
                      <a:pt x="321" y="61"/>
                      <a:pt x="321" y="61"/>
                    </a:cubicBezTo>
                    <a:close/>
                    <a:moveTo>
                      <a:pt x="324" y="82"/>
                    </a:moveTo>
                    <a:cubicBezTo>
                      <a:pt x="325" y="82"/>
                      <a:pt x="325" y="82"/>
                      <a:pt x="325" y="82"/>
                    </a:cubicBezTo>
                    <a:cubicBezTo>
                      <a:pt x="325" y="83"/>
                      <a:pt x="325" y="83"/>
                      <a:pt x="325" y="83"/>
                    </a:cubicBezTo>
                    <a:cubicBezTo>
                      <a:pt x="324" y="83"/>
                      <a:pt x="324" y="83"/>
                      <a:pt x="324" y="83"/>
                    </a:cubicBezTo>
                    <a:cubicBezTo>
                      <a:pt x="324" y="82"/>
                      <a:pt x="324" y="82"/>
                      <a:pt x="324" y="82"/>
                    </a:cubicBezTo>
                    <a:close/>
                    <a:moveTo>
                      <a:pt x="313" y="77"/>
                    </a:moveTo>
                    <a:cubicBezTo>
                      <a:pt x="314" y="77"/>
                      <a:pt x="314" y="77"/>
                      <a:pt x="314" y="77"/>
                    </a:cubicBezTo>
                    <a:cubicBezTo>
                      <a:pt x="314" y="78"/>
                      <a:pt x="314" y="78"/>
                      <a:pt x="314" y="78"/>
                    </a:cubicBezTo>
                    <a:cubicBezTo>
                      <a:pt x="315" y="78"/>
                      <a:pt x="315" y="78"/>
                      <a:pt x="315" y="78"/>
                    </a:cubicBezTo>
                    <a:cubicBezTo>
                      <a:pt x="315" y="79"/>
                      <a:pt x="315" y="79"/>
                      <a:pt x="315" y="79"/>
                    </a:cubicBezTo>
                    <a:cubicBezTo>
                      <a:pt x="314" y="79"/>
                      <a:pt x="314" y="79"/>
                      <a:pt x="314" y="79"/>
                    </a:cubicBezTo>
                    <a:cubicBezTo>
                      <a:pt x="314" y="78"/>
                      <a:pt x="314" y="78"/>
                      <a:pt x="314" y="78"/>
                    </a:cubicBezTo>
                    <a:cubicBezTo>
                      <a:pt x="313" y="78"/>
                      <a:pt x="313" y="78"/>
                      <a:pt x="313" y="78"/>
                    </a:cubicBezTo>
                    <a:cubicBezTo>
                      <a:pt x="313" y="77"/>
                      <a:pt x="313" y="77"/>
                      <a:pt x="313" y="77"/>
                    </a:cubicBezTo>
                    <a:close/>
                    <a:moveTo>
                      <a:pt x="309" y="73"/>
                    </a:moveTo>
                    <a:cubicBezTo>
                      <a:pt x="312" y="73"/>
                      <a:pt x="312" y="73"/>
                      <a:pt x="312" y="73"/>
                    </a:cubicBezTo>
                    <a:cubicBezTo>
                      <a:pt x="312" y="76"/>
                      <a:pt x="312" y="76"/>
                      <a:pt x="312" y="76"/>
                    </a:cubicBezTo>
                    <a:cubicBezTo>
                      <a:pt x="309" y="76"/>
                      <a:pt x="309" y="76"/>
                      <a:pt x="309" y="76"/>
                    </a:cubicBezTo>
                    <a:cubicBezTo>
                      <a:pt x="309" y="73"/>
                      <a:pt x="309" y="73"/>
                      <a:pt x="309" y="73"/>
                    </a:cubicBezTo>
                    <a:close/>
                    <a:moveTo>
                      <a:pt x="335" y="71"/>
                    </a:moveTo>
                    <a:cubicBezTo>
                      <a:pt x="336" y="71"/>
                      <a:pt x="336" y="71"/>
                      <a:pt x="336" y="71"/>
                    </a:cubicBezTo>
                    <a:cubicBezTo>
                      <a:pt x="336" y="73"/>
                      <a:pt x="336" y="73"/>
                      <a:pt x="336" y="73"/>
                    </a:cubicBezTo>
                    <a:cubicBezTo>
                      <a:pt x="335" y="73"/>
                      <a:pt x="335" y="73"/>
                      <a:pt x="335" y="73"/>
                    </a:cubicBezTo>
                    <a:cubicBezTo>
                      <a:pt x="335" y="71"/>
                      <a:pt x="335" y="71"/>
                      <a:pt x="335" y="71"/>
                    </a:cubicBezTo>
                    <a:close/>
                    <a:moveTo>
                      <a:pt x="147" y="76"/>
                    </a:moveTo>
                    <a:cubicBezTo>
                      <a:pt x="149" y="76"/>
                      <a:pt x="149" y="76"/>
                      <a:pt x="149" y="76"/>
                    </a:cubicBezTo>
                    <a:cubicBezTo>
                      <a:pt x="149" y="78"/>
                      <a:pt x="149" y="78"/>
                      <a:pt x="149" y="78"/>
                    </a:cubicBezTo>
                    <a:cubicBezTo>
                      <a:pt x="147" y="78"/>
                      <a:pt x="147" y="78"/>
                      <a:pt x="147" y="78"/>
                    </a:cubicBezTo>
                    <a:cubicBezTo>
                      <a:pt x="147" y="76"/>
                      <a:pt x="147" y="76"/>
                      <a:pt x="147" y="76"/>
                    </a:cubicBezTo>
                    <a:close/>
                    <a:moveTo>
                      <a:pt x="174" y="40"/>
                    </a:moveTo>
                    <a:cubicBezTo>
                      <a:pt x="175" y="40"/>
                      <a:pt x="175" y="40"/>
                      <a:pt x="175" y="40"/>
                    </a:cubicBezTo>
                    <a:cubicBezTo>
                      <a:pt x="175" y="41"/>
                      <a:pt x="175" y="41"/>
                      <a:pt x="175" y="41"/>
                    </a:cubicBezTo>
                    <a:cubicBezTo>
                      <a:pt x="174" y="41"/>
                      <a:pt x="174" y="41"/>
                      <a:pt x="174" y="41"/>
                    </a:cubicBezTo>
                    <a:cubicBezTo>
                      <a:pt x="174" y="40"/>
                      <a:pt x="174" y="40"/>
                      <a:pt x="174" y="40"/>
                    </a:cubicBezTo>
                    <a:close/>
                    <a:moveTo>
                      <a:pt x="174" y="45"/>
                    </a:moveTo>
                    <a:cubicBezTo>
                      <a:pt x="175" y="45"/>
                      <a:pt x="175" y="45"/>
                      <a:pt x="175" y="45"/>
                    </a:cubicBezTo>
                    <a:cubicBezTo>
                      <a:pt x="175" y="46"/>
                      <a:pt x="175" y="46"/>
                      <a:pt x="175" y="46"/>
                    </a:cubicBezTo>
                    <a:cubicBezTo>
                      <a:pt x="174" y="46"/>
                      <a:pt x="174" y="46"/>
                      <a:pt x="174" y="46"/>
                    </a:cubicBezTo>
                    <a:cubicBezTo>
                      <a:pt x="174" y="45"/>
                      <a:pt x="174" y="45"/>
                      <a:pt x="174" y="45"/>
                    </a:cubicBezTo>
                    <a:close/>
                    <a:moveTo>
                      <a:pt x="167" y="49"/>
                    </a:move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51"/>
                      <a:pt x="169" y="51"/>
                      <a:pt x="169" y="51"/>
                    </a:cubicBezTo>
                    <a:cubicBezTo>
                      <a:pt x="167" y="51"/>
                      <a:pt x="167" y="51"/>
                      <a:pt x="167" y="51"/>
                    </a:cubicBezTo>
                    <a:cubicBezTo>
                      <a:pt x="167" y="49"/>
                      <a:pt x="167" y="49"/>
                      <a:pt x="167" y="49"/>
                    </a:cubicBezTo>
                    <a:close/>
                    <a:moveTo>
                      <a:pt x="149" y="14"/>
                    </a:moveTo>
                    <a:cubicBezTo>
                      <a:pt x="150" y="14"/>
                      <a:pt x="150" y="14"/>
                      <a:pt x="150" y="14"/>
                    </a:cubicBezTo>
                    <a:cubicBezTo>
                      <a:pt x="150" y="16"/>
                      <a:pt x="150" y="16"/>
                      <a:pt x="150" y="16"/>
                    </a:cubicBezTo>
                    <a:cubicBezTo>
                      <a:pt x="149" y="16"/>
                      <a:pt x="149" y="16"/>
                      <a:pt x="149" y="16"/>
                    </a:cubicBezTo>
                    <a:cubicBezTo>
                      <a:pt x="149" y="14"/>
                      <a:pt x="149" y="14"/>
                      <a:pt x="149" y="14"/>
                    </a:cubicBezTo>
                    <a:close/>
                    <a:moveTo>
                      <a:pt x="117" y="18"/>
                    </a:moveTo>
                    <a:cubicBezTo>
                      <a:pt x="119" y="18"/>
                      <a:pt x="119" y="18"/>
                      <a:pt x="119" y="18"/>
                    </a:cubicBezTo>
                    <a:cubicBezTo>
                      <a:pt x="119" y="18"/>
                      <a:pt x="119" y="18"/>
                      <a:pt x="119" y="18"/>
                    </a:cubicBezTo>
                    <a:cubicBezTo>
                      <a:pt x="119" y="18"/>
                      <a:pt x="119" y="18"/>
                      <a:pt x="119" y="18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20" y="17"/>
                      <a:pt x="120" y="17"/>
                      <a:pt x="120" y="17"/>
                    </a:cubicBezTo>
                    <a:cubicBezTo>
                      <a:pt x="120" y="18"/>
                      <a:pt x="120" y="18"/>
                      <a:pt x="120" y="18"/>
                    </a:cubicBezTo>
                    <a:cubicBezTo>
                      <a:pt x="121" y="18"/>
                      <a:pt x="121" y="18"/>
                      <a:pt x="121" y="18"/>
                    </a:cubicBezTo>
                    <a:cubicBezTo>
                      <a:pt x="121" y="19"/>
                      <a:pt x="121" y="19"/>
                      <a:pt x="121" y="19"/>
                    </a:cubicBezTo>
                    <a:cubicBezTo>
                      <a:pt x="120" y="19"/>
                      <a:pt x="120" y="19"/>
                      <a:pt x="120" y="19"/>
                    </a:cubicBezTo>
                    <a:cubicBezTo>
                      <a:pt x="120" y="20"/>
                      <a:pt x="120" y="20"/>
                      <a:pt x="120" y="20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17" y="18"/>
                      <a:pt x="117" y="18"/>
                      <a:pt x="117" y="18"/>
                    </a:cubicBezTo>
                    <a:close/>
                    <a:moveTo>
                      <a:pt x="142" y="14"/>
                    </a:moveTo>
                    <a:cubicBezTo>
                      <a:pt x="140" y="14"/>
                      <a:pt x="140" y="14"/>
                      <a:pt x="140" y="14"/>
                    </a:cubicBezTo>
                    <a:cubicBezTo>
                      <a:pt x="140" y="15"/>
                      <a:pt x="140" y="15"/>
                      <a:pt x="140" y="15"/>
                    </a:cubicBezTo>
                    <a:cubicBezTo>
                      <a:pt x="142" y="15"/>
                      <a:pt x="142" y="15"/>
                      <a:pt x="142" y="15"/>
                    </a:cubicBezTo>
                    <a:cubicBezTo>
                      <a:pt x="142" y="14"/>
                      <a:pt x="142" y="14"/>
                      <a:pt x="142" y="14"/>
                    </a:cubicBezTo>
                    <a:close/>
                    <a:moveTo>
                      <a:pt x="139" y="13"/>
                    </a:moveTo>
                    <a:cubicBezTo>
                      <a:pt x="141" y="13"/>
                      <a:pt x="141" y="13"/>
                      <a:pt x="141" y="13"/>
                    </a:cubicBezTo>
                    <a:cubicBezTo>
                      <a:pt x="141" y="14"/>
                      <a:pt x="141" y="14"/>
                      <a:pt x="141" y="14"/>
                    </a:cubicBezTo>
                    <a:cubicBezTo>
                      <a:pt x="139" y="14"/>
                      <a:pt x="139" y="14"/>
                      <a:pt x="139" y="14"/>
                    </a:cubicBezTo>
                    <a:cubicBezTo>
                      <a:pt x="139" y="13"/>
                      <a:pt x="139" y="13"/>
                      <a:pt x="139" y="13"/>
                    </a:cubicBezTo>
                    <a:close/>
                    <a:moveTo>
                      <a:pt x="131" y="15"/>
                    </a:moveTo>
                    <a:cubicBezTo>
                      <a:pt x="133" y="15"/>
                      <a:pt x="133" y="15"/>
                      <a:pt x="133" y="15"/>
                    </a:cubicBezTo>
                    <a:cubicBezTo>
                      <a:pt x="133" y="21"/>
                      <a:pt x="133" y="21"/>
                      <a:pt x="133" y="21"/>
                    </a:cubicBezTo>
                    <a:cubicBezTo>
                      <a:pt x="131" y="21"/>
                      <a:pt x="131" y="21"/>
                      <a:pt x="131" y="21"/>
                    </a:cubicBezTo>
                    <a:cubicBezTo>
                      <a:pt x="131" y="15"/>
                      <a:pt x="131" y="15"/>
                      <a:pt x="131" y="15"/>
                    </a:cubicBezTo>
                    <a:close/>
                    <a:moveTo>
                      <a:pt x="222" y="69"/>
                    </a:moveTo>
                    <a:cubicBezTo>
                      <a:pt x="223" y="69"/>
                      <a:pt x="223" y="69"/>
                      <a:pt x="223" y="69"/>
                    </a:cubicBezTo>
                    <a:cubicBezTo>
                      <a:pt x="223" y="68"/>
                      <a:pt x="223" y="68"/>
                      <a:pt x="223" y="68"/>
                    </a:cubicBezTo>
                    <a:cubicBezTo>
                      <a:pt x="226" y="68"/>
                      <a:pt x="226" y="68"/>
                      <a:pt x="226" y="68"/>
                    </a:cubicBezTo>
                    <a:cubicBezTo>
                      <a:pt x="226" y="69"/>
                      <a:pt x="226" y="69"/>
                      <a:pt x="226" y="69"/>
                    </a:cubicBezTo>
                    <a:cubicBezTo>
                      <a:pt x="225" y="69"/>
                      <a:pt x="225" y="69"/>
                      <a:pt x="225" y="69"/>
                    </a:cubicBezTo>
                    <a:cubicBezTo>
                      <a:pt x="225" y="70"/>
                      <a:pt x="225" y="70"/>
                      <a:pt x="225" y="70"/>
                    </a:cubicBezTo>
                    <a:cubicBezTo>
                      <a:pt x="222" y="70"/>
                      <a:pt x="222" y="70"/>
                      <a:pt x="222" y="70"/>
                    </a:cubicBezTo>
                    <a:cubicBezTo>
                      <a:pt x="222" y="69"/>
                      <a:pt x="222" y="69"/>
                      <a:pt x="222" y="69"/>
                    </a:cubicBezTo>
                    <a:close/>
                    <a:moveTo>
                      <a:pt x="213" y="72"/>
                    </a:moveTo>
                    <a:cubicBezTo>
                      <a:pt x="216" y="72"/>
                      <a:pt x="216" y="72"/>
                      <a:pt x="216" y="72"/>
                    </a:cubicBezTo>
                    <a:cubicBezTo>
                      <a:pt x="216" y="73"/>
                      <a:pt x="216" y="73"/>
                      <a:pt x="216" y="73"/>
                    </a:cubicBezTo>
                    <a:cubicBezTo>
                      <a:pt x="216" y="73"/>
                      <a:pt x="216" y="73"/>
                      <a:pt x="216" y="73"/>
                    </a:cubicBezTo>
                    <a:cubicBezTo>
                      <a:pt x="216" y="73"/>
                      <a:pt x="216" y="73"/>
                      <a:pt x="216" y="73"/>
                    </a:cubicBezTo>
                    <a:cubicBezTo>
                      <a:pt x="216" y="73"/>
                      <a:pt x="216" y="73"/>
                      <a:pt x="216" y="73"/>
                    </a:cubicBezTo>
                    <a:cubicBezTo>
                      <a:pt x="216" y="74"/>
                      <a:pt x="216" y="74"/>
                      <a:pt x="216" y="74"/>
                    </a:cubicBezTo>
                    <a:cubicBezTo>
                      <a:pt x="214" y="74"/>
                      <a:pt x="214" y="74"/>
                      <a:pt x="214" y="74"/>
                    </a:cubicBezTo>
                    <a:cubicBezTo>
                      <a:pt x="214" y="73"/>
                      <a:pt x="214" y="73"/>
                      <a:pt x="214" y="73"/>
                    </a:cubicBezTo>
                    <a:cubicBezTo>
                      <a:pt x="213" y="73"/>
                      <a:pt x="213" y="73"/>
                      <a:pt x="213" y="73"/>
                    </a:cubicBezTo>
                    <a:cubicBezTo>
                      <a:pt x="213" y="72"/>
                      <a:pt x="213" y="72"/>
                      <a:pt x="213" y="72"/>
                    </a:cubicBezTo>
                    <a:close/>
                    <a:moveTo>
                      <a:pt x="218" y="76"/>
                    </a:moveTo>
                    <a:cubicBezTo>
                      <a:pt x="220" y="76"/>
                      <a:pt x="220" y="76"/>
                      <a:pt x="220" y="76"/>
                    </a:cubicBezTo>
                    <a:cubicBezTo>
                      <a:pt x="220" y="76"/>
                      <a:pt x="220" y="76"/>
                      <a:pt x="220" y="76"/>
                    </a:cubicBezTo>
                    <a:cubicBezTo>
                      <a:pt x="222" y="76"/>
                      <a:pt x="222" y="76"/>
                      <a:pt x="222" y="76"/>
                    </a:cubicBezTo>
                    <a:cubicBezTo>
                      <a:pt x="222" y="78"/>
                      <a:pt x="222" y="78"/>
                      <a:pt x="222" y="78"/>
                    </a:cubicBezTo>
                    <a:cubicBezTo>
                      <a:pt x="221" y="78"/>
                      <a:pt x="221" y="78"/>
                      <a:pt x="221" y="78"/>
                    </a:cubicBezTo>
                    <a:cubicBezTo>
                      <a:pt x="221" y="78"/>
                      <a:pt x="221" y="78"/>
                      <a:pt x="221" y="78"/>
                    </a:cubicBezTo>
                    <a:cubicBezTo>
                      <a:pt x="220" y="78"/>
                      <a:pt x="220" y="78"/>
                      <a:pt x="220" y="78"/>
                    </a:cubicBezTo>
                    <a:cubicBezTo>
                      <a:pt x="220" y="82"/>
                      <a:pt x="220" y="82"/>
                      <a:pt x="220" y="82"/>
                    </a:cubicBezTo>
                    <a:cubicBezTo>
                      <a:pt x="218" y="82"/>
                      <a:pt x="218" y="82"/>
                      <a:pt x="218" y="82"/>
                    </a:cubicBezTo>
                    <a:cubicBezTo>
                      <a:pt x="218" y="76"/>
                      <a:pt x="218" y="76"/>
                      <a:pt x="218" y="76"/>
                    </a:cubicBezTo>
                    <a:close/>
                    <a:moveTo>
                      <a:pt x="235" y="81"/>
                    </a:moveTo>
                    <a:cubicBezTo>
                      <a:pt x="237" y="81"/>
                      <a:pt x="237" y="81"/>
                      <a:pt x="237" y="81"/>
                    </a:cubicBezTo>
                    <a:cubicBezTo>
                      <a:pt x="237" y="80"/>
                      <a:pt x="237" y="80"/>
                      <a:pt x="237" y="80"/>
                    </a:cubicBezTo>
                    <a:cubicBezTo>
                      <a:pt x="239" y="80"/>
                      <a:pt x="239" y="80"/>
                      <a:pt x="239" y="80"/>
                    </a:cubicBezTo>
                    <a:cubicBezTo>
                      <a:pt x="239" y="81"/>
                      <a:pt x="239" y="81"/>
                      <a:pt x="239" y="81"/>
                    </a:cubicBezTo>
                    <a:cubicBezTo>
                      <a:pt x="239" y="81"/>
                      <a:pt x="239" y="81"/>
                      <a:pt x="239" y="81"/>
                    </a:cubicBezTo>
                    <a:cubicBezTo>
                      <a:pt x="239" y="82"/>
                      <a:pt x="239" y="82"/>
                      <a:pt x="239" y="82"/>
                    </a:cubicBezTo>
                    <a:cubicBezTo>
                      <a:pt x="239" y="82"/>
                      <a:pt x="239" y="82"/>
                      <a:pt x="239" y="82"/>
                    </a:cubicBezTo>
                    <a:cubicBezTo>
                      <a:pt x="239" y="83"/>
                      <a:pt x="239" y="83"/>
                      <a:pt x="239" y="83"/>
                    </a:cubicBezTo>
                    <a:cubicBezTo>
                      <a:pt x="237" y="83"/>
                      <a:pt x="237" y="83"/>
                      <a:pt x="237" y="83"/>
                    </a:cubicBezTo>
                    <a:cubicBezTo>
                      <a:pt x="237" y="82"/>
                      <a:pt x="237" y="82"/>
                      <a:pt x="237" y="82"/>
                    </a:cubicBezTo>
                    <a:cubicBezTo>
                      <a:pt x="235" y="82"/>
                      <a:pt x="235" y="82"/>
                      <a:pt x="235" y="82"/>
                    </a:cubicBezTo>
                    <a:cubicBezTo>
                      <a:pt x="235" y="82"/>
                      <a:pt x="235" y="82"/>
                      <a:pt x="235" y="82"/>
                    </a:cubicBezTo>
                    <a:cubicBezTo>
                      <a:pt x="235" y="82"/>
                      <a:pt x="235" y="82"/>
                      <a:pt x="235" y="82"/>
                    </a:cubicBezTo>
                    <a:cubicBezTo>
                      <a:pt x="235" y="81"/>
                      <a:pt x="235" y="81"/>
                      <a:pt x="235" y="81"/>
                    </a:cubicBezTo>
                    <a:close/>
                    <a:moveTo>
                      <a:pt x="244" y="78"/>
                    </a:moveTo>
                    <a:cubicBezTo>
                      <a:pt x="245" y="78"/>
                      <a:pt x="245" y="78"/>
                      <a:pt x="245" y="78"/>
                    </a:cubicBezTo>
                    <a:cubicBezTo>
                      <a:pt x="245" y="78"/>
                      <a:pt x="245" y="78"/>
                      <a:pt x="245" y="78"/>
                    </a:cubicBezTo>
                    <a:cubicBezTo>
                      <a:pt x="244" y="78"/>
                      <a:pt x="244" y="78"/>
                      <a:pt x="244" y="78"/>
                    </a:cubicBezTo>
                    <a:cubicBezTo>
                      <a:pt x="244" y="78"/>
                      <a:pt x="244" y="78"/>
                      <a:pt x="244" y="78"/>
                    </a:cubicBezTo>
                    <a:close/>
                    <a:moveTo>
                      <a:pt x="268" y="77"/>
                    </a:moveTo>
                    <a:cubicBezTo>
                      <a:pt x="267" y="77"/>
                      <a:pt x="267" y="77"/>
                      <a:pt x="267" y="77"/>
                    </a:cubicBezTo>
                    <a:cubicBezTo>
                      <a:pt x="267" y="78"/>
                      <a:pt x="267" y="78"/>
                      <a:pt x="267" y="78"/>
                    </a:cubicBezTo>
                    <a:cubicBezTo>
                      <a:pt x="268" y="78"/>
                      <a:pt x="268" y="78"/>
                      <a:pt x="268" y="78"/>
                    </a:cubicBezTo>
                    <a:cubicBezTo>
                      <a:pt x="268" y="77"/>
                      <a:pt x="268" y="77"/>
                      <a:pt x="268" y="77"/>
                    </a:cubicBezTo>
                    <a:close/>
                    <a:moveTo>
                      <a:pt x="266" y="76"/>
                    </a:moveTo>
                    <a:cubicBezTo>
                      <a:pt x="267" y="76"/>
                      <a:pt x="267" y="76"/>
                      <a:pt x="267" y="76"/>
                    </a:cubicBezTo>
                    <a:cubicBezTo>
                      <a:pt x="267" y="78"/>
                      <a:pt x="267" y="78"/>
                      <a:pt x="267" y="78"/>
                    </a:cubicBezTo>
                    <a:cubicBezTo>
                      <a:pt x="266" y="78"/>
                      <a:pt x="266" y="78"/>
                      <a:pt x="266" y="78"/>
                    </a:cubicBezTo>
                    <a:cubicBezTo>
                      <a:pt x="266" y="76"/>
                      <a:pt x="266" y="76"/>
                      <a:pt x="266" y="76"/>
                    </a:cubicBezTo>
                    <a:close/>
                    <a:moveTo>
                      <a:pt x="263" y="74"/>
                    </a:moveTo>
                    <a:cubicBezTo>
                      <a:pt x="265" y="74"/>
                      <a:pt x="265" y="74"/>
                      <a:pt x="265" y="74"/>
                    </a:cubicBezTo>
                    <a:cubicBezTo>
                      <a:pt x="265" y="75"/>
                      <a:pt x="265" y="75"/>
                      <a:pt x="265" y="75"/>
                    </a:cubicBezTo>
                    <a:cubicBezTo>
                      <a:pt x="266" y="75"/>
                      <a:pt x="266" y="75"/>
                      <a:pt x="266" y="75"/>
                    </a:cubicBezTo>
                    <a:cubicBezTo>
                      <a:pt x="266" y="76"/>
                      <a:pt x="266" y="76"/>
                      <a:pt x="266" y="76"/>
                    </a:cubicBezTo>
                    <a:cubicBezTo>
                      <a:pt x="265" y="76"/>
                      <a:pt x="265" y="76"/>
                      <a:pt x="265" y="76"/>
                    </a:cubicBezTo>
                    <a:cubicBezTo>
                      <a:pt x="265" y="76"/>
                      <a:pt x="265" y="76"/>
                      <a:pt x="265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3" y="74"/>
                      <a:pt x="263" y="74"/>
                      <a:pt x="263" y="74"/>
                    </a:cubicBezTo>
                    <a:close/>
                    <a:moveTo>
                      <a:pt x="248" y="79"/>
                    </a:moveTo>
                    <a:cubicBezTo>
                      <a:pt x="250" y="79"/>
                      <a:pt x="250" y="79"/>
                      <a:pt x="250" y="79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48" y="79"/>
                      <a:pt x="248" y="79"/>
                      <a:pt x="248" y="79"/>
                    </a:cubicBezTo>
                    <a:close/>
                    <a:moveTo>
                      <a:pt x="37" y="68"/>
                    </a:moveTo>
                    <a:cubicBezTo>
                      <a:pt x="36" y="68"/>
                      <a:pt x="36" y="69"/>
                      <a:pt x="37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39" y="69"/>
                      <a:pt x="39" y="69"/>
                      <a:pt x="40" y="68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39" y="68"/>
                      <a:pt x="39" y="67"/>
                      <a:pt x="37" y="68"/>
                    </a:cubicBezTo>
                    <a:close/>
                    <a:moveTo>
                      <a:pt x="196" y="82"/>
                    </a:moveTo>
                    <a:cubicBezTo>
                      <a:pt x="195" y="82"/>
                      <a:pt x="195" y="82"/>
                      <a:pt x="195" y="82"/>
                    </a:cubicBezTo>
                    <a:cubicBezTo>
                      <a:pt x="196" y="82"/>
                      <a:pt x="196" y="82"/>
                      <a:pt x="196" y="82"/>
                    </a:cubicBezTo>
                    <a:cubicBezTo>
                      <a:pt x="196" y="82"/>
                      <a:pt x="196" y="82"/>
                      <a:pt x="196" y="82"/>
                    </a:cubicBezTo>
                    <a:cubicBezTo>
                      <a:pt x="196" y="82"/>
                      <a:pt x="196" y="82"/>
                      <a:pt x="196" y="82"/>
                    </a:cubicBezTo>
                    <a:close/>
                    <a:moveTo>
                      <a:pt x="141" y="80"/>
                    </a:moveTo>
                    <a:cubicBezTo>
                      <a:pt x="141" y="81"/>
                      <a:pt x="140" y="81"/>
                      <a:pt x="140" y="81"/>
                    </a:cubicBezTo>
                    <a:cubicBezTo>
                      <a:pt x="140" y="81"/>
                      <a:pt x="140" y="81"/>
                      <a:pt x="140" y="81"/>
                    </a:cubicBezTo>
                    <a:cubicBezTo>
                      <a:pt x="140" y="82"/>
                      <a:pt x="140" y="82"/>
                      <a:pt x="140" y="82"/>
                    </a:cubicBezTo>
                    <a:cubicBezTo>
                      <a:pt x="143" y="83"/>
                      <a:pt x="147" y="83"/>
                      <a:pt x="148" y="82"/>
                    </a:cubicBezTo>
                    <a:cubicBezTo>
                      <a:pt x="148" y="81"/>
                      <a:pt x="147" y="81"/>
                      <a:pt x="147" y="81"/>
                    </a:cubicBezTo>
                    <a:cubicBezTo>
                      <a:pt x="145" y="81"/>
                      <a:pt x="143" y="81"/>
                      <a:pt x="141" y="80"/>
                    </a:cubicBezTo>
                    <a:close/>
                    <a:moveTo>
                      <a:pt x="180" y="80"/>
                    </a:moveTo>
                    <a:cubicBezTo>
                      <a:pt x="179" y="80"/>
                      <a:pt x="177" y="80"/>
                      <a:pt x="176" y="81"/>
                    </a:cubicBezTo>
                    <a:cubicBezTo>
                      <a:pt x="176" y="81"/>
                      <a:pt x="176" y="81"/>
                      <a:pt x="176" y="82"/>
                    </a:cubicBezTo>
                    <a:cubicBezTo>
                      <a:pt x="176" y="82"/>
                      <a:pt x="177" y="82"/>
                      <a:pt x="177" y="82"/>
                    </a:cubicBezTo>
                    <a:cubicBezTo>
                      <a:pt x="179" y="83"/>
                      <a:pt x="180" y="83"/>
                      <a:pt x="181" y="82"/>
                    </a:cubicBezTo>
                    <a:cubicBezTo>
                      <a:pt x="182" y="81"/>
                      <a:pt x="182" y="81"/>
                      <a:pt x="182" y="81"/>
                    </a:cubicBezTo>
                    <a:cubicBezTo>
                      <a:pt x="182" y="80"/>
                      <a:pt x="182" y="80"/>
                      <a:pt x="181" y="80"/>
                    </a:cubicBezTo>
                    <a:cubicBezTo>
                      <a:pt x="181" y="80"/>
                      <a:pt x="180" y="80"/>
                      <a:pt x="180" y="80"/>
                    </a:cubicBezTo>
                    <a:close/>
                    <a:moveTo>
                      <a:pt x="123" y="80"/>
                    </a:moveTo>
                    <a:cubicBezTo>
                      <a:pt x="123" y="80"/>
                      <a:pt x="123" y="80"/>
                      <a:pt x="122" y="81"/>
                    </a:cubicBezTo>
                    <a:cubicBezTo>
                      <a:pt x="123" y="81"/>
                      <a:pt x="123" y="82"/>
                      <a:pt x="123" y="82"/>
                    </a:cubicBezTo>
                    <a:cubicBezTo>
                      <a:pt x="124" y="82"/>
                      <a:pt x="124" y="82"/>
                      <a:pt x="125" y="83"/>
                    </a:cubicBezTo>
                    <a:cubicBezTo>
                      <a:pt x="126" y="82"/>
                      <a:pt x="126" y="82"/>
                      <a:pt x="126" y="81"/>
                    </a:cubicBezTo>
                    <a:cubicBezTo>
                      <a:pt x="126" y="81"/>
                      <a:pt x="126" y="81"/>
                      <a:pt x="126" y="81"/>
                    </a:cubicBezTo>
                    <a:cubicBezTo>
                      <a:pt x="125" y="80"/>
                      <a:pt x="124" y="80"/>
                      <a:pt x="123" y="80"/>
                    </a:cubicBezTo>
                    <a:close/>
                    <a:moveTo>
                      <a:pt x="258" y="79"/>
                    </a:moveTo>
                    <a:cubicBezTo>
                      <a:pt x="258" y="80"/>
                      <a:pt x="258" y="80"/>
                      <a:pt x="257" y="81"/>
                    </a:cubicBezTo>
                    <a:cubicBezTo>
                      <a:pt x="258" y="81"/>
                      <a:pt x="259" y="82"/>
                      <a:pt x="259" y="83"/>
                    </a:cubicBezTo>
                    <a:cubicBezTo>
                      <a:pt x="259" y="83"/>
                      <a:pt x="260" y="83"/>
                      <a:pt x="260" y="83"/>
                    </a:cubicBezTo>
                    <a:cubicBezTo>
                      <a:pt x="260" y="82"/>
                      <a:pt x="260" y="82"/>
                      <a:pt x="261" y="82"/>
                    </a:cubicBezTo>
                    <a:cubicBezTo>
                      <a:pt x="260" y="81"/>
                      <a:pt x="259" y="80"/>
                      <a:pt x="258" y="79"/>
                    </a:cubicBezTo>
                    <a:cubicBezTo>
                      <a:pt x="258" y="79"/>
                      <a:pt x="258" y="79"/>
                      <a:pt x="258" y="79"/>
                    </a:cubicBezTo>
                    <a:close/>
                    <a:moveTo>
                      <a:pt x="301" y="79"/>
                    </a:moveTo>
                    <a:cubicBezTo>
                      <a:pt x="300" y="80"/>
                      <a:pt x="300" y="80"/>
                      <a:pt x="300" y="81"/>
                    </a:cubicBezTo>
                    <a:cubicBezTo>
                      <a:pt x="301" y="81"/>
                      <a:pt x="301" y="82"/>
                      <a:pt x="301" y="82"/>
                    </a:cubicBezTo>
                    <a:cubicBezTo>
                      <a:pt x="302" y="82"/>
                      <a:pt x="302" y="83"/>
                      <a:pt x="303" y="82"/>
                    </a:cubicBezTo>
                    <a:cubicBezTo>
                      <a:pt x="303" y="82"/>
                      <a:pt x="303" y="82"/>
                      <a:pt x="304" y="82"/>
                    </a:cubicBezTo>
                    <a:cubicBezTo>
                      <a:pt x="304" y="82"/>
                      <a:pt x="304" y="82"/>
                      <a:pt x="304" y="81"/>
                    </a:cubicBezTo>
                    <a:cubicBezTo>
                      <a:pt x="303" y="80"/>
                      <a:pt x="302" y="80"/>
                      <a:pt x="301" y="79"/>
                    </a:cubicBezTo>
                    <a:close/>
                    <a:moveTo>
                      <a:pt x="111" y="78"/>
                    </a:moveTo>
                    <a:cubicBezTo>
                      <a:pt x="109" y="79"/>
                      <a:pt x="108" y="80"/>
                      <a:pt x="107" y="82"/>
                    </a:cubicBezTo>
                    <a:cubicBezTo>
                      <a:pt x="107" y="82"/>
                      <a:pt x="107" y="82"/>
                      <a:pt x="107" y="82"/>
                    </a:cubicBezTo>
                    <a:cubicBezTo>
                      <a:pt x="107" y="82"/>
                      <a:pt x="107" y="82"/>
                      <a:pt x="107" y="82"/>
                    </a:cubicBezTo>
                    <a:cubicBezTo>
                      <a:pt x="109" y="83"/>
                      <a:pt x="112" y="82"/>
                      <a:pt x="113" y="81"/>
                    </a:cubicBezTo>
                    <a:cubicBezTo>
                      <a:pt x="113" y="80"/>
                      <a:pt x="113" y="80"/>
                      <a:pt x="113" y="80"/>
                    </a:cubicBezTo>
                    <a:cubicBezTo>
                      <a:pt x="113" y="79"/>
                      <a:pt x="113" y="79"/>
                      <a:pt x="112" y="79"/>
                    </a:cubicBezTo>
                    <a:cubicBezTo>
                      <a:pt x="112" y="79"/>
                      <a:pt x="112" y="79"/>
                      <a:pt x="111" y="78"/>
                    </a:cubicBezTo>
                    <a:close/>
                    <a:moveTo>
                      <a:pt x="81" y="78"/>
                    </a:moveTo>
                    <a:cubicBezTo>
                      <a:pt x="80" y="79"/>
                      <a:pt x="77" y="80"/>
                      <a:pt x="77" y="82"/>
                    </a:cubicBezTo>
                    <a:cubicBezTo>
                      <a:pt x="77" y="82"/>
                      <a:pt x="77" y="82"/>
                      <a:pt x="78" y="82"/>
                    </a:cubicBezTo>
                    <a:cubicBezTo>
                      <a:pt x="78" y="83"/>
                      <a:pt x="80" y="83"/>
                      <a:pt x="81" y="82"/>
                    </a:cubicBezTo>
                    <a:cubicBezTo>
                      <a:pt x="82" y="82"/>
                      <a:pt x="82" y="82"/>
                      <a:pt x="82" y="81"/>
                    </a:cubicBezTo>
                    <a:cubicBezTo>
                      <a:pt x="83" y="80"/>
                      <a:pt x="82" y="79"/>
                      <a:pt x="82" y="78"/>
                    </a:cubicBezTo>
                    <a:cubicBezTo>
                      <a:pt x="81" y="78"/>
                      <a:pt x="81" y="78"/>
                      <a:pt x="81" y="78"/>
                    </a:cubicBezTo>
                    <a:close/>
                    <a:moveTo>
                      <a:pt x="184" y="77"/>
                    </a:moveTo>
                    <a:cubicBezTo>
                      <a:pt x="183" y="78"/>
                      <a:pt x="183" y="78"/>
                      <a:pt x="183" y="78"/>
                    </a:cubicBezTo>
                    <a:cubicBezTo>
                      <a:pt x="183" y="78"/>
                      <a:pt x="183" y="78"/>
                      <a:pt x="183" y="78"/>
                    </a:cubicBezTo>
                    <a:cubicBezTo>
                      <a:pt x="183" y="78"/>
                      <a:pt x="184" y="78"/>
                      <a:pt x="184" y="78"/>
                    </a:cubicBezTo>
                    <a:cubicBezTo>
                      <a:pt x="184" y="78"/>
                      <a:pt x="184" y="78"/>
                      <a:pt x="184" y="77"/>
                    </a:cubicBezTo>
                    <a:cubicBezTo>
                      <a:pt x="184" y="77"/>
                      <a:pt x="184" y="77"/>
                      <a:pt x="184" y="77"/>
                    </a:cubicBezTo>
                    <a:close/>
                    <a:moveTo>
                      <a:pt x="38" y="76"/>
                    </a:moveTo>
                    <a:cubicBezTo>
                      <a:pt x="38" y="77"/>
                      <a:pt x="38" y="78"/>
                      <a:pt x="38" y="79"/>
                    </a:cubicBezTo>
                    <a:cubicBezTo>
                      <a:pt x="38" y="79"/>
                      <a:pt x="39" y="79"/>
                      <a:pt x="39" y="79"/>
                    </a:cubicBezTo>
                    <a:cubicBezTo>
                      <a:pt x="39" y="79"/>
                      <a:pt x="39" y="79"/>
                      <a:pt x="40" y="78"/>
                    </a:cubicBezTo>
                    <a:cubicBezTo>
                      <a:pt x="40" y="78"/>
                      <a:pt x="40" y="77"/>
                      <a:pt x="40" y="76"/>
                    </a:cubicBezTo>
                    <a:cubicBezTo>
                      <a:pt x="39" y="76"/>
                      <a:pt x="39" y="76"/>
                      <a:pt x="38" y="76"/>
                    </a:cubicBezTo>
                    <a:close/>
                    <a:moveTo>
                      <a:pt x="66" y="77"/>
                    </a:moveTo>
                    <a:cubicBezTo>
                      <a:pt x="65" y="77"/>
                      <a:pt x="64" y="77"/>
                      <a:pt x="63" y="79"/>
                    </a:cubicBezTo>
                    <a:cubicBezTo>
                      <a:pt x="63" y="79"/>
                      <a:pt x="63" y="79"/>
                      <a:pt x="63" y="79"/>
                    </a:cubicBezTo>
                    <a:cubicBezTo>
                      <a:pt x="67" y="79"/>
                      <a:pt x="68" y="81"/>
                      <a:pt x="70" y="82"/>
                    </a:cubicBezTo>
                    <a:cubicBezTo>
                      <a:pt x="70" y="82"/>
                      <a:pt x="70" y="81"/>
                      <a:pt x="70" y="81"/>
                    </a:cubicBezTo>
                    <a:cubicBezTo>
                      <a:pt x="70" y="80"/>
                      <a:pt x="70" y="79"/>
                      <a:pt x="70" y="78"/>
                    </a:cubicBezTo>
                    <a:cubicBezTo>
                      <a:pt x="69" y="77"/>
                      <a:pt x="68" y="77"/>
                      <a:pt x="66" y="77"/>
                    </a:cubicBezTo>
                    <a:close/>
                    <a:moveTo>
                      <a:pt x="204" y="76"/>
                    </a:moveTo>
                    <a:cubicBezTo>
                      <a:pt x="203" y="78"/>
                      <a:pt x="206" y="78"/>
                      <a:pt x="208" y="79"/>
                    </a:cubicBezTo>
                    <a:cubicBezTo>
                      <a:pt x="209" y="80"/>
                      <a:pt x="208" y="84"/>
                      <a:pt x="211" y="81"/>
                    </a:cubicBezTo>
                    <a:cubicBezTo>
                      <a:pt x="211" y="77"/>
                      <a:pt x="207" y="76"/>
                      <a:pt x="204" y="76"/>
                    </a:cubicBezTo>
                    <a:close/>
                    <a:moveTo>
                      <a:pt x="168" y="76"/>
                    </a:moveTo>
                    <a:cubicBezTo>
                      <a:pt x="168" y="78"/>
                      <a:pt x="169" y="78"/>
                      <a:pt x="170" y="79"/>
                    </a:cubicBezTo>
                    <a:cubicBezTo>
                      <a:pt x="170" y="79"/>
                      <a:pt x="171" y="79"/>
                      <a:pt x="171" y="78"/>
                    </a:cubicBezTo>
                    <a:cubicBezTo>
                      <a:pt x="171" y="78"/>
                      <a:pt x="171" y="78"/>
                      <a:pt x="171" y="78"/>
                    </a:cubicBezTo>
                    <a:cubicBezTo>
                      <a:pt x="170" y="77"/>
                      <a:pt x="170" y="76"/>
                      <a:pt x="168" y="76"/>
                    </a:cubicBezTo>
                    <a:close/>
                    <a:moveTo>
                      <a:pt x="98" y="75"/>
                    </a:moveTo>
                    <a:cubicBezTo>
                      <a:pt x="97" y="76"/>
                      <a:pt x="97" y="81"/>
                      <a:pt x="97" y="82"/>
                    </a:cubicBezTo>
                    <a:cubicBezTo>
                      <a:pt x="98" y="82"/>
                      <a:pt x="98" y="82"/>
                      <a:pt x="98" y="82"/>
                    </a:cubicBezTo>
                    <a:cubicBezTo>
                      <a:pt x="101" y="83"/>
                      <a:pt x="100" y="81"/>
                      <a:pt x="100" y="79"/>
                    </a:cubicBezTo>
                    <a:cubicBezTo>
                      <a:pt x="100" y="78"/>
                      <a:pt x="100" y="77"/>
                      <a:pt x="100" y="76"/>
                    </a:cubicBezTo>
                    <a:cubicBezTo>
                      <a:pt x="100" y="75"/>
                      <a:pt x="99" y="75"/>
                      <a:pt x="99" y="75"/>
                    </a:cubicBezTo>
                    <a:cubicBezTo>
                      <a:pt x="98" y="75"/>
                      <a:pt x="98" y="75"/>
                      <a:pt x="98" y="75"/>
                    </a:cubicBezTo>
                    <a:close/>
                    <a:moveTo>
                      <a:pt x="24" y="74"/>
                    </a:moveTo>
                    <a:cubicBezTo>
                      <a:pt x="22" y="75"/>
                      <a:pt x="18" y="81"/>
                      <a:pt x="18" y="82"/>
                    </a:cubicBezTo>
                    <a:cubicBezTo>
                      <a:pt x="18" y="83"/>
                      <a:pt x="18" y="82"/>
                      <a:pt x="18" y="82"/>
                    </a:cubicBezTo>
                    <a:cubicBezTo>
                      <a:pt x="18" y="82"/>
                      <a:pt x="18" y="83"/>
                      <a:pt x="19" y="82"/>
                    </a:cubicBezTo>
                    <a:cubicBezTo>
                      <a:pt x="19" y="82"/>
                      <a:pt x="20" y="80"/>
                      <a:pt x="21" y="79"/>
                    </a:cubicBezTo>
                    <a:cubicBezTo>
                      <a:pt x="22" y="78"/>
                      <a:pt x="24" y="79"/>
                      <a:pt x="24" y="78"/>
                    </a:cubicBezTo>
                    <a:cubicBezTo>
                      <a:pt x="25" y="77"/>
                      <a:pt x="25" y="74"/>
                      <a:pt x="24" y="74"/>
                    </a:cubicBezTo>
                    <a:close/>
                    <a:moveTo>
                      <a:pt x="290" y="76"/>
                    </a:moveTo>
                    <a:cubicBezTo>
                      <a:pt x="288" y="78"/>
                      <a:pt x="288" y="76"/>
                      <a:pt x="287" y="78"/>
                    </a:cubicBezTo>
                    <a:cubicBezTo>
                      <a:pt x="286" y="80"/>
                      <a:pt x="287" y="81"/>
                      <a:pt x="288" y="82"/>
                    </a:cubicBezTo>
                    <a:cubicBezTo>
                      <a:pt x="289" y="83"/>
                      <a:pt x="290" y="83"/>
                      <a:pt x="290" y="82"/>
                    </a:cubicBezTo>
                    <a:cubicBezTo>
                      <a:pt x="291" y="81"/>
                      <a:pt x="290" y="79"/>
                      <a:pt x="291" y="78"/>
                    </a:cubicBezTo>
                    <a:cubicBezTo>
                      <a:pt x="291" y="77"/>
                      <a:pt x="292" y="77"/>
                      <a:pt x="293" y="76"/>
                    </a:cubicBezTo>
                    <a:cubicBezTo>
                      <a:pt x="294" y="72"/>
                      <a:pt x="290" y="76"/>
                      <a:pt x="290" y="76"/>
                    </a:cubicBezTo>
                    <a:close/>
                    <a:moveTo>
                      <a:pt x="274" y="74"/>
                    </a:moveTo>
                    <a:cubicBezTo>
                      <a:pt x="273" y="74"/>
                      <a:pt x="274" y="74"/>
                      <a:pt x="274" y="74"/>
                    </a:cubicBezTo>
                    <a:cubicBezTo>
                      <a:pt x="274" y="74"/>
                      <a:pt x="273" y="74"/>
                      <a:pt x="274" y="75"/>
                    </a:cubicBezTo>
                    <a:cubicBezTo>
                      <a:pt x="274" y="76"/>
                      <a:pt x="276" y="77"/>
                      <a:pt x="277" y="78"/>
                    </a:cubicBezTo>
                    <a:cubicBezTo>
                      <a:pt x="277" y="78"/>
                      <a:pt x="277" y="78"/>
                      <a:pt x="277" y="79"/>
                    </a:cubicBezTo>
                    <a:cubicBezTo>
                      <a:pt x="277" y="79"/>
                      <a:pt x="277" y="80"/>
                      <a:pt x="277" y="81"/>
                    </a:cubicBezTo>
                    <a:cubicBezTo>
                      <a:pt x="277" y="81"/>
                      <a:pt x="276" y="81"/>
                      <a:pt x="276" y="81"/>
                    </a:cubicBezTo>
                    <a:cubicBezTo>
                      <a:pt x="276" y="81"/>
                      <a:pt x="276" y="81"/>
                      <a:pt x="276" y="82"/>
                    </a:cubicBezTo>
                    <a:cubicBezTo>
                      <a:pt x="276" y="82"/>
                      <a:pt x="276" y="82"/>
                      <a:pt x="276" y="82"/>
                    </a:cubicBezTo>
                    <a:cubicBezTo>
                      <a:pt x="275" y="82"/>
                      <a:pt x="276" y="82"/>
                      <a:pt x="276" y="83"/>
                    </a:cubicBezTo>
                    <a:cubicBezTo>
                      <a:pt x="276" y="83"/>
                      <a:pt x="277" y="83"/>
                      <a:pt x="277" y="83"/>
                    </a:cubicBezTo>
                    <a:cubicBezTo>
                      <a:pt x="277" y="83"/>
                      <a:pt x="277" y="83"/>
                      <a:pt x="277" y="83"/>
                    </a:cubicBezTo>
                    <a:cubicBezTo>
                      <a:pt x="277" y="83"/>
                      <a:pt x="278" y="83"/>
                      <a:pt x="278" y="83"/>
                    </a:cubicBezTo>
                    <a:cubicBezTo>
                      <a:pt x="278" y="82"/>
                      <a:pt x="278" y="80"/>
                      <a:pt x="278" y="79"/>
                    </a:cubicBezTo>
                    <a:cubicBezTo>
                      <a:pt x="278" y="79"/>
                      <a:pt x="278" y="79"/>
                      <a:pt x="279" y="79"/>
                    </a:cubicBezTo>
                    <a:cubicBezTo>
                      <a:pt x="280" y="78"/>
                      <a:pt x="283" y="76"/>
                      <a:pt x="282" y="75"/>
                    </a:cubicBezTo>
                    <a:cubicBezTo>
                      <a:pt x="282" y="75"/>
                      <a:pt x="282" y="75"/>
                      <a:pt x="282" y="75"/>
                    </a:cubicBezTo>
                    <a:cubicBezTo>
                      <a:pt x="282" y="75"/>
                      <a:pt x="282" y="75"/>
                      <a:pt x="282" y="75"/>
                    </a:cubicBezTo>
                    <a:cubicBezTo>
                      <a:pt x="281" y="75"/>
                      <a:pt x="282" y="75"/>
                      <a:pt x="281" y="75"/>
                    </a:cubicBezTo>
                    <a:cubicBezTo>
                      <a:pt x="281" y="75"/>
                      <a:pt x="279" y="75"/>
                      <a:pt x="277" y="75"/>
                    </a:cubicBezTo>
                    <a:cubicBezTo>
                      <a:pt x="276" y="75"/>
                      <a:pt x="275" y="74"/>
                      <a:pt x="274" y="74"/>
                    </a:cubicBezTo>
                    <a:close/>
                    <a:moveTo>
                      <a:pt x="168" y="73"/>
                    </a:moveTo>
                    <a:cubicBezTo>
                      <a:pt x="167" y="74"/>
                      <a:pt x="167" y="75"/>
                      <a:pt x="168" y="75"/>
                    </a:cubicBezTo>
                    <a:cubicBezTo>
                      <a:pt x="169" y="74"/>
                      <a:pt x="168" y="74"/>
                      <a:pt x="168" y="73"/>
                    </a:cubicBezTo>
                    <a:cubicBezTo>
                      <a:pt x="168" y="73"/>
                      <a:pt x="168" y="73"/>
                      <a:pt x="168" y="73"/>
                    </a:cubicBezTo>
                    <a:close/>
                    <a:moveTo>
                      <a:pt x="56" y="74"/>
                    </a:moveTo>
                    <a:cubicBezTo>
                      <a:pt x="54" y="74"/>
                      <a:pt x="49" y="74"/>
                      <a:pt x="49" y="75"/>
                    </a:cubicBezTo>
                    <a:cubicBezTo>
                      <a:pt x="48" y="76"/>
                      <a:pt x="48" y="76"/>
                      <a:pt x="49" y="76"/>
                    </a:cubicBezTo>
                    <a:cubicBezTo>
                      <a:pt x="50" y="76"/>
                      <a:pt x="56" y="75"/>
                      <a:pt x="57" y="75"/>
                    </a:cubicBezTo>
                    <a:cubicBezTo>
                      <a:pt x="58" y="75"/>
                      <a:pt x="57" y="75"/>
                      <a:pt x="57" y="75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4"/>
                      <a:pt x="57" y="73"/>
                      <a:pt x="56" y="74"/>
                    </a:cubicBezTo>
                    <a:close/>
                    <a:moveTo>
                      <a:pt x="258" y="74"/>
                    </a:moveTo>
                    <a:cubicBezTo>
                      <a:pt x="257" y="74"/>
                      <a:pt x="253" y="74"/>
                      <a:pt x="252" y="75"/>
                    </a:cubicBezTo>
                    <a:cubicBezTo>
                      <a:pt x="252" y="75"/>
                      <a:pt x="252" y="75"/>
                      <a:pt x="252" y="76"/>
                    </a:cubicBezTo>
                    <a:cubicBezTo>
                      <a:pt x="254" y="76"/>
                      <a:pt x="255" y="76"/>
                      <a:pt x="256" y="76"/>
                    </a:cubicBezTo>
                    <a:cubicBezTo>
                      <a:pt x="258" y="76"/>
                      <a:pt x="259" y="75"/>
                      <a:pt x="260" y="75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0" y="73"/>
                      <a:pt x="260" y="73"/>
                      <a:pt x="260" y="73"/>
                    </a:cubicBezTo>
                    <a:cubicBezTo>
                      <a:pt x="258" y="73"/>
                      <a:pt x="258" y="73"/>
                      <a:pt x="258" y="73"/>
                    </a:cubicBezTo>
                    <a:cubicBezTo>
                      <a:pt x="258" y="74"/>
                      <a:pt x="258" y="74"/>
                      <a:pt x="258" y="74"/>
                    </a:cubicBezTo>
                    <a:close/>
                    <a:moveTo>
                      <a:pt x="159" y="72"/>
                    </a:moveTo>
                    <a:cubicBezTo>
                      <a:pt x="159" y="72"/>
                      <a:pt x="158" y="73"/>
                      <a:pt x="158" y="73"/>
                    </a:cubicBezTo>
                    <a:cubicBezTo>
                      <a:pt x="157" y="74"/>
                      <a:pt x="156" y="81"/>
                      <a:pt x="157" y="82"/>
                    </a:cubicBezTo>
                    <a:cubicBezTo>
                      <a:pt x="157" y="82"/>
                      <a:pt x="157" y="82"/>
                      <a:pt x="157" y="82"/>
                    </a:cubicBezTo>
                    <a:cubicBezTo>
                      <a:pt x="158" y="82"/>
                      <a:pt x="159" y="82"/>
                      <a:pt x="159" y="82"/>
                    </a:cubicBezTo>
                    <a:cubicBezTo>
                      <a:pt x="159" y="82"/>
                      <a:pt x="160" y="82"/>
                      <a:pt x="160" y="82"/>
                    </a:cubicBezTo>
                    <a:cubicBezTo>
                      <a:pt x="160" y="80"/>
                      <a:pt x="159" y="78"/>
                      <a:pt x="159" y="76"/>
                    </a:cubicBezTo>
                    <a:cubicBezTo>
                      <a:pt x="159" y="75"/>
                      <a:pt x="160" y="74"/>
                      <a:pt x="160" y="72"/>
                    </a:cubicBezTo>
                    <a:cubicBezTo>
                      <a:pt x="160" y="72"/>
                      <a:pt x="159" y="72"/>
                      <a:pt x="159" y="72"/>
                    </a:cubicBezTo>
                    <a:close/>
                    <a:moveTo>
                      <a:pt x="190" y="72"/>
                    </a:moveTo>
                    <a:cubicBezTo>
                      <a:pt x="189" y="72"/>
                      <a:pt x="187" y="75"/>
                      <a:pt x="187" y="76"/>
                    </a:cubicBezTo>
                    <a:cubicBezTo>
                      <a:pt x="189" y="79"/>
                      <a:pt x="194" y="74"/>
                      <a:pt x="195" y="73"/>
                    </a:cubicBezTo>
                    <a:cubicBezTo>
                      <a:pt x="195" y="73"/>
                      <a:pt x="195" y="73"/>
                      <a:pt x="195" y="73"/>
                    </a:cubicBezTo>
                    <a:cubicBezTo>
                      <a:pt x="194" y="72"/>
                      <a:pt x="192" y="72"/>
                      <a:pt x="190" y="72"/>
                    </a:cubicBezTo>
                    <a:close/>
                    <a:moveTo>
                      <a:pt x="75" y="72"/>
                    </a:moveTo>
                    <a:cubicBezTo>
                      <a:pt x="74" y="73"/>
                      <a:pt x="73" y="74"/>
                      <a:pt x="74" y="75"/>
                    </a:cubicBezTo>
                    <a:cubicBezTo>
                      <a:pt x="74" y="76"/>
                      <a:pt x="74" y="76"/>
                      <a:pt x="74" y="76"/>
                    </a:cubicBezTo>
                    <a:cubicBezTo>
                      <a:pt x="76" y="76"/>
                      <a:pt x="77" y="75"/>
                      <a:pt x="78" y="74"/>
                    </a:cubicBezTo>
                    <a:cubicBezTo>
                      <a:pt x="78" y="74"/>
                      <a:pt x="78" y="73"/>
                      <a:pt x="78" y="73"/>
                    </a:cubicBezTo>
                    <a:cubicBezTo>
                      <a:pt x="77" y="72"/>
                      <a:pt x="77" y="72"/>
                      <a:pt x="77" y="72"/>
                    </a:cubicBezTo>
                    <a:cubicBezTo>
                      <a:pt x="76" y="72"/>
                      <a:pt x="76" y="72"/>
                      <a:pt x="75" y="72"/>
                    </a:cubicBezTo>
                    <a:close/>
                    <a:moveTo>
                      <a:pt x="106" y="70"/>
                    </a:moveTo>
                    <a:cubicBezTo>
                      <a:pt x="106" y="70"/>
                      <a:pt x="106" y="71"/>
                      <a:pt x="105" y="71"/>
                    </a:cubicBezTo>
                    <a:cubicBezTo>
                      <a:pt x="106" y="71"/>
                      <a:pt x="106" y="72"/>
                      <a:pt x="106" y="72"/>
                    </a:cubicBezTo>
                    <a:cubicBezTo>
                      <a:pt x="106" y="72"/>
                      <a:pt x="106" y="72"/>
                      <a:pt x="106" y="72"/>
                    </a:cubicBezTo>
                    <a:cubicBezTo>
                      <a:pt x="106" y="72"/>
                      <a:pt x="106" y="72"/>
                      <a:pt x="106" y="72"/>
                    </a:cubicBezTo>
                    <a:cubicBezTo>
                      <a:pt x="107" y="71"/>
                      <a:pt x="107" y="71"/>
                      <a:pt x="107" y="70"/>
                    </a:cubicBezTo>
                    <a:cubicBezTo>
                      <a:pt x="107" y="70"/>
                      <a:pt x="107" y="70"/>
                      <a:pt x="106" y="70"/>
                    </a:cubicBezTo>
                    <a:close/>
                    <a:moveTo>
                      <a:pt x="202" y="69"/>
                    </a:moveTo>
                    <a:cubicBezTo>
                      <a:pt x="201" y="70"/>
                      <a:pt x="200" y="70"/>
                      <a:pt x="200" y="71"/>
                    </a:cubicBezTo>
                    <a:cubicBezTo>
                      <a:pt x="200" y="71"/>
                      <a:pt x="200" y="71"/>
                      <a:pt x="200" y="71"/>
                    </a:cubicBezTo>
                    <a:cubicBezTo>
                      <a:pt x="201" y="72"/>
                      <a:pt x="202" y="72"/>
                      <a:pt x="203" y="73"/>
                    </a:cubicBezTo>
                    <a:cubicBezTo>
                      <a:pt x="203" y="72"/>
                      <a:pt x="204" y="71"/>
                      <a:pt x="203" y="70"/>
                    </a:cubicBezTo>
                    <a:cubicBezTo>
                      <a:pt x="203" y="70"/>
                      <a:pt x="203" y="69"/>
                      <a:pt x="202" y="69"/>
                    </a:cubicBezTo>
                    <a:cubicBezTo>
                      <a:pt x="202" y="69"/>
                      <a:pt x="202" y="69"/>
                      <a:pt x="202" y="69"/>
                    </a:cubicBezTo>
                    <a:close/>
                    <a:moveTo>
                      <a:pt x="282" y="68"/>
                    </a:moveTo>
                    <a:cubicBezTo>
                      <a:pt x="282" y="68"/>
                      <a:pt x="282" y="68"/>
                      <a:pt x="282" y="68"/>
                    </a:cubicBezTo>
                    <a:cubicBezTo>
                      <a:pt x="282" y="69"/>
                      <a:pt x="282" y="70"/>
                      <a:pt x="283" y="70"/>
                    </a:cubicBezTo>
                    <a:cubicBezTo>
                      <a:pt x="283" y="70"/>
                      <a:pt x="283" y="70"/>
                      <a:pt x="284" y="70"/>
                    </a:cubicBezTo>
                    <a:cubicBezTo>
                      <a:pt x="284" y="70"/>
                      <a:pt x="284" y="70"/>
                      <a:pt x="284" y="70"/>
                    </a:cubicBezTo>
                    <a:cubicBezTo>
                      <a:pt x="284" y="70"/>
                      <a:pt x="284" y="70"/>
                      <a:pt x="284" y="70"/>
                    </a:cubicBezTo>
                    <a:cubicBezTo>
                      <a:pt x="284" y="69"/>
                      <a:pt x="283" y="68"/>
                      <a:pt x="282" y="68"/>
                    </a:cubicBezTo>
                    <a:close/>
                    <a:moveTo>
                      <a:pt x="85" y="68"/>
                    </a:moveTo>
                    <a:cubicBezTo>
                      <a:pt x="85" y="68"/>
                      <a:pt x="87" y="75"/>
                      <a:pt x="87" y="75"/>
                    </a:cubicBezTo>
                    <a:cubicBezTo>
                      <a:pt x="88" y="75"/>
                      <a:pt x="88" y="75"/>
                      <a:pt x="88" y="75"/>
                    </a:cubicBezTo>
                    <a:cubicBezTo>
                      <a:pt x="88" y="75"/>
                      <a:pt x="88" y="75"/>
                      <a:pt x="89" y="75"/>
                    </a:cubicBezTo>
                    <a:cubicBezTo>
                      <a:pt x="89" y="72"/>
                      <a:pt x="88" y="68"/>
                      <a:pt x="85" y="68"/>
                    </a:cubicBezTo>
                    <a:close/>
                    <a:moveTo>
                      <a:pt x="150" y="67"/>
                    </a:moveTo>
                    <a:cubicBezTo>
                      <a:pt x="150" y="69"/>
                      <a:pt x="153" y="71"/>
                      <a:pt x="155" y="70"/>
                    </a:cubicBezTo>
                    <a:cubicBezTo>
                      <a:pt x="155" y="69"/>
                      <a:pt x="154" y="69"/>
                      <a:pt x="154" y="68"/>
                    </a:cubicBezTo>
                    <a:cubicBezTo>
                      <a:pt x="153" y="68"/>
                      <a:pt x="152" y="67"/>
                      <a:pt x="150" y="67"/>
                    </a:cubicBezTo>
                    <a:close/>
                    <a:moveTo>
                      <a:pt x="50" y="66"/>
                    </a:moveTo>
                    <a:cubicBezTo>
                      <a:pt x="49" y="66"/>
                      <a:pt x="48" y="67"/>
                      <a:pt x="48" y="67"/>
                    </a:cubicBezTo>
                    <a:cubicBezTo>
                      <a:pt x="48" y="67"/>
                      <a:pt x="48" y="68"/>
                      <a:pt x="48" y="68"/>
                    </a:cubicBezTo>
                    <a:cubicBezTo>
                      <a:pt x="48" y="68"/>
                      <a:pt x="48" y="68"/>
                      <a:pt x="49" y="68"/>
                    </a:cubicBezTo>
                    <a:cubicBezTo>
                      <a:pt x="49" y="68"/>
                      <a:pt x="50" y="68"/>
                      <a:pt x="51" y="68"/>
                    </a:cubicBezTo>
                    <a:cubicBezTo>
                      <a:pt x="51" y="68"/>
                      <a:pt x="52" y="68"/>
                      <a:pt x="52" y="68"/>
                    </a:cubicBezTo>
                    <a:cubicBezTo>
                      <a:pt x="52" y="67"/>
                      <a:pt x="51" y="67"/>
                      <a:pt x="51" y="66"/>
                    </a:cubicBezTo>
                    <a:cubicBezTo>
                      <a:pt x="51" y="66"/>
                      <a:pt x="50" y="66"/>
                      <a:pt x="50" y="66"/>
                    </a:cubicBezTo>
                    <a:close/>
                    <a:moveTo>
                      <a:pt x="159" y="65"/>
                    </a:moveTo>
                    <a:cubicBezTo>
                      <a:pt x="159" y="65"/>
                      <a:pt x="159" y="65"/>
                      <a:pt x="159" y="66"/>
                    </a:cubicBezTo>
                    <a:cubicBezTo>
                      <a:pt x="159" y="66"/>
                      <a:pt x="159" y="66"/>
                      <a:pt x="159" y="66"/>
                    </a:cubicBezTo>
                    <a:cubicBezTo>
                      <a:pt x="160" y="66"/>
                      <a:pt x="160" y="66"/>
                      <a:pt x="161" y="67"/>
                    </a:cubicBezTo>
                    <a:cubicBezTo>
                      <a:pt x="161" y="66"/>
                      <a:pt x="161" y="66"/>
                      <a:pt x="161" y="66"/>
                    </a:cubicBezTo>
                    <a:cubicBezTo>
                      <a:pt x="161" y="66"/>
                      <a:pt x="160" y="65"/>
                      <a:pt x="160" y="65"/>
                    </a:cubicBezTo>
                    <a:cubicBezTo>
                      <a:pt x="160" y="65"/>
                      <a:pt x="159" y="65"/>
                      <a:pt x="159" y="65"/>
                    </a:cubicBezTo>
                    <a:close/>
                    <a:moveTo>
                      <a:pt x="232" y="64"/>
                    </a:moveTo>
                    <a:cubicBezTo>
                      <a:pt x="230" y="65"/>
                      <a:pt x="232" y="68"/>
                      <a:pt x="231" y="71"/>
                    </a:cubicBezTo>
                    <a:cubicBezTo>
                      <a:pt x="231" y="75"/>
                      <a:pt x="225" y="79"/>
                      <a:pt x="226" y="81"/>
                    </a:cubicBezTo>
                    <a:cubicBezTo>
                      <a:pt x="226" y="83"/>
                      <a:pt x="226" y="81"/>
                      <a:pt x="226" y="81"/>
                    </a:cubicBezTo>
                    <a:cubicBezTo>
                      <a:pt x="227" y="80"/>
                      <a:pt x="230" y="79"/>
                      <a:pt x="231" y="78"/>
                    </a:cubicBezTo>
                    <a:cubicBezTo>
                      <a:pt x="232" y="77"/>
                      <a:pt x="233" y="66"/>
                      <a:pt x="233" y="65"/>
                    </a:cubicBezTo>
                    <a:cubicBezTo>
                      <a:pt x="232" y="63"/>
                      <a:pt x="232" y="64"/>
                      <a:pt x="232" y="64"/>
                    </a:cubicBezTo>
                    <a:cubicBezTo>
                      <a:pt x="232" y="64"/>
                      <a:pt x="233" y="63"/>
                      <a:pt x="232" y="64"/>
                    </a:cubicBezTo>
                    <a:close/>
                    <a:moveTo>
                      <a:pt x="250" y="64"/>
                    </a:moveTo>
                    <a:cubicBezTo>
                      <a:pt x="249" y="65"/>
                      <a:pt x="251" y="68"/>
                      <a:pt x="249" y="69"/>
                    </a:cubicBezTo>
                    <a:cubicBezTo>
                      <a:pt x="246" y="71"/>
                      <a:pt x="243" y="68"/>
                      <a:pt x="242" y="67"/>
                    </a:cubicBezTo>
                    <a:cubicBezTo>
                      <a:pt x="241" y="66"/>
                      <a:pt x="241" y="67"/>
                      <a:pt x="241" y="67"/>
                    </a:cubicBezTo>
                    <a:cubicBezTo>
                      <a:pt x="241" y="67"/>
                      <a:pt x="240" y="67"/>
                      <a:pt x="240" y="68"/>
                    </a:cubicBezTo>
                    <a:cubicBezTo>
                      <a:pt x="240" y="68"/>
                      <a:pt x="240" y="68"/>
                      <a:pt x="240" y="69"/>
                    </a:cubicBezTo>
                    <a:cubicBezTo>
                      <a:pt x="241" y="70"/>
                      <a:pt x="249" y="73"/>
                      <a:pt x="250" y="73"/>
                    </a:cubicBezTo>
                    <a:cubicBezTo>
                      <a:pt x="251" y="73"/>
                      <a:pt x="250" y="74"/>
                      <a:pt x="251" y="73"/>
                    </a:cubicBezTo>
                    <a:cubicBezTo>
                      <a:pt x="251" y="72"/>
                      <a:pt x="252" y="67"/>
                      <a:pt x="252" y="65"/>
                    </a:cubicBezTo>
                    <a:cubicBezTo>
                      <a:pt x="251" y="64"/>
                      <a:pt x="251" y="64"/>
                      <a:pt x="250" y="64"/>
                    </a:cubicBezTo>
                    <a:close/>
                    <a:moveTo>
                      <a:pt x="273" y="63"/>
                    </a:moveTo>
                    <a:cubicBezTo>
                      <a:pt x="273" y="64"/>
                      <a:pt x="273" y="64"/>
                      <a:pt x="273" y="64"/>
                    </a:cubicBezTo>
                    <a:cubicBezTo>
                      <a:pt x="274" y="65"/>
                      <a:pt x="274" y="65"/>
                      <a:pt x="274" y="65"/>
                    </a:cubicBezTo>
                    <a:cubicBezTo>
                      <a:pt x="274" y="65"/>
                      <a:pt x="274" y="65"/>
                      <a:pt x="274" y="64"/>
                    </a:cubicBezTo>
                    <a:cubicBezTo>
                      <a:pt x="274" y="64"/>
                      <a:pt x="274" y="64"/>
                      <a:pt x="274" y="64"/>
                    </a:cubicBezTo>
                    <a:cubicBezTo>
                      <a:pt x="274" y="64"/>
                      <a:pt x="274" y="64"/>
                      <a:pt x="274" y="63"/>
                    </a:cubicBezTo>
                    <a:cubicBezTo>
                      <a:pt x="274" y="63"/>
                      <a:pt x="274" y="63"/>
                      <a:pt x="273" y="63"/>
                    </a:cubicBezTo>
                    <a:close/>
                    <a:moveTo>
                      <a:pt x="141" y="62"/>
                    </a:moveTo>
                    <a:cubicBezTo>
                      <a:pt x="138" y="64"/>
                      <a:pt x="134" y="65"/>
                      <a:pt x="132" y="67"/>
                    </a:cubicBezTo>
                    <a:cubicBezTo>
                      <a:pt x="131" y="69"/>
                      <a:pt x="134" y="70"/>
                      <a:pt x="132" y="72"/>
                    </a:cubicBezTo>
                    <a:cubicBezTo>
                      <a:pt x="131" y="73"/>
                      <a:pt x="127" y="73"/>
                      <a:pt x="125" y="73"/>
                    </a:cubicBezTo>
                    <a:cubicBezTo>
                      <a:pt x="124" y="73"/>
                      <a:pt x="125" y="73"/>
                      <a:pt x="125" y="73"/>
                    </a:cubicBezTo>
                    <a:cubicBezTo>
                      <a:pt x="125" y="74"/>
                      <a:pt x="124" y="73"/>
                      <a:pt x="125" y="74"/>
                    </a:cubicBezTo>
                    <a:cubicBezTo>
                      <a:pt x="126" y="74"/>
                      <a:pt x="129" y="76"/>
                      <a:pt x="131" y="76"/>
                    </a:cubicBezTo>
                    <a:cubicBezTo>
                      <a:pt x="135" y="74"/>
                      <a:pt x="134" y="67"/>
                      <a:pt x="136" y="66"/>
                    </a:cubicBezTo>
                    <a:cubicBezTo>
                      <a:pt x="138" y="64"/>
                      <a:pt x="140" y="67"/>
                      <a:pt x="141" y="67"/>
                    </a:cubicBezTo>
                    <a:cubicBezTo>
                      <a:pt x="142" y="66"/>
                      <a:pt x="143" y="65"/>
                      <a:pt x="143" y="64"/>
                    </a:cubicBezTo>
                    <a:cubicBezTo>
                      <a:pt x="143" y="63"/>
                      <a:pt x="143" y="63"/>
                      <a:pt x="142" y="63"/>
                    </a:cubicBezTo>
                    <a:cubicBezTo>
                      <a:pt x="142" y="63"/>
                      <a:pt x="142" y="63"/>
                      <a:pt x="141" y="62"/>
                    </a:cubicBezTo>
                    <a:close/>
                    <a:moveTo>
                      <a:pt x="149" y="62"/>
                    </a:moveTo>
                    <a:cubicBezTo>
                      <a:pt x="149" y="62"/>
                      <a:pt x="148" y="63"/>
                      <a:pt x="147" y="64"/>
                    </a:cubicBezTo>
                    <a:cubicBezTo>
                      <a:pt x="147" y="65"/>
                      <a:pt x="148" y="65"/>
                      <a:pt x="148" y="66"/>
                    </a:cubicBezTo>
                    <a:cubicBezTo>
                      <a:pt x="149" y="66"/>
                      <a:pt x="149" y="66"/>
                      <a:pt x="150" y="65"/>
                    </a:cubicBezTo>
                    <a:cubicBezTo>
                      <a:pt x="150" y="64"/>
                      <a:pt x="150" y="63"/>
                      <a:pt x="150" y="62"/>
                    </a:cubicBezTo>
                    <a:cubicBezTo>
                      <a:pt x="150" y="62"/>
                      <a:pt x="150" y="62"/>
                      <a:pt x="149" y="62"/>
                    </a:cubicBezTo>
                    <a:close/>
                    <a:moveTo>
                      <a:pt x="263" y="62"/>
                    </a:moveTo>
                    <a:cubicBezTo>
                      <a:pt x="262" y="62"/>
                      <a:pt x="262" y="63"/>
                      <a:pt x="262" y="63"/>
                    </a:cubicBezTo>
                    <a:cubicBezTo>
                      <a:pt x="262" y="64"/>
                      <a:pt x="262" y="64"/>
                      <a:pt x="263" y="64"/>
                    </a:cubicBezTo>
                    <a:cubicBezTo>
                      <a:pt x="264" y="64"/>
                      <a:pt x="264" y="64"/>
                      <a:pt x="264" y="63"/>
                    </a:cubicBezTo>
                    <a:cubicBezTo>
                      <a:pt x="265" y="63"/>
                      <a:pt x="265" y="63"/>
                      <a:pt x="264" y="62"/>
                    </a:cubicBezTo>
                    <a:cubicBezTo>
                      <a:pt x="264" y="62"/>
                      <a:pt x="263" y="62"/>
                      <a:pt x="263" y="62"/>
                    </a:cubicBezTo>
                    <a:close/>
                    <a:moveTo>
                      <a:pt x="111" y="62"/>
                    </a:moveTo>
                    <a:cubicBezTo>
                      <a:pt x="110" y="62"/>
                      <a:pt x="110" y="62"/>
                      <a:pt x="110" y="63"/>
                    </a:cubicBezTo>
                    <a:cubicBezTo>
                      <a:pt x="109" y="64"/>
                      <a:pt x="110" y="65"/>
                      <a:pt x="111" y="65"/>
                    </a:cubicBezTo>
                    <a:cubicBezTo>
                      <a:pt x="112" y="64"/>
                      <a:pt x="112" y="64"/>
                      <a:pt x="112" y="64"/>
                    </a:cubicBezTo>
                    <a:cubicBezTo>
                      <a:pt x="112" y="63"/>
                      <a:pt x="112" y="62"/>
                      <a:pt x="112" y="62"/>
                    </a:cubicBezTo>
                    <a:cubicBezTo>
                      <a:pt x="112" y="62"/>
                      <a:pt x="111" y="62"/>
                      <a:pt x="111" y="62"/>
                    </a:cubicBezTo>
                    <a:close/>
                    <a:moveTo>
                      <a:pt x="41" y="61"/>
                    </a:moveTo>
                    <a:cubicBezTo>
                      <a:pt x="40" y="61"/>
                      <a:pt x="40" y="62"/>
                      <a:pt x="41" y="62"/>
                    </a:cubicBezTo>
                    <a:cubicBezTo>
                      <a:pt x="41" y="63"/>
                      <a:pt x="41" y="62"/>
                      <a:pt x="41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1"/>
                    </a:cubicBezTo>
                    <a:cubicBezTo>
                      <a:pt x="41" y="61"/>
                      <a:pt x="41" y="61"/>
                      <a:pt x="41" y="61"/>
                    </a:cubicBezTo>
                    <a:close/>
                    <a:moveTo>
                      <a:pt x="120" y="59"/>
                    </a:moveTo>
                    <a:cubicBezTo>
                      <a:pt x="120" y="60"/>
                      <a:pt x="121" y="64"/>
                      <a:pt x="120" y="66"/>
                    </a:cubicBezTo>
                    <a:cubicBezTo>
                      <a:pt x="119" y="68"/>
                      <a:pt x="117" y="68"/>
                      <a:pt x="116" y="70"/>
                    </a:cubicBezTo>
                    <a:cubicBezTo>
                      <a:pt x="116" y="72"/>
                      <a:pt x="119" y="78"/>
                      <a:pt x="120" y="79"/>
                    </a:cubicBezTo>
                    <a:cubicBezTo>
                      <a:pt x="121" y="79"/>
                      <a:pt x="121" y="80"/>
                      <a:pt x="121" y="78"/>
                    </a:cubicBezTo>
                    <a:cubicBezTo>
                      <a:pt x="121" y="76"/>
                      <a:pt x="119" y="73"/>
                      <a:pt x="123" y="73"/>
                    </a:cubicBezTo>
                    <a:cubicBezTo>
                      <a:pt x="126" y="72"/>
                      <a:pt x="122" y="72"/>
                      <a:pt x="121" y="69"/>
                    </a:cubicBezTo>
                    <a:cubicBezTo>
                      <a:pt x="121" y="69"/>
                      <a:pt x="121" y="67"/>
                      <a:pt x="121" y="67"/>
                    </a:cubicBezTo>
                    <a:cubicBezTo>
                      <a:pt x="122" y="65"/>
                      <a:pt x="122" y="64"/>
                      <a:pt x="124" y="64"/>
                    </a:cubicBezTo>
                    <a:cubicBezTo>
                      <a:pt x="125" y="64"/>
                      <a:pt x="127" y="65"/>
                      <a:pt x="128" y="65"/>
                    </a:cubicBezTo>
                    <a:cubicBezTo>
                      <a:pt x="129" y="65"/>
                      <a:pt x="129" y="65"/>
                      <a:pt x="129" y="64"/>
                    </a:cubicBezTo>
                    <a:cubicBezTo>
                      <a:pt x="128" y="63"/>
                      <a:pt x="125" y="63"/>
                      <a:pt x="123" y="62"/>
                    </a:cubicBezTo>
                    <a:cubicBezTo>
                      <a:pt x="121" y="61"/>
                      <a:pt x="122" y="60"/>
                      <a:pt x="121" y="59"/>
                    </a:cubicBezTo>
                    <a:cubicBezTo>
                      <a:pt x="121" y="58"/>
                      <a:pt x="121" y="58"/>
                      <a:pt x="120" y="59"/>
                    </a:cubicBezTo>
                    <a:close/>
                    <a:moveTo>
                      <a:pt x="99" y="58"/>
                    </a:moveTo>
                    <a:cubicBezTo>
                      <a:pt x="98" y="60"/>
                      <a:pt x="99" y="63"/>
                      <a:pt x="98" y="66"/>
                    </a:cubicBezTo>
                    <a:cubicBezTo>
                      <a:pt x="98" y="68"/>
                      <a:pt x="96" y="68"/>
                      <a:pt x="97" y="70"/>
                    </a:cubicBezTo>
                    <a:cubicBezTo>
                      <a:pt x="97" y="70"/>
                      <a:pt x="97" y="71"/>
                      <a:pt x="97" y="71"/>
                    </a:cubicBezTo>
                    <a:cubicBezTo>
                      <a:pt x="98" y="70"/>
                      <a:pt x="98" y="69"/>
                      <a:pt x="98" y="68"/>
                    </a:cubicBezTo>
                    <a:cubicBezTo>
                      <a:pt x="100" y="65"/>
                      <a:pt x="102" y="62"/>
                      <a:pt x="100" y="58"/>
                    </a:cubicBezTo>
                    <a:cubicBezTo>
                      <a:pt x="99" y="58"/>
                      <a:pt x="99" y="58"/>
                      <a:pt x="99" y="58"/>
                    </a:cubicBezTo>
                    <a:close/>
                    <a:moveTo>
                      <a:pt x="210" y="58"/>
                    </a:moveTo>
                    <a:cubicBezTo>
                      <a:pt x="209" y="58"/>
                      <a:pt x="208" y="59"/>
                      <a:pt x="207" y="59"/>
                    </a:cubicBezTo>
                    <a:cubicBezTo>
                      <a:pt x="207" y="60"/>
                      <a:pt x="208" y="60"/>
                      <a:pt x="209" y="61"/>
                    </a:cubicBezTo>
                    <a:cubicBezTo>
                      <a:pt x="210" y="61"/>
                      <a:pt x="211" y="62"/>
                      <a:pt x="211" y="63"/>
                    </a:cubicBezTo>
                    <a:cubicBezTo>
                      <a:pt x="211" y="63"/>
                      <a:pt x="212" y="63"/>
                      <a:pt x="212" y="63"/>
                    </a:cubicBezTo>
                    <a:cubicBezTo>
                      <a:pt x="212" y="61"/>
                      <a:pt x="212" y="59"/>
                      <a:pt x="211" y="58"/>
                    </a:cubicBezTo>
                    <a:cubicBezTo>
                      <a:pt x="211" y="58"/>
                      <a:pt x="211" y="58"/>
                      <a:pt x="211" y="58"/>
                    </a:cubicBezTo>
                    <a:cubicBezTo>
                      <a:pt x="210" y="58"/>
                      <a:pt x="210" y="58"/>
                      <a:pt x="210" y="58"/>
                    </a:cubicBezTo>
                    <a:close/>
                    <a:moveTo>
                      <a:pt x="174" y="57"/>
                    </a:moveTo>
                    <a:cubicBezTo>
                      <a:pt x="173" y="57"/>
                      <a:pt x="171" y="59"/>
                      <a:pt x="171" y="60"/>
                    </a:cubicBezTo>
                    <a:cubicBezTo>
                      <a:pt x="171" y="62"/>
                      <a:pt x="172" y="62"/>
                      <a:pt x="171" y="63"/>
                    </a:cubicBezTo>
                    <a:cubicBezTo>
                      <a:pt x="171" y="63"/>
                      <a:pt x="169" y="63"/>
                      <a:pt x="169" y="65"/>
                    </a:cubicBezTo>
                    <a:cubicBezTo>
                      <a:pt x="169" y="66"/>
                      <a:pt x="171" y="69"/>
                      <a:pt x="171" y="70"/>
                    </a:cubicBezTo>
                    <a:cubicBezTo>
                      <a:pt x="172" y="70"/>
                      <a:pt x="171" y="69"/>
                      <a:pt x="172" y="70"/>
                    </a:cubicBezTo>
                    <a:cubicBezTo>
                      <a:pt x="172" y="70"/>
                      <a:pt x="174" y="70"/>
                      <a:pt x="175" y="71"/>
                    </a:cubicBezTo>
                    <a:cubicBezTo>
                      <a:pt x="176" y="71"/>
                      <a:pt x="177" y="73"/>
                      <a:pt x="178" y="73"/>
                    </a:cubicBezTo>
                    <a:cubicBezTo>
                      <a:pt x="178" y="74"/>
                      <a:pt x="179" y="73"/>
                      <a:pt x="179" y="73"/>
                    </a:cubicBezTo>
                    <a:cubicBezTo>
                      <a:pt x="179" y="73"/>
                      <a:pt x="180" y="73"/>
                      <a:pt x="179" y="72"/>
                    </a:cubicBezTo>
                    <a:cubicBezTo>
                      <a:pt x="178" y="71"/>
                      <a:pt x="171" y="66"/>
                      <a:pt x="173" y="62"/>
                    </a:cubicBezTo>
                    <a:cubicBezTo>
                      <a:pt x="174" y="59"/>
                      <a:pt x="178" y="61"/>
                      <a:pt x="180" y="62"/>
                    </a:cubicBezTo>
                    <a:cubicBezTo>
                      <a:pt x="181" y="62"/>
                      <a:pt x="180" y="62"/>
                      <a:pt x="180" y="61"/>
                    </a:cubicBezTo>
                    <a:cubicBezTo>
                      <a:pt x="180" y="61"/>
                      <a:pt x="181" y="61"/>
                      <a:pt x="180" y="60"/>
                    </a:cubicBezTo>
                    <a:cubicBezTo>
                      <a:pt x="180" y="59"/>
                      <a:pt x="175" y="56"/>
                      <a:pt x="174" y="57"/>
                    </a:cubicBezTo>
                    <a:close/>
                    <a:moveTo>
                      <a:pt x="238" y="56"/>
                    </a:moveTo>
                    <a:cubicBezTo>
                      <a:pt x="238" y="56"/>
                      <a:pt x="238" y="57"/>
                      <a:pt x="238" y="57"/>
                    </a:cubicBezTo>
                    <a:cubicBezTo>
                      <a:pt x="238" y="58"/>
                      <a:pt x="238" y="58"/>
                      <a:pt x="238" y="58"/>
                    </a:cubicBezTo>
                    <a:cubicBezTo>
                      <a:pt x="239" y="58"/>
                      <a:pt x="239" y="58"/>
                      <a:pt x="239" y="58"/>
                    </a:cubicBezTo>
                    <a:cubicBezTo>
                      <a:pt x="240" y="58"/>
                      <a:pt x="240" y="57"/>
                      <a:pt x="239" y="56"/>
                    </a:cubicBezTo>
                    <a:cubicBezTo>
                      <a:pt x="239" y="56"/>
                      <a:pt x="239" y="56"/>
                      <a:pt x="238" y="56"/>
                    </a:cubicBezTo>
                    <a:close/>
                    <a:moveTo>
                      <a:pt x="258" y="56"/>
                    </a:moveTo>
                    <a:cubicBezTo>
                      <a:pt x="257" y="57"/>
                      <a:pt x="257" y="57"/>
                      <a:pt x="257" y="58"/>
                    </a:cubicBezTo>
                    <a:cubicBezTo>
                      <a:pt x="257" y="58"/>
                      <a:pt x="258" y="59"/>
                      <a:pt x="258" y="59"/>
                    </a:cubicBezTo>
                    <a:cubicBezTo>
                      <a:pt x="258" y="59"/>
                      <a:pt x="258" y="59"/>
                      <a:pt x="259" y="59"/>
                    </a:cubicBezTo>
                    <a:cubicBezTo>
                      <a:pt x="259" y="59"/>
                      <a:pt x="259" y="59"/>
                      <a:pt x="259" y="59"/>
                    </a:cubicBezTo>
                    <a:cubicBezTo>
                      <a:pt x="259" y="58"/>
                      <a:pt x="259" y="57"/>
                      <a:pt x="259" y="57"/>
                    </a:cubicBezTo>
                    <a:cubicBezTo>
                      <a:pt x="259" y="57"/>
                      <a:pt x="259" y="56"/>
                      <a:pt x="259" y="56"/>
                    </a:cubicBezTo>
                    <a:cubicBezTo>
                      <a:pt x="258" y="56"/>
                      <a:pt x="258" y="56"/>
                      <a:pt x="258" y="56"/>
                    </a:cubicBezTo>
                    <a:close/>
                    <a:moveTo>
                      <a:pt x="128" y="54"/>
                    </a:moveTo>
                    <a:cubicBezTo>
                      <a:pt x="128" y="54"/>
                      <a:pt x="128" y="54"/>
                      <a:pt x="127" y="54"/>
                    </a:cubicBezTo>
                    <a:cubicBezTo>
                      <a:pt x="127" y="54"/>
                      <a:pt x="127" y="55"/>
                      <a:pt x="127" y="55"/>
                    </a:cubicBezTo>
                    <a:cubicBezTo>
                      <a:pt x="129" y="56"/>
                      <a:pt x="130" y="57"/>
                      <a:pt x="131" y="58"/>
                    </a:cubicBezTo>
                    <a:cubicBezTo>
                      <a:pt x="132" y="58"/>
                      <a:pt x="132" y="58"/>
                      <a:pt x="133" y="58"/>
                    </a:cubicBezTo>
                    <a:cubicBezTo>
                      <a:pt x="133" y="58"/>
                      <a:pt x="133" y="58"/>
                      <a:pt x="134" y="57"/>
                    </a:cubicBezTo>
                    <a:cubicBezTo>
                      <a:pt x="133" y="55"/>
                      <a:pt x="130" y="54"/>
                      <a:pt x="128" y="54"/>
                    </a:cubicBezTo>
                    <a:close/>
                    <a:moveTo>
                      <a:pt x="249" y="53"/>
                    </a:moveTo>
                    <a:cubicBezTo>
                      <a:pt x="248" y="53"/>
                      <a:pt x="248" y="54"/>
                      <a:pt x="248" y="54"/>
                    </a:cubicBezTo>
                    <a:cubicBezTo>
                      <a:pt x="248" y="54"/>
                      <a:pt x="248" y="55"/>
                      <a:pt x="248" y="55"/>
                    </a:cubicBezTo>
                    <a:cubicBezTo>
                      <a:pt x="248" y="55"/>
                      <a:pt x="249" y="56"/>
                      <a:pt x="249" y="56"/>
                    </a:cubicBezTo>
                    <a:cubicBezTo>
                      <a:pt x="250" y="55"/>
                      <a:pt x="250" y="55"/>
                      <a:pt x="250" y="54"/>
                    </a:cubicBezTo>
                    <a:cubicBezTo>
                      <a:pt x="250" y="53"/>
                      <a:pt x="250" y="53"/>
                      <a:pt x="250" y="53"/>
                    </a:cubicBezTo>
                    <a:cubicBezTo>
                      <a:pt x="249" y="53"/>
                      <a:pt x="249" y="53"/>
                      <a:pt x="249" y="53"/>
                    </a:cubicBezTo>
                    <a:close/>
                    <a:moveTo>
                      <a:pt x="202" y="51"/>
                    </a:moveTo>
                    <a:cubicBezTo>
                      <a:pt x="201" y="52"/>
                      <a:pt x="199" y="52"/>
                      <a:pt x="199" y="54"/>
                    </a:cubicBezTo>
                    <a:cubicBezTo>
                      <a:pt x="201" y="54"/>
                      <a:pt x="202" y="54"/>
                      <a:pt x="203" y="54"/>
                    </a:cubicBezTo>
                    <a:cubicBezTo>
                      <a:pt x="203" y="54"/>
                      <a:pt x="203" y="54"/>
                      <a:pt x="203" y="53"/>
                    </a:cubicBezTo>
                    <a:cubicBezTo>
                      <a:pt x="204" y="53"/>
                      <a:pt x="203" y="52"/>
                      <a:pt x="203" y="51"/>
                    </a:cubicBezTo>
                    <a:cubicBezTo>
                      <a:pt x="203" y="51"/>
                      <a:pt x="202" y="51"/>
                      <a:pt x="202" y="51"/>
                    </a:cubicBezTo>
                    <a:close/>
                    <a:moveTo>
                      <a:pt x="114" y="51"/>
                    </a:moveTo>
                    <a:cubicBezTo>
                      <a:pt x="113" y="52"/>
                      <a:pt x="109" y="54"/>
                      <a:pt x="108" y="54"/>
                    </a:cubicBezTo>
                    <a:cubicBezTo>
                      <a:pt x="106" y="55"/>
                      <a:pt x="107" y="55"/>
                      <a:pt x="108" y="55"/>
                    </a:cubicBezTo>
                    <a:cubicBezTo>
                      <a:pt x="108" y="55"/>
                      <a:pt x="107" y="55"/>
                      <a:pt x="108" y="55"/>
                    </a:cubicBezTo>
                    <a:cubicBezTo>
                      <a:pt x="109" y="55"/>
                      <a:pt x="112" y="55"/>
                      <a:pt x="114" y="54"/>
                    </a:cubicBezTo>
                    <a:cubicBezTo>
                      <a:pt x="115" y="54"/>
                      <a:pt x="115" y="52"/>
                      <a:pt x="115" y="51"/>
                    </a:cubicBezTo>
                    <a:cubicBezTo>
                      <a:pt x="114" y="50"/>
                      <a:pt x="115" y="50"/>
                      <a:pt x="114" y="51"/>
                    </a:cubicBezTo>
                    <a:close/>
                    <a:moveTo>
                      <a:pt x="232" y="50"/>
                    </a:moveTo>
                    <a:cubicBezTo>
                      <a:pt x="229" y="52"/>
                      <a:pt x="227" y="55"/>
                      <a:pt x="227" y="59"/>
                    </a:cubicBezTo>
                    <a:cubicBezTo>
                      <a:pt x="227" y="59"/>
                      <a:pt x="227" y="59"/>
                      <a:pt x="228" y="60"/>
                    </a:cubicBezTo>
                    <a:cubicBezTo>
                      <a:pt x="228" y="60"/>
                      <a:pt x="228" y="60"/>
                      <a:pt x="228" y="60"/>
                    </a:cubicBezTo>
                    <a:cubicBezTo>
                      <a:pt x="229" y="59"/>
                      <a:pt x="233" y="50"/>
                      <a:pt x="233" y="50"/>
                    </a:cubicBezTo>
                    <a:cubicBezTo>
                      <a:pt x="232" y="50"/>
                      <a:pt x="232" y="50"/>
                      <a:pt x="232" y="50"/>
                    </a:cubicBezTo>
                    <a:close/>
                    <a:moveTo>
                      <a:pt x="180" y="48"/>
                    </a:moveTo>
                    <a:cubicBezTo>
                      <a:pt x="179" y="49"/>
                      <a:pt x="179" y="49"/>
                      <a:pt x="178" y="50"/>
                    </a:cubicBezTo>
                    <a:cubicBezTo>
                      <a:pt x="179" y="51"/>
                      <a:pt x="181" y="50"/>
                      <a:pt x="182" y="49"/>
                    </a:cubicBezTo>
                    <a:cubicBezTo>
                      <a:pt x="182" y="49"/>
                      <a:pt x="181" y="48"/>
                      <a:pt x="181" y="48"/>
                    </a:cubicBezTo>
                    <a:cubicBezTo>
                      <a:pt x="181" y="48"/>
                      <a:pt x="181" y="48"/>
                      <a:pt x="181" y="48"/>
                    </a:cubicBezTo>
                    <a:cubicBezTo>
                      <a:pt x="181" y="48"/>
                      <a:pt x="181" y="48"/>
                      <a:pt x="180" y="48"/>
                    </a:cubicBezTo>
                    <a:close/>
                    <a:moveTo>
                      <a:pt x="192" y="47"/>
                    </a:moveTo>
                    <a:cubicBezTo>
                      <a:pt x="191" y="47"/>
                      <a:pt x="191" y="47"/>
                      <a:pt x="191" y="47"/>
                    </a:cubicBezTo>
                    <a:cubicBezTo>
                      <a:pt x="190" y="50"/>
                      <a:pt x="190" y="53"/>
                      <a:pt x="187" y="54"/>
                    </a:cubicBezTo>
                    <a:cubicBezTo>
                      <a:pt x="186" y="54"/>
                      <a:pt x="185" y="53"/>
                      <a:pt x="184" y="54"/>
                    </a:cubicBezTo>
                    <a:cubicBezTo>
                      <a:pt x="184" y="55"/>
                      <a:pt x="184" y="55"/>
                      <a:pt x="184" y="55"/>
                    </a:cubicBezTo>
                    <a:cubicBezTo>
                      <a:pt x="185" y="56"/>
                      <a:pt x="186" y="57"/>
                      <a:pt x="188" y="57"/>
                    </a:cubicBezTo>
                    <a:cubicBezTo>
                      <a:pt x="190" y="56"/>
                      <a:pt x="189" y="54"/>
                      <a:pt x="191" y="52"/>
                    </a:cubicBezTo>
                    <a:cubicBezTo>
                      <a:pt x="192" y="51"/>
                      <a:pt x="193" y="49"/>
                      <a:pt x="194" y="48"/>
                    </a:cubicBezTo>
                    <a:cubicBezTo>
                      <a:pt x="193" y="47"/>
                      <a:pt x="193" y="47"/>
                      <a:pt x="193" y="47"/>
                    </a:cubicBezTo>
                    <a:cubicBezTo>
                      <a:pt x="193" y="47"/>
                      <a:pt x="193" y="47"/>
                      <a:pt x="193" y="47"/>
                    </a:cubicBezTo>
                    <a:cubicBezTo>
                      <a:pt x="192" y="47"/>
                      <a:pt x="192" y="47"/>
                      <a:pt x="192" y="47"/>
                    </a:cubicBezTo>
                    <a:close/>
                    <a:moveTo>
                      <a:pt x="237" y="46"/>
                    </a:moveTo>
                    <a:cubicBezTo>
                      <a:pt x="237" y="47"/>
                      <a:pt x="236" y="47"/>
                      <a:pt x="236" y="48"/>
                    </a:cubicBezTo>
                    <a:cubicBezTo>
                      <a:pt x="236" y="48"/>
                      <a:pt x="236" y="48"/>
                      <a:pt x="236" y="48"/>
                    </a:cubicBezTo>
                    <a:cubicBezTo>
                      <a:pt x="236" y="48"/>
                      <a:pt x="237" y="48"/>
                      <a:pt x="237" y="48"/>
                    </a:cubicBezTo>
                    <a:cubicBezTo>
                      <a:pt x="237" y="48"/>
                      <a:pt x="238" y="48"/>
                      <a:pt x="238" y="47"/>
                    </a:cubicBezTo>
                    <a:cubicBezTo>
                      <a:pt x="238" y="47"/>
                      <a:pt x="238" y="47"/>
                      <a:pt x="238" y="46"/>
                    </a:cubicBezTo>
                    <a:cubicBezTo>
                      <a:pt x="238" y="46"/>
                      <a:pt x="237" y="46"/>
                      <a:pt x="237" y="46"/>
                    </a:cubicBezTo>
                    <a:close/>
                    <a:moveTo>
                      <a:pt x="149" y="45"/>
                    </a:moveTo>
                    <a:cubicBezTo>
                      <a:pt x="149" y="46"/>
                      <a:pt x="151" y="47"/>
                      <a:pt x="151" y="49"/>
                    </a:cubicBezTo>
                    <a:cubicBezTo>
                      <a:pt x="151" y="51"/>
                      <a:pt x="149" y="51"/>
                      <a:pt x="149" y="53"/>
                    </a:cubicBezTo>
                    <a:cubicBezTo>
                      <a:pt x="149" y="53"/>
                      <a:pt x="149" y="53"/>
                      <a:pt x="149" y="53"/>
                    </a:cubicBezTo>
                    <a:cubicBezTo>
                      <a:pt x="152" y="52"/>
                      <a:pt x="153" y="50"/>
                      <a:pt x="153" y="48"/>
                    </a:cubicBezTo>
                    <a:cubicBezTo>
                      <a:pt x="152" y="47"/>
                      <a:pt x="151" y="45"/>
                      <a:pt x="149" y="45"/>
                    </a:cubicBezTo>
                    <a:close/>
                    <a:moveTo>
                      <a:pt x="204" y="40"/>
                    </a:moveTo>
                    <a:cubicBezTo>
                      <a:pt x="204" y="41"/>
                      <a:pt x="204" y="41"/>
                      <a:pt x="204" y="42"/>
                    </a:cubicBezTo>
                    <a:cubicBezTo>
                      <a:pt x="206" y="42"/>
                      <a:pt x="207" y="43"/>
                      <a:pt x="209" y="44"/>
                    </a:cubicBezTo>
                    <a:cubicBezTo>
                      <a:pt x="209" y="44"/>
                      <a:pt x="210" y="44"/>
                      <a:pt x="210" y="43"/>
                    </a:cubicBezTo>
                    <a:cubicBezTo>
                      <a:pt x="210" y="43"/>
                      <a:pt x="210" y="43"/>
                      <a:pt x="210" y="43"/>
                    </a:cubicBezTo>
                    <a:cubicBezTo>
                      <a:pt x="210" y="42"/>
                      <a:pt x="210" y="42"/>
                      <a:pt x="209" y="41"/>
                    </a:cubicBezTo>
                    <a:cubicBezTo>
                      <a:pt x="208" y="41"/>
                      <a:pt x="206" y="41"/>
                      <a:pt x="204" y="40"/>
                    </a:cubicBezTo>
                    <a:close/>
                    <a:moveTo>
                      <a:pt x="184" y="40"/>
                    </a:moveTo>
                    <a:cubicBezTo>
                      <a:pt x="183" y="40"/>
                      <a:pt x="183" y="40"/>
                      <a:pt x="183" y="41"/>
                    </a:cubicBezTo>
                    <a:cubicBezTo>
                      <a:pt x="183" y="41"/>
                      <a:pt x="183" y="41"/>
                      <a:pt x="183" y="42"/>
                    </a:cubicBezTo>
                    <a:cubicBezTo>
                      <a:pt x="184" y="41"/>
                      <a:pt x="185" y="41"/>
                      <a:pt x="185" y="40"/>
                    </a:cubicBezTo>
                    <a:cubicBezTo>
                      <a:pt x="184" y="40"/>
                      <a:pt x="184" y="40"/>
                      <a:pt x="184" y="40"/>
                    </a:cubicBezTo>
                    <a:close/>
                    <a:moveTo>
                      <a:pt x="192" y="39"/>
                    </a:moveTo>
                    <a:cubicBezTo>
                      <a:pt x="191" y="40"/>
                      <a:pt x="191" y="40"/>
                      <a:pt x="191" y="40"/>
                    </a:cubicBezTo>
                    <a:cubicBezTo>
                      <a:pt x="191" y="40"/>
                      <a:pt x="191" y="40"/>
                      <a:pt x="191" y="40"/>
                    </a:cubicBezTo>
                    <a:cubicBezTo>
                      <a:pt x="192" y="41"/>
                      <a:pt x="192" y="41"/>
                      <a:pt x="192" y="41"/>
                    </a:cubicBezTo>
                    <a:cubicBezTo>
                      <a:pt x="192" y="40"/>
                      <a:pt x="192" y="40"/>
                      <a:pt x="193" y="40"/>
                    </a:cubicBezTo>
                    <a:cubicBezTo>
                      <a:pt x="193" y="40"/>
                      <a:pt x="192" y="40"/>
                      <a:pt x="192" y="40"/>
                    </a:cubicBezTo>
                    <a:cubicBezTo>
                      <a:pt x="192" y="40"/>
                      <a:pt x="192" y="39"/>
                      <a:pt x="192" y="39"/>
                    </a:cubicBezTo>
                    <a:close/>
                    <a:moveTo>
                      <a:pt x="242" y="39"/>
                    </a:moveTo>
                    <a:cubicBezTo>
                      <a:pt x="242" y="39"/>
                      <a:pt x="242" y="40"/>
                      <a:pt x="241" y="40"/>
                    </a:cubicBezTo>
                    <a:cubicBezTo>
                      <a:pt x="242" y="43"/>
                      <a:pt x="249" y="43"/>
                      <a:pt x="251" y="42"/>
                    </a:cubicBezTo>
                    <a:cubicBezTo>
                      <a:pt x="252" y="42"/>
                      <a:pt x="252" y="41"/>
                      <a:pt x="252" y="41"/>
                    </a:cubicBezTo>
                    <a:cubicBezTo>
                      <a:pt x="251" y="41"/>
                      <a:pt x="251" y="41"/>
                      <a:pt x="251" y="40"/>
                    </a:cubicBezTo>
                    <a:cubicBezTo>
                      <a:pt x="249" y="40"/>
                      <a:pt x="247" y="41"/>
                      <a:pt x="245" y="41"/>
                    </a:cubicBezTo>
                    <a:cubicBezTo>
                      <a:pt x="244" y="40"/>
                      <a:pt x="243" y="40"/>
                      <a:pt x="242" y="39"/>
                    </a:cubicBezTo>
                    <a:close/>
                    <a:moveTo>
                      <a:pt x="163" y="39"/>
                    </a:moveTo>
                    <a:cubicBezTo>
                      <a:pt x="162" y="39"/>
                      <a:pt x="162" y="40"/>
                      <a:pt x="162" y="41"/>
                    </a:cubicBezTo>
                    <a:cubicBezTo>
                      <a:pt x="162" y="42"/>
                      <a:pt x="162" y="43"/>
                      <a:pt x="163" y="43"/>
                    </a:cubicBezTo>
                    <a:cubicBezTo>
                      <a:pt x="164" y="43"/>
                      <a:pt x="165" y="43"/>
                      <a:pt x="165" y="43"/>
                    </a:cubicBezTo>
                    <a:cubicBezTo>
                      <a:pt x="166" y="42"/>
                      <a:pt x="166" y="41"/>
                      <a:pt x="165" y="40"/>
                    </a:cubicBezTo>
                    <a:cubicBezTo>
                      <a:pt x="165" y="39"/>
                      <a:pt x="165" y="39"/>
                      <a:pt x="165" y="39"/>
                    </a:cubicBezTo>
                    <a:cubicBezTo>
                      <a:pt x="164" y="39"/>
                      <a:pt x="164" y="39"/>
                      <a:pt x="163" y="39"/>
                    </a:cubicBezTo>
                    <a:close/>
                    <a:moveTo>
                      <a:pt x="225" y="36"/>
                    </a:moveTo>
                    <a:cubicBezTo>
                      <a:pt x="223" y="37"/>
                      <a:pt x="220" y="39"/>
                      <a:pt x="219" y="40"/>
                    </a:cubicBezTo>
                    <a:cubicBezTo>
                      <a:pt x="218" y="42"/>
                      <a:pt x="219" y="46"/>
                      <a:pt x="218" y="48"/>
                    </a:cubicBezTo>
                    <a:cubicBezTo>
                      <a:pt x="217" y="51"/>
                      <a:pt x="214" y="50"/>
                      <a:pt x="213" y="52"/>
                    </a:cubicBezTo>
                    <a:cubicBezTo>
                      <a:pt x="213" y="53"/>
                      <a:pt x="213" y="53"/>
                      <a:pt x="214" y="54"/>
                    </a:cubicBezTo>
                    <a:cubicBezTo>
                      <a:pt x="214" y="54"/>
                      <a:pt x="213" y="54"/>
                      <a:pt x="214" y="54"/>
                    </a:cubicBezTo>
                    <a:cubicBezTo>
                      <a:pt x="215" y="54"/>
                      <a:pt x="220" y="52"/>
                      <a:pt x="220" y="50"/>
                    </a:cubicBezTo>
                    <a:cubicBezTo>
                      <a:pt x="221" y="49"/>
                      <a:pt x="219" y="48"/>
                      <a:pt x="220" y="46"/>
                    </a:cubicBezTo>
                    <a:cubicBezTo>
                      <a:pt x="220" y="44"/>
                      <a:pt x="223" y="40"/>
                      <a:pt x="226" y="40"/>
                    </a:cubicBezTo>
                    <a:cubicBezTo>
                      <a:pt x="228" y="40"/>
                      <a:pt x="227" y="43"/>
                      <a:pt x="229" y="43"/>
                    </a:cubicBezTo>
                    <a:cubicBezTo>
                      <a:pt x="231" y="44"/>
                      <a:pt x="233" y="37"/>
                      <a:pt x="232" y="36"/>
                    </a:cubicBezTo>
                    <a:cubicBezTo>
                      <a:pt x="232" y="35"/>
                      <a:pt x="233" y="36"/>
                      <a:pt x="232" y="36"/>
                    </a:cubicBezTo>
                    <a:cubicBezTo>
                      <a:pt x="232" y="37"/>
                      <a:pt x="229" y="38"/>
                      <a:pt x="228" y="38"/>
                    </a:cubicBezTo>
                    <a:cubicBezTo>
                      <a:pt x="226" y="37"/>
                      <a:pt x="227" y="35"/>
                      <a:pt x="225" y="36"/>
                    </a:cubicBezTo>
                    <a:close/>
                    <a:moveTo>
                      <a:pt x="152" y="32"/>
                    </a:moveTo>
                    <a:cubicBezTo>
                      <a:pt x="151" y="32"/>
                      <a:pt x="151" y="32"/>
                      <a:pt x="151" y="33"/>
                    </a:cubicBezTo>
                    <a:cubicBezTo>
                      <a:pt x="150" y="35"/>
                      <a:pt x="152" y="38"/>
                      <a:pt x="153" y="39"/>
                    </a:cubicBezTo>
                    <a:cubicBezTo>
                      <a:pt x="154" y="39"/>
                      <a:pt x="155" y="38"/>
                      <a:pt x="155" y="38"/>
                    </a:cubicBezTo>
                    <a:cubicBezTo>
                      <a:pt x="155" y="38"/>
                      <a:pt x="155" y="39"/>
                      <a:pt x="155" y="38"/>
                    </a:cubicBezTo>
                    <a:cubicBezTo>
                      <a:pt x="155" y="37"/>
                      <a:pt x="153" y="33"/>
                      <a:pt x="152" y="32"/>
                    </a:cubicBezTo>
                    <a:cubicBezTo>
                      <a:pt x="152" y="32"/>
                      <a:pt x="152" y="32"/>
                      <a:pt x="152" y="32"/>
                    </a:cubicBezTo>
                    <a:close/>
                    <a:moveTo>
                      <a:pt x="135" y="27"/>
                    </a:move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5" y="29"/>
                      <a:pt x="136" y="30"/>
                    </a:cubicBezTo>
                    <a:cubicBezTo>
                      <a:pt x="136" y="29"/>
                      <a:pt x="136" y="29"/>
                      <a:pt x="136" y="29"/>
                    </a:cubicBezTo>
                    <a:cubicBezTo>
                      <a:pt x="136" y="28"/>
                      <a:pt x="136" y="28"/>
                      <a:pt x="135" y="27"/>
                    </a:cubicBezTo>
                    <a:close/>
                    <a:moveTo>
                      <a:pt x="125" y="24"/>
                    </a:moveTo>
                    <a:cubicBezTo>
                      <a:pt x="124" y="25"/>
                      <a:pt x="122" y="28"/>
                      <a:pt x="121" y="29"/>
                    </a:cubicBezTo>
                    <a:cubicBezTo>
                      <a:pt x="119" y="31"/>
                      <a:pt x="118" y="30"/>
                      <a:pt x="117" y="31"/>
                    </a:cubicBezTo>
                    <a:cubicBezTo>
                      <a:pt x="116" y="32"/>
                      <a:pt x="116" y="34"/>
                      <a:pt x="117" y="36"/>
                    </a:cubicBezTo>
                    <a:cubicBezTo>
                      <a:pt x="118" y="37"/>
                      <a:pt x="119" y="35"/>
                      <a:pt x="122" y="37"/>
                    </a:cubicBezTo>
                    <a:cubicBezTo>
                      <a:pt x="125" y="39"/>
                      <a:pt x="121" y="46"/>
                      <a:pt x="119" y="48"/>
                    </a:cubicBezTo>
                    <a:cubicBezTo>
                      <a:pt x="118" y="49"/>
                      <a:pt x="118" y="49"/>
                      <a:pt x="120" y="49"/>
                    </a:cubicBezTo>
                    <a:cubicBezTo>
                      <a:pt x="122" y="49"/>
                      <a:pt x="124" y="46"/>
                      <a:pt x="127" y="46"/>
                    </a:cubicBezTo>
                    <a:cubicBezTo>
                      <a:pt x="129" y="45"/>
                      <a:pt x="130" y="47"/>
                      <a:pt x="132" y="47"/>
                    </a:cubicBezTo>
                    <a:cubicBezTo>
                      <a:pt x="134" y="47"/>
                      <a:pt x="136" y="47"/>
                      <a:pt x="138" y="47"/>
                    </a:cubicBezTo>
                    <a:cubicBezTo>
                      <a:pt x="140" y="47"/>
                      <a:pt x="142" y="52"/>
                      <a:pt x="140" y="53"/>
                    </a:cubicBezTo>
                    <a:cubicBezTo>
                      <a:pt x="139" y="55"/>
                      <a:pt x="139" y="54"/>
                      <a:pt x="138" y="5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0" y="55"/>
                      <a:pt x="145" y="56"/>
                      <a:pt x="146" y="55"/>
                    </a:cubicBezTo>
                    <a:cubicBezTo>
                      <a:pt x="146" y="54"/>
                      <a:pt x="146" y="54"/>
                      <a:pt x="146" y="54"/>
                    </a:cubicBezTo>
                    <a:cubicBezTo>
                      <a:pt x="145" y="54"/>
                      <a:pt x="144" y="54"/>
                      <a:pt x="143" y="53"/>
                    </a:cubicBezTo>
                    <a:cubicBezTo>
                      <a:pt x="142" y="52"/>
                      <a:pt x="143" y="50"/>
                      <a:pt x="143" y="48"/>
                    </a:cubicBezTo>
                    <a:cubicBezTo>
                      <a:pt x="142" y="46"/>
                      <a:pt x="140" y="44"/>
                      <a:pt x="141" y="42"/>
                    </a:cubicBezTo>
                    <a:cubicBezTo>
                      <a:pt x="141" y="40"/>
                      <a:pt x="142" y="41"/>
                      <a:pt x="143" y="39"/>
                    </a:cubicBezTo>
                    <a:cubicBezTo>
                      <a:pt x="143" y="36"/>
                      <a:pt x="140" y="32"/>
                      <a:pt x="138" y="33"/>
                    </a:cubicBezTo>
                    <a:cubicBezTo>
                      <a:pt x="136" y="34"/>
                      <a:pt x="133" y="38"/>
                      <a:pt x="135" y="39"/>
                    </a:cubicBezTo>
                    <a:cubicBezTo>
                      <a:pt x="137" y="41"/>
                      <a:pt x="138" y="39"/>
                      <a:pt x="139" y="40"/>
                    </a:cubicBezTo>
                    <a:cubicBezTo>
                      <a:pt x="140" y="41"/>
                      <a:pt x="140" y="41"/>
                      <a:pt x="140" y="43"/>
                    </a:cubicBezTo>
                    <a:cubicBezTo>
                      <a:pt x="139" y="44"/>
                      <a:pt x="140" y="45"/>
                      <a:pt x="137" y="45"/>
                    </a:cubicBezTo>
                    <a:cubicBezTo>
                      <a:pt x="135" y="46"/>
                      <a:pt x="129" y="45"/>
                      <a:pt x="127" y="43"/>
                    </a:cubicBezTo>
                    <a:cubicBezTo>
                      <a:pt x="126" y="41"/>
                      <a:pt x="126" y="37"/>
                      <a:pt x="124" y="36"/>
                    </a:cubicBezTo>
                    <a:cubicBezTo>
                      <a:pt x="123" y="35"/>
                      <a:pt x="121" y="36"/>
                      <a:pt x="121" y="35"/>
                    </a:cubicBezTo>
                    <a:cubicBezTo>
                      <a:pt x="120" y="34"/>
                      <a:pt x="120" y="32"/>
                      <a:pt x="121" y="31"/>
                    </a:cubicBezTo>
                    <a:cubicBezTo>
                      <a:pt x="122" y="30"/>
                      <a:pt x="123" y="32"/>
                      <a:pt x="124" y="31"/>
                    </a:cubicBezTo>
                    <a:cubicBezTo>
                      <a:pt x="126" y="31"/>
                      <a:pt x="126" y="25"/>
                      <a:pt x="125" y="24"/>
                    </a:cubicBezTo>
                    <a:cubicBezTo>
                      <a:pt x="124" y="23"/>
                      <a:pt x="125" y="23"/>
                      <a:pt x="125" y="24"/>
                    </a:cubicBezTo>
                    <a:close/>
                    <a:moveTo>
                      <a:pt x="142" y="23"/>
                    </a:moveTo>
                    <a:cubicBezTo>
                      <a:pt x="142" y="24"/>
                      <a:pt x="144" y="27"/>
                      <a:pt x="145" y="27"/>
                    </a:cubicBezTo>
                    <a:cubicBezTo>
                      <a:pt x="146" y="28"/>
                      <a:pt x="145" y="28"/>
                      <a:pt x="146" y="27"/>
                    </a:cubicBezTo>
                    <a:cubicBezTo>
                      <a:pt x="147" y="27"/>
                      <a:pt x="148" y="26"/>
                      <a:pt x="148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8" y="25"/>
                      <a:pt x="148" y="25"/>
                      <a:pt x="147" y="25"/>
                    </a:cubicBezTo>
                    <a:cubicBezTo>
                      <a:pt x="147" y="24"/>
                      <a:pt x="144" y="24"/>
                      <a:pt x="144" y="24"/>
                    </a:cubicBezTo>
                    <a:cubicBezTo>
                      <a:pt x="143" y="24"/>
                      <a:pt x="142" y="22"/>
                      <a:pt x="142" y="23"/>
                    </a:cubicBezTo>
                    <a:close/>
                    <a:moveTo>
                      <a:pt x="255" y="34"/>
                    </a:moveTo>
                    <a:cubicBezTo>
                      <a:pt x="259" y="35"/>
                      <a:pt x="259" y="25"/>
                      <a:pt x="257" y="23"/>
                    </a:cubicBezTo>
                    <a:cubicBezTo>
                      <a:pt x="255" y="20"/>
                      <a:pt x="252" y="22"/>
                      <a:pt x="252" y="24"/>
                    </a:cubicBezTo>
                    <a:cubicBezTo>
                      <a:pt x="252" y="26"/>
                      <a:pt x="255" y="25"/>
                      <a:pt x="256" y="27"/>
                    </a:cubicBezTo>
                    <a:cubicBezTo>
                      <a:pt x="257" y="29"/>
                      <a:pt x="252" y="33"/>
                      <a:pt x="255" y="34"/>
                    </a:cubicBezTo>
                    <a:close/>
                    <a:moveTo>
                      <a:pt x="114" y="21"/>
                    </a:moveTo>
                    <a:cubicBezTo>
                      <a:pt x="113" y="22"/>
                      <a:pt x="112" y="26"/>
                      <a:pt x="112" y="26"/>
                    </a:cubicBezTo>
                    <a:cubicBezTo>
                      <a:pt x="112" y="27"/>
                      <a:pt x="113" y="27"/>
                      <a:pt x="113" y="28"/>
                    </a:cubicBezTo>
                    <a:cubicBezTo>
                      <a:pt x="113" y="28"/>
                      <a:pt x="114" y="28"/>
                      <a:pt x="114" y="28"/>
                    </a:cubicBezTo>
                    <a:cubicBezTo>
                      <a:pt x="114" y="27"/>
                      <a:pt x="114" y="28"/>
                      <a:pt x="114" y="27"/>
                    </a:cubicBezTo>
                    <a:cubicBezTo>
                      <a:pt x="115" y="26"/>
                      <a:pt x="114" y="22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lose/>
                    <a:moveTo>
                      <a:pt x="245" y="21"/>
                    </a:moveTo>
                    <a:cubicBezTo>
                      <a:pt x="243" y="22"/>
                      <a:pt x="247" y="26"/>
                      <a:pt x="241" y="28"/>
                    </a:cubicBezTo>
                    <a:cubicBezTo>
                      <a:pt x="239" y="28"/>
                      <a:pt x="239" y="30"/>
                      <a:pt x="241" y="30"/>
                    </a:cubicBezTo>
                    <a:cubicBezTo>
                      <a:pt x="242" y="30"/>
                      <a:pt x="243" y="30"/>
                      <a:pt x="244" y="32"/>
                    </a:cubicBezTo>
                    <a:cubicBezTo>
                      <a:pt x="246" y="34"/>
                      <a:pt x="246" y="34"/>
                      <a:pt x="246" y="32"/>
                    </a:cubicBezTo>
                    <a:cubicBezTo>
                      <a:pt x="246" y="30"/>
                      <a:pt x="244" y="25"/>
                      <a:pt x="247" y="24"/>
                    </a:cubicBezTo>
                    <a:cubicBezTo>
                      <a:pt x="248" y="23"/>
                      <a:pt x="248" y="23"/>
                      <a:pt x="249" y="23"/>
                    </a:cubicBezTo>
                    <a:cubicBezTo>
                      <a:pt x="251" y="20"/>
                      <a:pt x="246" y="21"/>
                      <a:pt x="245" y="21"/>
                    </a:cubicBezTo>
                    <a:close/>
                    <a:moveTo>
                      <a:pt x="232" y="17"/>
                    </a:moveTo>
                    <a:cubicBezTo>
                      <a:pt x="230" y="17"/>
                      <a:pt x="231" y="17"/>
                      <a:pt x="231" y="18"/>
                    </a:cubicBezTo>
                    <a:cubicBezTo>
                      <a:pt x="231" y="20"/>
                      <a:pt x="234" y="21"/>
                      <a:pt x="233" y="23"/>
                    </a:cubicBezTo>
                    <a:cubicBezTo>
                      <a:pt x="232" y="26"/>
                      <a:pt x="231" y="24"/>
                      <a:pt x="227" y="25"/>
                    </a:cubicBezTo>
                    <a:cubicBezTo>
                      <a:pt x="224" y="27"/>
                      <a:pt x="222" y="29"/>
                      <a:pt x="222" y="29"/>
                    </a:cubicBezTo>
                    <a:cubicBezTo>
                      <a:pt x="222" y="29"/>
                      <a:pt x="220" y="29"/>
                      <a:pt x="222" y="29"/>
                    </a:cubicBezTo>
                    <a:cubicBezTo>
                      <a:pt x="224" y="30"/>
                      <a:pt x="226" y="28"/>
                      <a:pt x="229" y="27"/>
                    </a:cubicBezTo>
                    <a:cubicBezTo>
                      <a:pt x="231" y="26"/>
                      <a:pt x="233" y="28"/>
                      <a:pt x="234" y="27"/>
                    </a:cubicBezTo>
                    <a:cubicBezTo>
                      <a:pt x="236" y="27"/>
                      <a:pt x="239" y="21"/>
                      <a:pt x="238" y="20"/>
                    </a:cubicBezTo>
                    <a:cubicBezTo>
                      <a:pt x="237" y="18"/>
                      <a:pt x="234" y="16"/>
                      <a:pt x="232" y="17"/>
                    </a:cubicBezTo>
                    <a:close/>
                    <a:moveTo>
                      <a:pt x="225" y="14"/>
                    </a:moveTo>
                    <a:cubicBezTo>
                      <a:pt x="225" y="14"/>
                      <a:pt x="225" y="14"/>
                      <a:pt x="225" y="14"/>
                    </a:cubicBezTo>
                    <a:cubicBezTo>
                      <a:pt x="225" y="14"/>
                      <a:pt x="225" y="14"/>
                      <a:pt x="225" y="14"/>
                    </a:cubicBezTo>
                    <a:cubicBezTo>
                      <a:pt x="225" y="14"/>
                      <a:pt x="224" y="14"/>
                      <a:pt x="224" y="14"/>
                    </a:cubicBezTo>
                    <a:cubicBezTo>
                      <a:pt x="224" y="14"/>
                      <a:pt x="224" y="15"/>
                      <a:pt x="224" y="15"/>
                    </a:cubicBezTo>
                    <a:cubicBezTo>
                      <a:pt x="224" y="15"/>
                      <a:pt x="223" y="15"/>
                      <a:pt x="223" y="15"/>
                    </a:cubicBezTo>
                    <a:cubicBezTo>
                      <a:pt x="223" y="16"/>
                      <a:pt x="223" y="16"/>
                      <a:pt x="223" y="17"/>
                    </a:cubicBezTo>
                    <a:cubicBezTo>
                      <a:pt x="224" y="17"/>
                      <a:pt x="226" y="17"/>
                      <a:pt x="228" y="17"/>
                    </a:cubicBezTo>
                    <a:cubicBezTo>
                      <a:pt x="228" y="16"/>
                      <a:pt x="228" y="16"/>
                      <a:pt x="228" y="15"/>
                    </a:cubicBezTo>
                    <a:cubicBezTo>
                      <a:pt x="228" y="15"/>
                      <a:pt x="227" y="15"/>
                      <a:pt x="227" y="15"/>
                    </a:cubicBezTo>
                    <a:cubicBezTo>
                      <a:pt x="227" y="15"/>
                      <a:pt x="227" y="14"/>
                      <a:pt x="227" y="14"/>
                    </a:cubicBezTo>
                    <a:cubicBezTo>
                      <a:pt x="227" y="14"/>
                      <a:pt x="227" y="14"/>
                      <a:pt x="226" y="14"/>
                    </a:cubicBezTo>
                    <a:cubicBezTo>
                      <a:pt x="226" y="14"/>
                      <a:pt x="227" y="14"/>
                      <a:pt x="226" y="14"/>
                    </a:cubicBezTo>
                    <a:cubicBezTo>
                      <a:pt x="226" y="13"/>
                      <a:pt x="225" y="14"/>
                      <a:pt x="22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S1îďe"/>
              <p:cNvSpPr/>
              <p:nvPr/>
            </p:nvSpPr>
            <p:spPr bwMode="auto">
              <a:xfrm>
                <a:off x="2146301" y="3295651"/>
                <a:ext cx="1193800" cy="1042988"/>
              </a:xfrm>
              <a:custGeom>
                <a:avLst/>
                <a:gdLst>
                  <a:gd name="T0" fmla="*/ 362 w 362"/>
                  <a:gd name="T1" fmla="*/ 0 h 316"/>
                  <a:gd name="T2" fmla="*/ 351 w 362"/>
                  <a:gd name="T3" fmla="*/ 16 h 316"/>
                  <a:gd name="T4" fmla="*/ 0 w 362"/>
                  <a:gd name="T5" fmla="*/ 0 h 316"/>
                  <a:gd name="T6" fmla="*/ 341 w 362"/>
                  <a:gd name="T7" fmla="*/ 37 h 316"/>
                  <a:gd name="T8" fmla="*/ 18 w 362"/>
                  <a:gd name="T9" fmla="*/ 31 h 316"/>
                  <a:gd name="T10" fmla="*/ 349 w 362"/>
                  <a:gd name="T11" fmla="*/ 23 h 316"/>
                  <a:gd name="T12" fmla="*/ 332 w 362"/>
                  <a:gd name="T13" fmla="*/ 53 h 316"/>
                  <a:gd name="T14" fmla="*/ 26 w 362"/>
                  <a:gd name="T15" fmla="*/ 46 h 316"/>
                  <a:gd name="T16" fmla="*/ 341 w 362"/>
                  <a:gd name="T17" fmla="*/ 38 h 316"/>
                  <a:gd name="T18" fmla="*/ 281 w 362"/>
                  <a:gd name="T19" fmla="*/ 141 h 316"/>
                  <a:gd name="T20" fmla="*/ 184 w 362"/>
                  <a:gd name="T21" fmla="*/ 135 h 316"/>
                  <a:gd name="T22" fmla="*/ 167 w 362"/>
                  <a:gd name="T23" fmla="*/ 135 h 316"/>
                  <a:gd name="T24" fmla="*/ 73 w 362"/>
                  <a:gd name="T25" fmla="*/ 127 h 316"/>
                  <a:gd name="T26" fmla="*/ 289 w 362"/>
                  <a:gd name="T27" fmla="*/ 120 h 316"/>
                  <a:gd name="T28" fmla="*/ 64 w 362"/>
                  <a:gd name="T29" fmla="*/ 113 h 316"/>
                  <a:gd name="T30" fmla="*/ 296 w 362"/>
                  <a:gd name="T31" fmla="*/ 105 h 316"/>
                  <a:gd name="T32" fmla="*/ 56 w 362"/>
                  <a:gd name="T33" fmla="*/ 98 h 316"/>
                  <a:gd name="T34" fmla="*/ 304 w 362"/>
                  <a:gd name="T35" fmla="*/ 90 h 316"/>
                  <a:gd name="T36" fmla="*/ 48 w 362"/>
                  <a:gd name="T37" fmla="*/ 83 h 316"/>
                  <a:gd name="T38" fmla="*/ 311 w 362"/>
                  <a:gd name="T39" fmla="*/ 76 h 316"/>
                  <a:gd name="T40" fmla="*/ 39 w 362"/>
                  <a:gd name="T41" fmla="*/ 68 h 316"/>
                  <a:gd name="T42" fmla="*/ 323 w 362"/>
                  <a:gd name="T43" fmla="*/ 61 h 316"/>
                  <a:gd name="T44" fmla="*/ 31 w 362"/>
                  <a:gd name="T45" fmla="*/ 53 h 316"/>
                  <a:gd name="T46" fmla="*/ 281 w 362"/>
                  <a:gd name="T47" fmla="*/ 142 h 316"/>
                  <a:gd name="T48" fmla="*/ 273 w 362"/>
                  <a:gd name="T49" fmla="*/ 149 h 316"/>
                  <a:gd name="T50" fmla="*/ 159 w 362"/>
                  <a:gd name="T51" fmla="*/ 149 h 316"/>
                  <a:gd name="T52" fmla="*/ 85 w 362"/>
                  <a:gd name="T53" fmla="*/ 149 h 316"/>
                  <a:gd name="T54" fmla="*/ 170 w 362"/>
                  <a:gd name="T55" fmla="*/ 142 h 316"/>
                  <a:gd name="T56" fmla="*/ 281 w 362"/>
                  <a:gd name="T57" fmla="*/ 142 h 316"/>
                  <a:gd name="T58" fmla="*/ 266 w 362"/>
                  <a:gd name="T59" fmla="*/ 168 h 316"/>
                  <a:gd name="T60" fmla="*/ 94 w 362"/>
                  <a:gd name="T61" fmla="*/ 164 h 316"/>
                  <a:gd name="T62" fmla="*/ 272 w 362"/>
                  <a:gd name="T63" fmla="*/ 157 h 316"/>
                  <a:gd name="T64" fmla="*/ 258 w 362"/>
                  <a:gd name="T65" fmla="*/ 181 h 316"/>
                  <a:gd name="T66" fmla="*/ 102 w 362"/>
                  <a:gd name="T67" fmla="*/ 179 h 316"/>
                  <a:gd name="T68" fmla="*/ 264 w 362"/>
                  <a:gd name="T69" fmla="*/ 171 h 316"/>
                  <a:gd name="T70" fmla="*/ 250 w 362"/>
                  <a:gd name="T71" fmla="*/ 194 h 316"/>
                  <a:gd name="T72" fmla="*/ 111 w 362"/>
                  <a:gd name="T73" fmla="*/ 194 h 316"/>
                  <a:gd name="T74" fmla="*/ 255 w 362"/>
                  <a:gd name="T75" fmla="*/ 186 h 316"/>
                  <a:gd name="T76" fmla="*/ 205 w 362"/>
                  <a:gd name="T77" fmla="*/ 274 h 316"/>
                  <a:gd name="T78" fmla="*/ 153 w 362"/>
                  <a:gd name="T79" fmla="*/ 268 h 316"/>
                  <a:gd name="T80" fmla="*/ 212 w 362"/>
                  <a:gd name="T81" fmla="*/ 260 h 316"/>
                  <a:gd name="T82" fmla="*/ 144 w 362"/>
                  <a:gd name="T83" fmla="*/ 253 h 316"/>
                  <a:gd name="T84" fmla="*/ 220 w 362"/>
                  <a:gd name="T85" fmla="*/ 246 h 316"/>
                  <a:gd name="T86" fmla="*/ 136 w 362"/>
                  <a:gd name="T87" fmla="*/ 238 h 316"/>
                  <a:gd name="T88" fmla="*/ 228 w 362"/>
                  <a:gd name="T89" fmla="*/ 231 h 316"/>
                  <a:gd name="T90" fmla="*/ 128 w 362"/>
                  <a:gd name="T91" fmla="*/ 223 h 316"/>
                  <a:gd name="T92" fmla="*/ 236 w 362"/>
                  <a:gd name="T93" fmla="*/ 216 h 316"/>
                  <a:gd name="T94" fmla="*/ 119 w 362"/>
                  <a:gd name="T95" fmla="*/ 208 h 316"/>
                  <a:gd name="T96" fmla="*/ 247 w 362"/>
                  <a:gd name="T97" fmla="*/ 201 h 316"/>
                  <a:gd name="T98" fmla="*/ 196 w 362"/>
                  <a:gd name="T99" fmla="*/ 289 h 316"/>
                  <a:gd name="T100" fmla="*/ 161 w 362"/>
                  <a:gd name="T101" fmla="*/ 283 h 316"/>
                  <a:gd name="T102" fmla="*/ 204 w 362"/>
                  <a:gd name="T103" fmla="*/ 275 h 316"/>
                  <a:gd name="T104" fmla="*/ 191 w 362"/>
                  <a:gd name="T105" fmla="*/ 298 h 316"/>
                  <a:gd name="T106" fmla="*/ 170 w 362"/>
                  <a:gd name="T107" fmla="*/ 297 h 316"/>
                  <a:gd name="T108" fmla="*/ 195 w 362"/>
                  <a:gd name="T109" fmla="*/ 290 h 316"/>
                  <a:gd name="T110" fmla="*/ 180 w 362"/>
                  <a:gd name="T111" fmla="*/ 316 h 316"/>
                  <a:gd name="T112" fmla="*/ 185 w 362"/>
                  <a:gd name="T113" fmla="*/ 308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62" h="316">
                    <a:moveTo>
                      <a:pt x="0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1" y="20"/>
                      <a:pt x="351" y="20"/>
                      <a:pt x="351" y="20"/>
                    </a:cubicBezTo>
                    <a:cubicBezTo>
                      <a:pt x="351" y="16"/>
                      <a:pt x="351" y="16"/>
                      <a:pt x="351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  <a:moveTo>
                      <a:pt x="349" y="23"/>
                    </a:moveTo>
                    <a:cubicBezTo>
                      <a:pt x="341" y="37"/>
                      <a:pt x="341" y="37"/>
                      <a:pt x="341" y="37"/>
                    </a:cubicBezTo>
                    <a:cubicBezTo>
                      <a:pt x="341" y="31"/>
                      <a:pt x="341" y="31"/>
                      <a:pt x="341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349" y="23"/>
                      <a:pt x="349" y="23"/>
                      <a:pt x="349" y="23"/>
                    </a:cubicBezTo>
                    <a:close/>
                    <a:moveTo>
                      <a:pt x="341" y="38"/>
                    </a:moveTo>
                    <a:cubicBezTo>
                      <a:pt x="332" y="53"/>
                      <a:pt x="332" y="53"/>
                      <a:pt x="332" y="53"/>
                    </a:cubicBezTo>
                    <a:cubicBezTo>
                      <a:pt x="332" y="46"/>
                      <a:pt x="332" y="46"/>
                      <a:pt x="332" y="46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341" y="38"/>
                      <a:pt x="341" y="38"/>
                      <a:pt x="341" y="38"/>
                    </a:cubicBezTo>
                    <a:close/>
                    <a:moveTo>
                      <a:pt x="332" y="53"/>
                    </a:moveTo>
                    <a:cubicBezTo>
                      <a:pt x="281" y="141"/>
                      <a:pt x="281" y="141"/>
                      <a:pt x="281" y="141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184" y="135"/>
                      <a:pt x="184" y="135"/>
                      <a:pt x="184" y="135"/>
                    </a:cubicBezTo>
                    <a:cubicBezTo>
                      <a:pt x="178" y="135"/>
                      <a:pt x="173" y="134"/>
                      <a:pt x="167" y="134"/>
                    </a:cubicBezTo>
                    <a:cubicBezTo>
                      <a:pt x="167" y="134"/>
                      <a:pt x="167" y="135"/>
                      <a:pt x="167" y="135"/>
                    </a:cubicBezTo>
                    <a:cubicBezTo>
                      <a:pt x="77" y="135"/>
                      <a:pt x="77" y="135"/>
                      <a:pt x="77" y="135"/>
                    </a:cubicBezTo>
                    <a:cubicBezTo>
                      <a:pt x="73" y="127"/>
                      <a:pt x="73" y="127"/>
                      <a:pt x="73" y="127"/>
                    </a:cubicBezTo>
                    <a:cubicBezTo>
                      <a:pt x="289" y="127"/>
                      <a:pt x="289" y="127"/>
                      <a:pt x="289" y="127"/>
                    </a:cubicBezTo>
                    <a:cubicBezTo>
                      <a:pt x="289" y="120"/>
                      <a:pt x="289" y="120"/>
                      <a:pt x="289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64" y="113"/>
                      <a:pt x="64" y="113"/>
                      <a:pt x="64" y="113"/>
                    </a:cubicBezTo>
                    <a:cubicBezTo>
                      <a:pt x="296" y="113"/>
                      <a:pt x="296" y="113"/>
                      <a:pt x="296" y="113"/>
                    </a:cubicBezTo>
                    <a:cubicBezTo>
                      <a:pt x="296" y="105"/>
                      <a:pt x="296" y="105"/>
                      <a:pt x="296" y="105"/>
                    </a:cubicBezTo>
                    <a:cubicBezTo>
                      <a:pt x="60" y="105"/>
                      <a:pt x="60" y="105"/>
                      <a:pt x="60" y="105"/>
                    </a:cubicBezTo>
                    <a:cubicBezTo>
                      <a:pt x="56" y="98"/>
                      <a:pt x="56" y="98"/>
                      <a:pt x="56" y="98"/>
                    </a:cubicBezTo>
                    <a:cubicBezTo>
                      <a:pt x="304" y="98"/>
                      <a:pt x="304" y="98"/>
                      <a:pt x="304" y="98"/>
                    </a:cubicBezTo>
                    <a:cubicBezTo>
                      <a:pt x="304" y="90"/>
                      <a:pt x="304" y="90"/>
                      <a:pt x="304" y="90"/>
                    </a:cubicBezTo>
                    <a:cubicBezTo>
                      <a:pt x="52" y="90"/>
                      <a:pt x="52" y="90"/>
                      <a:pt x="52" y="90"/>
                    </a:cubicBezTo>
                    <a:cubicBezTo>
                      <a:pt x="48" y="83"/>
                      <a:pt x="48" y="83"/>
                      <a:pt x="48" y="83"/>
                    </a:cubicBezTo>
                    <a:cubicBezTo>
                      <a:pt x="311" y="83"/>
                      <a:pt x="311" y="83"/>
                      <a:pt x="311" y="83"/>
                    </a:cubicBezTo>
                    <a:cubicBezTo>
                      <a:pt x="311" y="76"/>
                      <a:pt x="311" y="76"/>
                      <a:pt x="311" y="76"/>
                    </a:cubicBezTo>
                    <a:cubicBezTo>
                      <a:pt x="43" y="76"/>
                      <a:pt x="43" y="76"/>
                      <a:pt x="43" y="76"/>
                    </a:cubicBezTo>
                    <a:cubicBezTo>
                      <a:pt x="39" y="68"/>
                      <a:pt x="39" y="68"/>
                      <a:pt x="39" y="68"/>
                    </a:cubicBezTo>
                    <a:cubicBezTo>
                      <a:pt x="323" y="68"/>
                      <a:pt x="323" y="68"/>
                      <a:pt x="323" y="68"/>
                    </a:cubicBezTo>
                    <a:cubicBezTo>
                      <a:pt x="323" y="61"/>
                      <a:pt x="323" y="61"/>
                      <a:pt x="323" y="61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31" y="53"/>
                      <a:pt x="31" y="53"/>
                      <a:pt x="31" y="53"/>
                    </a:cubicBezTo>
                    <a:cubicBezTo>
                      <a:pt x="332" y="53"/>
                      <a:pt x="332" y="53"/>
                      <a:pt x="332" y="53"/>
                    </a:cubicBezTo>
                    <a:close/>
                    <a:moveTo>
                      <a:pt x="281" y="142"/>
                    </a:moveTo>
                    <a:cubicBezTo>
                      <a:pt x="273" y="155"/>
                      <a:pt x="273" y="155"/>
                      <a:pt x="273" y="155"/>
                    </a:cubicBezTo>
                    <a:cubicBezTo>
                      <a:pt x="273" y="149"/>
                      <a:pt x="273" y="149"/>
                      <a:pt x="273" y="149"/>
                    </a:cubicBezTo>
                    <a:cubicBezTo>
                      <a:pt x="194" y="149"/>
                      <a:pt x="194" y="149"/>
                      <a:pt x="194" y="149"/>
                    </a:cubicBezTo>
                    <a:cubicBezTo>
                      <a:pt x="182" y="149"/>
                      <a:pt x="170" y="149"/>
                      <a:pt x="159" y="149"/>
                    </a:cubicBezTo>
                    <a:cubicBezTo>
                      <a:pt x="159" y="149"/>
                      <a:pt x="159" y="149"/>
                      <a:pt x="159" y="149"/>
                    </a:cubicBezTo>
                    <a:cubicBezTo>
                      <a:pt x="85" y="149"/>
                      <a:pt x="85" y="149"/>
                      <a:pt x="85" y="149"/>
                    </a:cubicBezTo>
                    <a:cubicBezTo>
                      <a:pt x="81" y="142"/>
                      <a:pt x="81" y="142"/>
                      <a:pt x="81" y="142"/>
                    </a:cubicBezTo>
                    <a:cubicBezTo>
                      <a:pt x="170" y="142"/>
                      <a:pt x="170" y="142"/>
                      <a:pt x="170" y="142"/>
                    </a:cubicBezTo>
                    <a:cubicBezTo>
                      <a:pt x="175" y="142"/>
                      <a:pt x="182" y="142"/>
                      <a:pt x="187" y="142"/>
                    </a:cubicBezTo>
                    <a:cubicBezTo>
                      <a:pt x="281" y="142"/>
                      <a:pt x="281" y="142"/>
                      <a:pt x="281" y="142"/>
                    </a:cubicBezTo>
                    <a:close/>
                    <a:moveTo>
                      <a:pt x="272" y="157"/>
                    </a:moveTo>
                    <a:cubicBezTo>
                      <a:pt x="266" y="168"/>
                      <a:pt x="266" y="168"/>
                      <a:pt x="266" y="168"/>
                    </a:cubicBezTo>
                    <a:cubicBezTo>
                      <a:pt x="266" y="164"/>
                      <a:pt x="266" y="164"/>
                      <a:pt x="266" y="164"/>
                    </a:cubicBezTo>
                    <a:cubicBezTo>
                      <a:pt x="94" y="164"/>
                      <a:pt x="94" y="164"/>
                      <a:pt x="94" y="164"/>
                    </a:cubicBezTo>
                    <a:cubicBezTo>
                      <a:pt x="90" y="157"/>
                      <a:pt x="90" y="157"/>
                      <a:pt x="90" y="157"/>
                    </a:cubicBezTo>
                    <a:cubicBezTo>
                      <a:pt x="272" y="157"/>
                      <a:pt x="272" y="157"/>
                      <a:pt x="272" y="157"/>
                    </a:cubicBezTo>
                    <a:close/>
                    <a:moveTo>
                      <a:pt x="264" y="171"/>
                    </a:moveTo>
                    <a:cubicBezTo>
                      <a:pt x="258" y="181"/>
                      <a:pt x="258" y="181"/>
                      <a:pt x="258" y="181"/>
                    </a:cubicBezTo>
                    <a:cubicBezTo>
                      <a:pt x="258" y="179"/>
                      <a:pt x="258" y="179"/>
                      <a:pt x="258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98" y="171"/>
                      <a:pt x="98" y="171"/>
                      <a:pt x="98" y="171"/>
                    </a:cubicBezTo>
                    <a:cubicBezTo>
                      <a:pt x="264" y="171"/>
                      <a:pt x="264" y="171"/>
                      <a:pt x="264" y="171"/>
                    </a:cubicBezTo>
                    <a:close/>
                    <a:moveTo>
                      <a:pt x="255" y="186"/>
                    </a:moveTo>
                    <a:cubicBezTo>
                      <a:pt x="250" y="194"/>
                      <a:pt x="250" y="194"/>
                      <a:pt x="250" y="194"/>
                    </a:cubicBezTo>
                    <a:cubicBezTo>
                      <a:pt x="250" y="194"/>
                      <a:pt x="250" y="194"/>
                      <a:pt x="250" y="194"/>
                    </a:cubicBezTo>
                    <a:cubicBezTo>
                      <a:pt x="111" y="194"/>
                      <a:pt x="111" y="194"/>
                      <a:pt x="111" y="194"/>
                    </a:cubicBezTo>
                    <a:cubicBezTo>
                      <a:pt x="106" y="186"/>
                      <a:pt x="106" y="186"/>
                      <a:pt x="106" y="186"/>
                    </a:cubicBezTo>
                    <a:cubicBezTo>
                      <a:pt x="255" y="186"/>
                      <a:pt x="255" y="186"/>
                      <a:pt x="255" y="186"/>
                    </a:cubicBezTo>
                    <a:close/>
                    <a:moveTo>
                      <a:pt x="247" y="201"/>
                    </a:moveTo>
                    <a:cubicBezTo>
                      <a:pt x="205" y="274"/>
                      <a:pt x="205" y="274"/>
                      <a:pt x="205" y="274"/>
                    </a:cubicBezTo>
                    <a:cubicBezTo>
                      <a:pt x="205" y="268"/>
                      <a:pt x="205" y="268"/>
                      <a:pt x="205" y="268"/>
                    </a:cubicBezTo>
                    <a:cubicBezTo>
                      <a:pt x="153" y="268"/>
                      <a:pt x="153" y="268"/>
                      <a:pt x="153" y="268"/>
                    </a:cubicBezTo>
                    <a:cubicBezTo>
                      <a:pt x="148" y="260"/>
                      <a:pt x="148" y="260"/>
                      <a:pt x="148" y="260"/>
                    </a:cubicBezTo>
                    <a:cubicBezTo>
                      <a:pt x="212" y="260"/>
                      <a:pt x="212" y="260"/>
                      <a:pt x="212" y="260"/>
                    </a:cubicBezTo>
                    <a:cubicBezTo>
                      <a:pt x="212" y="253"/>
                      <a:pt x="212" y="253"/>
                      <a:pt x="212" y="253"/>
                    </a:cubicBezTo>
                    <a:cubicBezTo>
                      <a:pt x="144" y="253"/>
                      <a:pt x="144" y="253"/>
                      <a:pt x="144" y="253"/>
                    </a:cubicBezTo>
                    <a:cubicBezTo>
                      <a:pt x="140" y="246"/>
                      <a:pt x="140" y="246"/>
                      <a:pt x="140" y="246"/>
                    </a:cubicBezTo>
                    <a:cubicBezTo>
                      <a:pt x="220" y="246"/>
                      <a:pt x="220" y="246"/>
                      <a:pt x="220" y="246"/>
                    </a:cubicBezTo>
                    <a:cubicBezTo>
                      <a:pt x="220" y="238"/>
                      <a:pt x="220" y="238"/>
                      <a:pt x="220" y="238"/>
                    </a:cubicBezTo>
                    <a:cubicBezTo>
                      <a:pt x="136" y="238"/>
                      <a:pt x="136" y="238"/>
                      <a:pt x="136" y="238"/>
                    </a:cubicBezTo>
                    <a:cubicBezTo>
                      <a:pt x="132" y="231"/>
                      <a:pt x="132" y="231"/>
                      <a:pt x="132" y="231"/>
                    </a:cubicBezTo>
                    <a:cubicBezTo>
                      <a:pt x="228" y="231"/>
                      <a:pt x="228" y="231"/>
                      <a:pt x="228" y="231"/>
                    </a:cubicBezTo>
                    <a:cubicBezTo>
                      <a:pt x="228" y="223"/>
                      <a:pt x="228" y="223"/>
                      <a:pt x="228" y="223"/>
                    </a:cubicBezTo>
                    <a:cubicBezTo>
                      <a:pt x="128" y="223"/>
                      <a:pt x="128" y="223"/>
                      <a:pt x="128" y="223"/>
                    </a:cubicBezTo>
                    <a:cubicBezTo>
                      <a:pt x="123" y="216"/>
                      <a:pt x="123" y="216"/>
                      <a:pt x="123" y="216"/>
                    </a:cubicBezTo>
                    <a:cubicBezTo>
                      <a:pt x="236" y="216"/>
                      <a:pt x="236" y="216"/>
                      <a:pt x="236" y="216"/>
                    </a:cubicBezTo>
                    <a:cubicBezTo>
                      <a:pt x="236" y="208"/>
                      <a:pt x="236" y="208"/>
                      <a:pt x="236" y="208"/>
                    </a:cubicBezTo>
                    <a:cubicBezTo>
                      <a:pt x="119" y="208"/>
                      <a:pt x="119" y="208"/>
                      <a:pt x="119" y="208"/>
                    </a:cubicBezTo>
                    <a:cubicBezTo>
                      <a:pt x="115" y="201"/>
                      <a:pt x="115" y="201"/>
                      <a:pt x="115" y="201"/>
                    </a:cubicBezTo>
                    <a:cubicBezTo>
                      <a:pt x="247" y="201"/>
                      <a:pt x="247" y="201"/>
                      <a:pt x="247" y="201"/>
                    </a:cubicBezTo>
                    <a:close/>
                    <a:moveTo>
                      <a:pt x="204" y="275"/>
                    </a:moveTo>
                    <a:cubicBezTo>
                      <a:pt x="196" y="289"/>
                      <a:pt x="196" y="289"/>
                      <a:pt x="196" y="289"/>
                    </a:cubicBezTo>
                    <a:cubicBezTo>
                      <a:pt x="196" y="283"/>
                      <a:pt x="196" y="283"/>
                      <a:pt x="196" y="283"/>
                    </a:cubicBezTo>
                    <a:cubicBezTo>
                      <a:pt x="161" y="283"/>
                      <a:pt x="161" y="283"/>
                      <a:pt x="161" y="283"/>
                    </a:cubicBezTo>
                    <a:cubicBezTo>
                      <a:pt x="157" y="275"/>
                      <a:pt x="157" y="275"/>
                      <a:pt x="157" y="275"/>
                    </a:cubicBezTo>
                    <a:cubicBezTo>
                      <a:pt x="204" y="275"/>
                      <a:pt x="204" y="275"/>
                      <a:pt x="204" y="275"/>
                    </a:cubicBezTo>
                    <a:close/>
                    <a:moveTo>
                      <a:pt x="195" y="290"/>
                    </a:moveTo>
                    <a:cubicBezTo>
                      <a:pt x="191" y="298"/>
                      <a:pt x="191" y="298"/>
                      <a:pt x="191" y="298"/>
                    </a:cubicBezTo>
                    <a:cubicBezTo>
                      <a:pt x="191" y="297"/>
                      <a:pt x="191" y="297"/>
                      <a:pt x="191" y="297"/>
                    </a:cubicBezTo>
                    <a:cubicBezTo>
                      <a:pt x="170" y="297"/>
                      <a:pt x="170" y="297"/>
                      <a:pt x="170" y="297"/>
                    </a:cubicBezTo>
                    <a:cubicBezTo>
                      <a:pt x="165" y="290"/>
                      <a:pt x="165" y="290"/>
                      <a:pt x="165" y="290"/>
                    </a:cubicBezTo>
                    <a:cubicBezTo>
                      <a:pt x="195" y="290"/>
                      <a:pt x="195" y="290"/>
                      <a:pt x="195" y="290"/>
                    </a:cubicBezTo>
                    <a:close/>
                    <a:moveTo>
                      <a:pt x="185" y="308"/>
                    </a:moveTo>
                    <a:cubicBezTo>
                      <a:pt x="180" y="316"/>
                      <a:pt x="180" y="316"/>
                      <a:pt x="180" y="316"/>
                    </a:cubicBezTo>
                    <a:cubicBezTo>
                      <a:pt x="176" y="308"/>
                      <a:pt x="176" y="308"/>
                      <a:pt x="176" y="308"/>
                    </a:cubicBezTo>
                    <a:cubicBezTo>
                      <a:pt x="185" y="308"/>
                      <a:pt x="185" y="308"/>
                      <a:pt x="185" y="3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  <p:sp>
        <p:nvSpPr>
          <p:cNvPr id="68" name="矩形 67"/>
          <p:cNvSpPr/>
          <p:nvPr userDrawn="1"/>
        </p:nvSpPr>
        <p:spPr>
          <a:xfrm>
            <a:off x="0" y="1012190"/>
            <a:ext cx="1219200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7" name="图片 66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1736578" y="660087"/>
            <a:ext cx="455422" cy="3600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1" y="660087"/>
            <a:ext cx="439761" cy="360000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6549390"/>
            <a:ext cx="12192000" cy="3086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" name="矩形 0"/>
          <p:cNvSpPr/>
          <p:nvPr userDrawn="1"/>
        </p:nvSpPr>
        <p:spPr>
          <a:xfrm>
            <a:off x="0" y="6550223"/>
            <a:ext cx="8477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CQU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4896121" y="6556701"/>
            <a:ext cx="26372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耐劳苦  尚俭朴  勤学业  爱国家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6" name="灯片编号占位符 8"/>
          <p:cNvSpPr txBox="1"/>
          <p:nvPr userDrawn="1"/>
        </p:nvSpPr>
        <p:spPr>
          <a:xfrm>
            <a:off x="9448800" y="6565804"/>
            <a:ext cx="2743200" cy="292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chemeClr val="bg1"/>
                </a:solidFill>
                <a:latin typeface="+mn-ea"/>
                <a:ea typeface="+mn-ea"/>
              </a:rPr>
              <a:t>&lt; </a:t>
            </a:r>
            <a:fld id="{A548B57D-AE10-4CF7-A9DF-59FEFA91B28E}" type="slidenum">
              <a:rPr lang="zh-CN" altLang="en-US" b="1" smtClean="0">
                <a:solidFill>
                  <a:schemeClr val="bg1"/>
                </a:solidFill>
                <a:latin typeface="+mn-ea"/>
                <a:ea typeface="+mn-ea"/>
              </a:rPr>
            </a:fld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+mn-ea"/>
                <a:ea typeface="+mn-ea"/>
              </a:rPr>
              <a:t>&gt;</a:t>
            </a:r>
            <a:endParaRPr lang="zh-CN" alt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17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notesSlide" Target="../notesSlides/notesSlide10.xml"/><Relationship Id="rId1" Type="http://schemas.openxmlformats.org/officeDocument/2006/relationships/tags" Target="../tags/tag1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21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0" Type="http://schemas.openxmlformats.org/officeDocument/2006/relationships/notesSlide" Target="../notesSlides/notesSlide16.xml"/><Relationship Id="rId1" Type="http://schemas.openxmlformats.org/officeDocument/2006/relationships/tags" Target="../tags/tag5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4480560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B6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S&amp;P 2026</a:t>
            </a:r>
            <a:endParaRPr lang="en-US" sz="1800" b="0" i="0" u="none" strike="noStrike">
              <a:solidFill>
                <a:srgbClr val="6B6B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160780"/>
            <a:ext cx="736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 Honor Among Crooks: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32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Non-transferable Anonymous</a:t>
            </a:r>
            <a:endParaRPr lang="en-US" sz="3200" b="1" i="0" u="none" strike="noStrike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32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Tokens from Betrayability</a:t>
            </a:r>
            <a:endParaRPr lang="en-US" sz="3200" b="1" i="0" u="none" strike="noStrike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28647">
            <a:off x="762026" y="3488690"/>
            <a:ext cx="1524000" cy="12700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AutoShape 6"/>
          <p:cNvSpPr/>
          <p:nvPr/>
        </p:nvSpPr>
        <p:spPr>
          <a:xfrm>
            <a:off x="762000" y="3738245"/>
            <a:ext cx="711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在骗⼦之间没有荣誉：来⾃可背叛性的不可转让匿名代币</a:t>
            </a:r>
            <a:endParaRPr lang="zh-CN" altLang="en-US" sz="2000" b="1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758430" y="2222500"/>
            <a:ext cx="88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8194">
            <a:off x="8647521" y="23939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2" name="AutoShape 12"/>
          <p:cNvSpPr/>
          <p:nvPr/>
        </p:nvSpPr>
        <p:spPr>
          <a:xfrm>
            <a:off x="9091930" y="2095500"/>
            <a:ext cx="1270000" cy="635000"/>
          </a:xfrm>
          <a:prstGeom prst="roundRect">
            <a:avLst>
              <a:gd name="adj" fmla="val 16000"/>
            </a:avLst>
          </a:prstGeom>
          <a:solidFill>
            <a:srgbClr val="7B2532">
              <a:alpha val="10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091930" y="22606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</a:t>
            </a:r>
            <a:endParaRPr lang="en-US" sz="2000" b="1" i="0" u="none" strike="noStrike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98194">
            <a:off x="10362021" y="23939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5" name="AutoShape 15"/>
          <p:cNvSpPr/>
          <p:nvPr/>
        </p:nvSpPr>
        <p:spPr>
          <a:xfrm>
            <a:off x="10742930" y="22225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647430" y="29210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不可转让</a:t>
            </a:r>
            <a:endParaRPr lang="en-US" b="0" i="0" u="none" strike="noStrike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039100" y="4112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黑体" panose="02010609060101010101" charset="-122"/>
                <a:ea typeface="黑体" panose="02010609060101010101" charset="-122"/>
              </a:rPr>
              <a:t>汇报人：李依珊</a:t>
            </a:r>
            <a:endParaRPr lang="zh-CN" altLang="en-US" sz="1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039100" y="46609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黑体" panose="02010609060101010101" charset="-122"/>
                <a:ea typeface="黑体" panose="02010609060101010101" charset="-122"/>
              </a:rPr>
              <a:t>指导老师：陈泌文</a:t>
            </a:r>
            <a:endParaRPr lang="zh-CN" altLang="en-US" sz="1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039100" y="52095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11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</a:t>
            </a:r>
            <a:endParaRPr lang="zh-CN" alt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背景：匿名 Token 是什么？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核心参与者与流程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68500"/>
            <a:ext cx="1524000" cy="711200"/>
          </a:xfrm>
          <a:prstGeom prst="roundRect">
            <a:avLst>
              <a:gd name="adj" fmla="val 14285"/>
            </a:avLst>
          </a:prstGeom>
          <a:solidFill>
            <a:srgbClr val="2A2D30">
              <a:alpha val="8000"/>
            </a:srgbClr>
          </a:solidFill>
          <a:ln w="25400" cap="flat" cmpd="sng">
            <a:solidFill>
              <a:srgbClr val="2A2D3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Client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68745">
            <a:off x="2286063" y="23177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2921000" y="1968500"/>
            <a:ext cx="1524000" cy="711200"/>
          </a:xfrm>
          <a:prstGeom prst="roundRect">
            <a:avLst>
              <a:gd name="adj" fmla="val 14285"/>
            </a:avLst>
          </a:prstGeom>
          <a:solidFill>
            <a:srgbClr val="7B2532">
              <a:alpha val="10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921000" y="21590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Issuer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68745">
            <a:off x="4445063" y="23177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5080000" y="1968500"/>
            <a:ext cx="1524000" cy="711200"/>
          </a:xfrm>
          <a:prstGeom prst="roundRect">
            <a:avLst>
              <a:gd name="adj" fmla="val 14285"/>
            </a:avLst>
          </a:prstGeom>
          <a:solidFill>
            <a:srgbClr val="2A2D30">
              <a:alpha val="8000"/>
            </a:srgbClr>
          </a:solidFill>
          <a:ln w="25400" cap="flat" cmpd="sng">
            <a:solidFill>
              <a:srgbClr val="2A2D3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080000" y="21590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2857500"/>
            <a:ext cx="584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6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签发阶段：Client 向 Issuer 证明资格，获得匿名 Token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721100"/>
            <a:ext cx="1524000" cy="711200"/>
          </a:xfrm>
          <a:prstGeom prst="roundRect">
            <a:avLst>
              <a:gd name="adj" fmla="val 14285"/>
            </a:avLst>
          </a:prstGeom>
          <a:solidFill>
            <a:srgbClr val="2A2D30">
              <a:alpha val="8000"/>
            </a:srgbClr>
          </a:solidFill>
          <a:ln w="25400" cap="flat" cmpd="sng">
            <a:solidFill>
              <a:srgbClr val="2A2D3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9116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Client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68745">
            <a:off x="2286063" y="40703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2921000" y="3721100"/>
            <a:ext cx="1524000" cy="711200"/>
          </a:xfrm>
          <a:prstGeom prst="roundRect">
            <a:avLst>
              <a:gd name="adj" fmla="val 14285"/>
            </a:avLst>
          </a:prstGeom>
          <a:solidFill>
            <a:srgbClr val="7B2532">
              <a:alpha val="10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2921000" y="39116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Verifier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68745">
            <a:off x="4445063" y="40703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5080000" y="3721100"/>
            <a:ext cx="1524000" cy="711200"/>
          </a:xfrm>
          <a:prstGeom prst="roundRect">
            <a:avLst>
              <a:gd name="adj" fmla="val 14285"/>
            </a:avLst>
          </a:prstGeom>
          <a:solidFill>
            <a:srgbClr val="2A2D30">
              <a:alpha val="8000"/>
            </a:srgbClr>
          </a:solidFill>
          <a:ln w="25400" cap="flat" cmpd="sng">
            <a:solidFill>
              <a:srgbClr val="2A2D3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0" y="39116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Service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610100"/>
            <a:ext cx="584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6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兑换阶段：Client 出示 Token，Verifier 验证后提供服务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88910">
            <a:off x="4889500" y="3359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7239000" y="1397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三个关键点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239000" y="1968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Issuer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：确认用户是否具备资格，并发放 Token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239000" y="2794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Verifier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：验证 Token，并提供服务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239000" y="3619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隐私要求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：Verifier 不应知道这个 Token 是哪一次签发得到的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239000" y="4762500"/>
            <a:ext cx="4318000" cy="952500"/>
          </a:xfrm>
          <a:prstGeom prst="roundRect">
            <a:avLst>
              <a:gd name="adj" fmla="val 8000"/>
            </a:avLst>
          </a:prstGeom>
          <a:solidFill>
            <a:srgbClr val="7B2532">
              <a:alpha val="6000"/>
            </a:srgbClr>
          </a:solidFill>
          <a:ln w="127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429500" y="48895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例子：通过一次</a:t>
            </a:r>
            <a:r>
              <a:rPr lang="zh-CN" alt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人机验证，</a:t>
            </a: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证明"我是人类"，获得 Token；以后访问网站用 Token，无需重复证明，网站也不知道之前是谁完成的</a:t>
            </a:r>
            <a:r>
              <a:rPr lang="zh-CN" alt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人机验证</a:t>
            </a: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937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问题：匿名 Token 可能被出售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2286000" cy="1016000"/>
          </a:xfrm>
          <a:prstGeom prst="roundRect">
            <a:avLst>
              <a:gd name="adj" fmla="val 12500"/>
            </a:avLst>
          </a:prstGeom>
          <a:solidFill>
            <a:srgbClr val="4C7A5A">
              <a:alpha val="15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Alice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844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有资格的用户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57290">
            <a:off x="3302053" y="2152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3365500" y="1714500"/>
            <a:ext cx="63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获得</a:t>
            </a:r>
            <a:endParaRPr lang="en-US" sz="1600" b="0" i="0" u="none" strike="noStrike">
              <a:solidFill>
                <a:srgbClr val="6B6B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064000" y="1651000"/>
            <a:ext cx="1778000" cy="1016000"/>
          </a:xfrm>
          <a:prstGeom prst="roundRect">
            <a:avLst>
              <a:gd name="adj" fmla="val 12500"/>
            </a:avLst>
          </a:prstGeom>
          <a:solidFill>
            <a:srgbClr val="2A2D30">
              <a:alpha val="8000"/>
            </a:srgbClr>
          </a:solidFill>
          <a:ln w="25400" cap="flat" cmpd="sng">
            <a:solidFill>
              <a:srgbClr val="2A2D3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064000" y="1968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69">
            <a:off x="5842040" y="2152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2" name="AutoShape 12"/>
          <p:cNvSpPr/>
          <p:nvPr/>
        </p:nvSpPr>
        <p:spPr>
          <a:xfrm>
            <a:off x="5905500" y="1714500"/>
            <a:ext cx="88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出售</a:t>
            </a:r>
            <a:endParaRPr lang="en-US" sz="1800" b="1" i="0" u="none" strike="noStrike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858000" y="1651000"/>
            <a:ext cx="2286000" cy="1016000"/>
          </a:xfrm>
          <a:prstGeom prst="roundRect">
            <a:avLst>
              <a:gd name="adj" fmla="val 12500"/>
            </a:avLst>
          </a:prstGeom>
          <a:solidFill>
            <a:srgbClr val="7B2532">
              <a:alpha val="12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858000" y="18415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Bob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58000" y="21844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没有资格的用户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57290">
            <a:off x="9144053" y="2152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9207500" y="1714500"/>
            <a:ext cx="63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6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endParaRPr lang="en-US" sz="1600" b="0" i="0" u="none" strike="noStrike">
              <a:solidFill>
                <a:srgbClr val="6B6B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9906000" y="1651000"/>
            <a:ext cx="1524000" cy="1016000"/>
          </a:xfrm>
          <a:prstGeom prst="roundRect">
            <a:avLst>
              <a:gd name="adj" fmla="val 12500"/>
            </a:avLst>
          </a:prstGeom>
          <a:solidFill>
            <a:srgbClr val="7B2532">
              <a:alpha val="8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906000" y="1968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获得服务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3175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7B2532">
              <a:alpha val="8000"/>
            </a:srgbClr>
          </a:solidFill>
          <a:ln w="127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33655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7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匿名性越强，Verifier 就越难判断当前使用 Token 的人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7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是不是原来的持有者。</a:t>
            </a:r>
            <a:endParaRPr lang="en-US" sz="1700" b="0" i="0" u="none" strike="noStrike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4445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核心困难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4889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如果卖家把完整状态都交给买家，那么买家和卖家的主要差异只剩身份。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而直接利用身份判断，又会破坏匿名性。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604000" y="4445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直观类比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0" y="4889500"/>
            <a:ext cx="4826000" cy="1016000"/>
          </a:xfrm>
          <a:prstGeom prst="roundRect">
            <a:avLst>
              <a:gd name="adj" fmla="val 10000"/>
            </a:avLst>
          </a:prstGeom>
          <a:solidFill>
            <a:srgbClr val="2A2D30">
              <a:alpha val="5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858000" y="50800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一张"不记名门票"很好地保护隐私，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但也天然很容易被转卖。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已有方案：用“保险秘密”阻止 Token 转让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33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6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Durak et al., CCS 2024 · NTAT (Non-Transferable Anonymous Tokens)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 Token 和用户一个</a:t>
            </a:r>
            <a:r>
              <a:rPr lang="en-US" sz="15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非常重要的秘密</a:t>
            </a:r>
            <a:r>
              <a:rPr lang="en-US" sz="15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绑定。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用户绝不会轻易交给别人的秘密。</a:t>
            </a:r>
            <a:endParaRPr lang="en-US" sz="15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080000" cy="635000"/>
          </a:xfrm>
          <a:prstGeom prst="roundRect">
            <a:avLst>
              <a:gd name="adj" fmla="val 12000"/>
            </a:avLst>
          </a:prstGeom>
          <a:solidFill>
            <a:srgbClr val="2A2D30">
              <a:alpha val="6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3274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例如：加密货币钱包私钥、高价值账户密钥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9582">
            <a:off x="4254500" y="3486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731000" y="139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逻辑链条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31000" y="1905000"/>
            <a:ext cx="4699000" cy="558800"/>
          </a:xfrm>
          <a:prstGeom prst="roundRect">
            <a:avLst>
              <a:gd name="adj" fmla="val 13636"/>
            </a:avLst>
          </a:prstGeom>
          <a:solidFill>
            <a:srgbClr val="2A2D3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921500" y="2032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 + Insurance Secret 绑定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228255">
            <a:off x="8953500" y="25846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6731000" y="2717800"/>
            <a:ext cx="4699000" cy="558800"/>
          </a:xfrm>
          <a:prstGeom prst="roundRect">
            <a:avLst>
              <a:gd name="adj" fmla="val 13636"/>
            </a:avLst>
          </a:prstGeom>
          <a:solidFill>
            <a:srgbClr val="2A2D3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921500" y="28448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兑换时必须证明“我知道这个秘密”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228255">
            <a:off x="8953500" y="33974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6731000" y="3530600"/>
            <a:ext cx="4699000" cy="558800"/>
          </a:xfrm>
          <a:prstGeom prst="roundRect">
            <a:avLst>
              <a:gd name="adj" fmla="val 13636"/>
            </a:avLst>
          </a:prstGeom>
          <a:solidFill>
            <a:srgbClr val="7B253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921500" y="3657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出售 Token 必须交出高价值秘密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228255">
            <a:off x="8953500" y="42102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6731000" y="4343400"/>
            <a:ext cx="4699000" cy="558800"/>
          </a:xfrm>
          <a:prstGeom prst="roundRect">
            <a:avLst>
              <a:gd name="adj" fmla="val 13636"/>
            </a:avLst>
          </a:prstGeom>
          <a:solidFill>
            <a:srgbClr val="4C7A5A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921500" y="4470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卖家不愿意卖 → 不可转让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5720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7B2532">
              <a:alpha val="8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47625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它不是让“转让”在数学上完全不可能，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而是让转让的代价高到不值得。</a:t>
            </a:r>
            <a:endParaRPr lang="en-US" sz="1500" b="1" i="0" u="none" strike="noStrike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6223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Durak 等人在 CCS'24 的 NTAT 中通过将 Token 与高价值 Insurance Secret 绑定，产生不可转让的经济威慑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6565"/>
            <a:ext cx="9144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威胁模型：谁在转卖 Token？</a:t>
            </a:r>
            <a:endParaRPr sz="2800" b="1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022475" y="1390015"/>
            <a:ext cx="8147050" cy="1920240"/>
            <a:chOff x="720" y="1656"/>
            <a:chExt cx="12830" cy="3024"/>
          </a:xfrm>
        </p:grpSpPr>
        <p:sp>
          <p:nvSpPr>
            <p:cNvPr id="5" name="Rounded Rectangle 3"/>
            <p:cNvSpPr/>
            <p:nvPr/>
          </p:nvSpPr>
          <p:spPr>
            <a:xfrm>
              <a:off x="720" y="1656"/>
              <a:ext cx="3024" cy="3024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4C7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6" name="TextBox 4"/>
            <p:cNvSpPr txBox="1"/>
            <p:nvPr/>
          </p:nvSpPr>
          <p:spPr>
            <a:xfrm>
              <a:off x="720" y="1872"/>
              <a:ext cx="3024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700" b="1">
                  <a:solidFill>
                    <a:srgbClr val="4C7A5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Issuer 发行方</a:t>
              </a:r>
              <a:endParaRPr sz="1700" b="1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cxnSp>
          <p:nvCxnSpPr>
            <p:cNvPr id="7" name="Connector 5"/>
            <p:cNvCxnSpPr/>
            <p:nvPr/>
          </p:nvCxnSpPr>
          <p:spPr>
            <a:xfrm>
              <a:off x="1008" y="2477"/>
              <a:ext cx="2448" cy="0"/>
            </a:xfrm>
            <a:prstGeom prst="line">
              <a:avLst/>
            </a:prstGeom>
            <a:ln w="12700">
              <a:solidFill>
                <a:srgbClr val="B4B4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6"/>
            <p:cNvSpPr txBox="1"/>
            <p:nvPr/>
          </p:nvSpPr>
          <p:spPr>
            <a:xfrm>
              <a:off x="936" y="2621"/>
              <a:ext cx="2592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200" b="1">
                  <a:solidFill>
                    <a:srgbClr val="2A2D30"/>
                  </a:solidFill>
                  <a:latin typeface="Noto Sans SC" panose="020B0200000000000000" charset="-122"/>
                  <a:ea typeface="Noto Sans SC" panose="020B0200000000000000" charset="-122"/>
                </a:rPr>
                <a:t>作用：</a:t>
              </a:r>
              <a:endParaRPr sz="1200" b="1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936" y="2952"/>
              <a:ext cx="2592" cy="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3A3A3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核验资格并签发 Token</a:t>
              </a:r>
              <a:endParaRPr sz="11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10" name="TextBox 8"/>
            <p:cNvSpPr txBox="1"/>
            <p:nvPr/>
          </p:nvSpPr>
          <p:spPr>
            <a:xfrm>
              <a:off x="936" y="3672"/>
              <a:ext cx="2592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7B2532"/>
                  </a:solidFill>
                  <a:latin typeface="Noto Sans SC" panose="020B0200000000000000" charset="-122"/>
                  <a:ea typeface="Noto Sans SC" panose="020B0200000000000000" charset="-122"/>
                </a:rPr>
                <a:t>作弊可能：尝试关联发行记录</a:t>
              </a:r>
              <a:endParaRPr sz="1000" b="0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11" name="Rounded Rectangle 9"/>
            <p:cNvSpPr/>
            <p:nvPr/>
          </p:nvSpPr>
          <p:spPr>
            <a:xfrm>
              <a:off x="3989" y="1656"/>
              <a:ext cx="3024" cy="3024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4C7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12" name="TextBox 10"/>
            <p:cNvSpPr txBox="1"/>
            <p:nvPr/>
          </p:nvSpPr>
          <p:spPr>
            <a:xfrm>
              <a:off x="3989" y="1872"/>
              <a:ext cx="3024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700" b="1">
                  <a:solidFill>
                    <a:srgbClr val="4C7A5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Verifier 验证方</a:t>
              </a:r>
              <a:endParaRPr sz="1700" b="1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cxnSp>
          <p:nvCxnSpPr>
            <p:cNvPr id="13" name="Connector 11"/>
            <p:cNvCxnSpPr/>
            <p:nvPr/>
          </p:nvCxnSpPr>
          <p:spPr>
            <a:xfrm>
              <a:off x="4277" y="2477"/>
              <a:ext cx="2448" cy="0"/>
            </a:xfrm>
            <a:prstGeom prst="line">
              <a:avLst/>
            </a:prstGeom>
            <a:ln w="12700">
              <a:solidFill>
                <a:srgbClr val="B4B4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2"/>
            <p:cNvSpPr txBox="1"/>
            <p:nvPr/>
          </p:nvSpPr>
          <p:spPr>
            <a:xfrm>
              <a:off x="4205" y="2621"/>
              <a:ext cx="2592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200" b="1">
                  <a:solidFill>
                    <a:srgbClr val="2A2D30"/>
                  </a:solidFill>
                  <a:latin typeface="Noto Sans SC" panose="020B0200000000000000" charset="-122"/>
                  <a:ea typeface="Noto Sans SC" panose="020B0200000000000000" charset="-122"/>
                </a:rPr>
                <a:t>作用：</a:t>
              </a:r>
              <a:endParaRPr sz="1200" b="1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15" name="TextBox 13"/>
            <p:cNvSpPr txBox="1"/>
            <p:nvPr/>
          </p:nvSpPr>
          <p:spPr>
            <a:xfrm>
              <a:off x="4205" y="2952"/>
              <a:ext cx="2592" cy="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3A3A3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验证 Token 并提供服务</a:t>
              </a:r>
              <a:endParaRPr sz="11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16" name="TextBox 14"/>
            <p:cNvSpPr txBox="1"/>
            <p:nvPr/>
          </p:nvSpPr>
          <p:spPr>
            <a:xfrm>
              <a:off x="4205" y="3672"/>
              <a:ext cx="2592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7B2532"/>
                  </a:solidFill>
                  <a:latin typeface="Noto Sans SC" panose="020B0200000000000000" charset="-122"/>
                  <a:ea typeface="Noto Sans SC" panose="020B0200000000000000" charset="-122"/>
                </a:rPr>
                <a:t>作弊可能：尝试窃取用户秘密</a:t>
              </a:r>
              <a:endParaRPr sz="1000" b="0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17" name="Rounded Rectangle 15"/>
            <p:cNvSpPr/>
            <p:nvPr/>
          </p:nvSpPr>
          <p:spPr>
            <a:xfrm>
              <a:off x="7258" y="1656"/>
              <a:ext cx="3024" cy="3024"/>
            </a:xfrm>
            <a:prstGeom prst="roundRect">
              <a:avLst/>
            </a:prstGeom>
            <a:solidFill>
              <a:srgbClr val="F0E1E4"/>
            </a:solidFill>
            <a:ln w="25400">
              <a:solidFill>
                <a:srgbClr val="7B25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18" name="TextBox 16"/>
            <p:cNvSpPr txBox="1"/>
            <p:nvPr/>
          </p:nvSpPr>
          <p:spPr>
            <a:xfrm>
              <a:off x="7258" y="1872"/>
              <a:ext cx="3024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700" b="1">
                  <a:solidFill>
                    <a:srgbClr val="7B253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Vendor 卖家</a:t>
              </a:r>
              <a:endParaRPr sz="1700" b="1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cxnSp>
          <p:nvCxnSpPr>
            <p:cNvPr id="19" name="Connector 17"/>
            <p:cNvCxnSpPr/>
            <p:nvPr/>
          </p:nvCxnSpPr>
          <p:spPr>
            <a:xfrm>
              <a:off x="7546" y="2477"/>
              <a:ext cx="2448" cy="0"/>
            </a:xfrm>
            <a:prstGeom prst="line">
              <a:avLst/>
            </a:prstGeom>
            <a:ln w="12700">
              <a:solidFill>
                <a:srgbClr val="B4B4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8"/>
            <p:cNvSpPr txBox="1"/>
            <p:nvPr/>
          </p:nvSpPr>
          <p:spPr>
            <a:xfrm>
              <a:off x="7474" y="2621"/>
              <a:ext cx="2592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200" b="1">
                  <a:solidFill>
                    <a:srgbClr val="2A2D30"/>
                  </a:solidFill>
                  <a:latin typeface="Noto Sans SC" panose="020B0200000000000000" charset="-122"/>
                  <a:ea typeface="Noto Sans SC" panose="020B0200000000000000" charset="-122"/>
                </a:rPr>
                <a:t>作用：</a:t>
              </a:r>
              <a:endParaRPr sz="1200" b="1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21" name="TextBox 19"/>
            <p:cNvSpPr txBox="1"/>
            <p:nvPr/>
          </p:nvSpPr>
          <p:spPr>
            <a:xfrm>
              <a:off x="7474" y="2952"/>
              <a:ext cx="2592" cy="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3A3A3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合法获得 Token 和 Insurance Secret</a:t>
              </a:r>
              <a:endParaRPr sz="11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22" name="TextBox 20"/>
            <p:cNvSpPr txBox="1"/>
            <p:nvPr/>
          </p:nvSpPr>
          <p:spPr>
            <a:xfrm>
              <a:off x="7474" y="3672"/>
              <a:ext cx="2592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7B253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作弊可能：出售 Token 并在线帮助兑换</a:t>
              </a:r>
              <a:endParaRPr sz="1000" b="0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23" name="Rounded Rectangle 21"/>
            <p:cNvSpPr/>
            <p:nvPr/>
          </p:nvSpPr>
          <p:spPr>
            <a:xfrm>
              <a:off x="10526" y="1656"/>
              <a:ext cx="3024" cy="3024"/>
            </a:xfrm>
            <a:prstGeom prst="roundRect">
              <a:avLst/>
            </a:prstGeom>
            <a:solidFill>
              <a:srgbClr val="F0E1E4"/>
            </a:solidFill>
            <a:ln w="25400">
              <a:solidFill>
                <a:srgbClr val="7B25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24" name="TextBox 22"/>
            <p:cNvSpPr txBox="1"/>
            <p:nvPr/>
          </p:nvSpPr>
          <p:spPr>
            <a:xfrm>
              <a:off x="10526" y="1872"/>
              <a:ext cx="3024" cy="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700" b="1">
                  <a:solidFill>
                    <a:srgbClr val="7B253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Buyer 买家</a:t>
              </a:r>
              <a:endParaRPr sz="1700" b="1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cxnSp>
          <p:nvCxnSpPr>
            <p:cNvPr id="25" name="Connector 23"/>
            <p:cNvCxnSpPr/>
            <p:nvPr/>
          </p:nvCxnSpPr>
          <p:spPr>
            <a:xfrm>
              <a:off x="10814" y="2477"/>
              <a:ext cx="2448" cy="0"/>
            </a:xfrm>
            <a:prstGeom prst="line">
              <a:avLst/>
            </a:prstGeom>
            <a:ln w="12700">
              <a:solidFill>
                <a:srgbClr val="B4B4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4"/>
            <p:cNvSpPr txBox="1"/>
            <p:nvPr/>
          </p:nvSpPr>
          <p:spPr>
            <a:xfrm>
              <a:off x="10742" y="2621"/>
              <a:ext cx="2592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1200" b="1">
                  <a:solidFill>
                    <a:srgbClr val="2A2D30"/>
                  </a:solidFill>
                  <a:latin typeface="Noto Sans SC" panose="020B0200000000000000" charset="-122"/>
                  <a:ea typeface="Noto Sans SC" panose="020B0200000000000000" charset="-122"/>
                </a:rPr>
                <a:t>作用：</a:t>
              </a:r>
              <a:endParaRPr sz="1200" b="1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</a:endParaRPr>
            </a:p>
          </p:txBody>
        </p:sp>
        <p:sp>
          <p:nvSpPr>
            <p:cNvPr id="27" name="TextBox 25"/>
            <p:cNvSpPr txBox="1"/>
            <p:nvPr/>
          </p:nvSpPr>
          <p:spPr>
            <a:xfrm>
              <a:off x="10742" y="2952"/>
              <a:ext cx="2592" cy="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3A3A3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无资格，从 Vendor 购买 Token</a:t>
              </a:r>
              <a:endParaRPr sz="11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28" name="TextBox 26"/>
            <p:cNvSpPr txBox="1"/>
            <p:nvPr/>
          </p:nvSpPr>
          <p:spPr>
            <a:xfrm>
              <a:off x="10742" y="3672"/>
              <a:ext cx="2592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7B253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作弊可能：串谋 Vendor，也可能背叛 Vendor</a:t>
              </a:r>
              <a:endParaRPr sz="1000" b="0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sp>
        <p:nvSpPr>
          <p:cNvPr id="29" name="Rectangle 27"/>
          <p:cNvSpPr/>
          <p:nvPr/>
        </p:nvSpPr>
        <p:spPr>
          <a:xfrm>
            <a:off x="1828800" y="3584575"/>
            <a:ext cx="8531352" cy="685800"/>
          </a:xfrm>
          <a:prstGeom prst="rect">
            <a:avLst/>
          </a:prstGeom>
          <a:solidFill>
            <a:srgbClr val="7B2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8"/>
          <p:cNvSpPr txBox="1"/>
          <p:nvPr/>
        </p:nvSpPr>
        <p:spPr>
          <a:xfrm>
            <a:off x="1828800" y="3721735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Vendor + Buyer 在 Redemption 阶段实时通信</a:t>
            </a:r>
            <a:endParaRPr sz="20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Rounded Rectangle 29"/>
          <p:cNvSpPr/>
          <p:nvPr/>
        </p:nvSpPr>
        <p:spPr>
          <a:xfrm>
            <a:off x="457200" y="4672330"/>
            <a:ext cx="11274552" cy="1005840"/>
          </a:xfrm>
          <a:prstGeom prst="roundRect">
            <a:avLst/>
          </a:prstGeom>
          <a:solidFill>
            <a:srgbClr val="F0F0EE"/>
          </a:solidFill>
          <a:ln w="12700">
            <a:solidFill>
              <a:srgbClr val="6B6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2" name="TextBox 30"/>
          <p:cNvSpPr txBox="1"/>
          <p:nvPr/>
        </p:nvSpPr>
        <p:spPr>
          <a:xfrm>
            <a:off x="640080" y="480949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论文研究的重点不是简单地复制 Token 文件，而是 Vendor 与 Buyer 在兑换阶段实时串谋。</a:t>
            </a:r>
            <a:endParaRPr sz="14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买家可以转发验证方的挑战，让卖家远程生成证明，自己全程不需要知道保险秘密。</a:t>
            </a:r>
            <a:endParaRPr sz="14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7B25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381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关键漏洞：卖家不需要把秘密交出去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556000" y="1270000"/>
            <a:ext cx="5080000" cy="558800"/>
          </a:xfrm>
          <a:prstGeom prst="roundRect">
            <a:avLst>
              <a:gd name="adj" fmla="val 0"/>
            </a:avLst>
          </a:prstGeom>
          <a:solidFill>
            <a:srgbClr val="7B2532">
              <a:alpha val="15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556000" y="13970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Vendor-aided Token Redemption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159000"/>
            <a:ext cx="2286000" cy="711200"/>
          </a:xfrm>
          <a:prstGeom prst="roundRect">
            <a:avLst>
              <a:gd name="adj" fmla="val 14285"/>
            </a:avLst>
          </a:prstGeom>
          <a:solidFill>
            <a:srgbClr val="7B2532">
              <a:alpha val="12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3368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Bob（买家）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953000" y="2159000"/>
            <a:ext cx="2286000" cy="711200"/>
          </a:xfrm>
          <a:prstGeom prst="roundRect">
            <a:avLst>
              <a:gd name="adj" fmla="val 14285"/>
            </a:avLst>
          </a:prstGeom>
          <a:solidFill>
            <a:srgbClr val="4C7A5A">
              <a:alpha val="15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953000" y="23368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Alice（卖家）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0" y="2159000"/>
            <a:ext cx="2286000" cy="711200"/>
          </a:xfrm>
          <a:prstGeom prst="roundRect">
            <a:avLst>
              <a:gd name="adj" fmla="val 14285"/>
            </a:avLst>
          </a:prstGeom>
          <a:solidFill>
            <a:srgbClr val="2A2D30">
              <a:alpha val="8000"/>
            </a:srgbClr>
          </a:solidFill>
          <a:ln w="25400" cap="flat" cmpd="sng">
            <a:solidFill>
              <a:srgbClr val="2A2D3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144000" y="23368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Verifier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302000"/>
            <a:ext cx="10668000" cy="533400"/>
          </a:xfrm>
          <a:prstGeom prst="roundRect">
            <a:avLst>
              <a:gd name="adj" fmla="val 14285"/>
            </a:avLst>
          </a:prstGeom>
          <a:solidFill>
            <a:srgbClr val="2A2D3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3429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1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05000" y="3429000"/>
            <a:ext cx="927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Verifier 向 Bob 发送 challenge，Bob 不知道 Insurance Secret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962400"/>
            <a:ext cx="10668000" cy="533400"/>
          </a:xfrm>
          <a:prstGeom prst="roundRect">
            <a:avLst>
              <a:gd name="adj" fmla="val 14285"/>
            </a:avLst>
          </a:prstGeom>
          <a:solidFill>
            <a:srgbClr val="2A2D3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0894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05000" y="4089400"/>
            <a:ext cx="927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Bob 将 challenge 实时转发给 Alice（卖家在线协助）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22800"/>
            <a:ext cx="10668000" cy="533400"/>
          </a:xfrm>
          <a:prstGeom prst="roundRect">
            <a:avLst>
              <a:gd name="adj" fmla="val 14285"/>
            </a:avLst>
          </a:prstGeom>
          <a:solidFill>
            <a:srgbClr val="2A2D3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47498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905000" y="4749800"/>
            <a:ext cx="927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Alice 用自己的 Secret 生成 proof，返回给 Bob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283200"/>
            <a:ext cx="10668000" cy="533400"/>
          </a:xfrm>
          <a:prstGeom prst="roundRect">
            <a:avLst>
              <a:gd name="adj" fmla="val 14285"/>
            </a:avLst>
          </a:prstGeom>
          <a:solidFill>
            <a:srgbClr val="7B253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4102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905000" y="5410200"/>
            <a:ext cx="927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Bob 将 proof 转发给 Verifier，验证通过 — Bob 从未知道 Secret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6045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研究问题：卖家可以实时帮助买家时，如何保证 Token 不值得出售？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0005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核心思想：让买家可以“背叛”卖家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543050"/>
            <a:ext cx="2286000" cy="762000"/>
          </a:xfrm>
          <a:prstGeom prst="roundRect">
            <a:avLst>
              <a:gd name="adj" fmla="val 16666"/>
            </a:avLst>
          </a:prstGeom>
          <a:solidFill>
            <a:srgbClr val="4C7A5A">
              <a:alpha val="15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5895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Alice（卖家）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1485">
            <a:off x="3302020" y="191770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7" name="AutoShape 7"/>
          <p:cNvSpPr/>
          <p:nvPr/>
        </p:nvSpPr>
        <p:spPr>
          <a:xfrm>
            <a:off x="3492500" y="1581150"/>
            <a:ext cx="165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6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帮助兑换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1543050"/>
            <a:ext cx="2286000" cy="762000"/>
          </a:xfrm>
          <a:prstGeom prst="roundRect">
            <a:avLst>
              <a:gd name="adj" fmla="val 16666"/>
            </a:avLst>
          </a:prstGeom>
          <a:solidFill>
            <a:srgbClr val="7B2532">
              <a:alpha val="12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334000" y="175895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Bob（买家）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10789889">
            <a:off x="2158991" y="248920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2921000" y="259715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Steal Insurance Secret（背叛）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36000" y="1543050"/>
            <a:ext cx="2540000" cy="762000"/>
          </a:xfrm>
          <a:prstGeom prst="roundRect">
            <a:avLst>
              <a:gd name="adj" fmla="val 0"/>
            </a:avLst>
          </a:prstGeom>
          <a:solidFill>
            <a:srgbClr val="7B2532">
              <a:alpha val="15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636000" y="173355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Betrayability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1115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6195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2A2D30">
              <a:alpha val="5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38100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卖家帮助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买家兑换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114549">
            <a:off x="3238606" y="4121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/>
          <p:cNvSpPr/>
          <p:nvPr/>
        </p:nvSpPr>
        <p:spPr>
          <a:xfrm>
            <a:off x="3619500" y="36195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2A2D30">
              <a:alpha val="5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746500" y="3746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买家有机会偷偷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获得卖家的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Insurance Secret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114549">
            <a:off x="6096106" y="4121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1" name="AutoShape 21"/>
          <p:cNvSpPr/>
          <p:nvPr/>
        </p:nvSpPr>
        <p:spPr>
          <a:xfrm>
            <a:off x="6477000" y="36195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2A2D30">
              <a:alpha val="5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3746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卖家无法确定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买家会不会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背叛自己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114549">
            <a:off x="8953606" y="4121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4" name="AutoShape 24"/>
          <p:cNvSpPr/>
          <p:nvPr/>
        </p:nvSpPr>
        <p:spPr>
          <a:xfrm>
            <a:off x="9334500" y="3619500"/>
            <a:ext cx="2095500" cy="1016000"/>
          </a:xfrm>
          <a:prstGeom prst="roundRect">
            <a:avLst>
              <a:gd name="adj" fmla="val 10000"/>
            </a:avLst>
          </a:prstGeom>
          <a:solidFill>
            <a:srgbClr val="7B2532">
              <a:alpha val="12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461500" y="38735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卖家因此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不敢帮助买家</a:t>
            </a:r>
            <a:endParaRPr lang="en-US" sz="1400" b="1" i="0" u="none" strike="noStrike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762000" y="50165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2A2D30">
              <a:alpha val="6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016000" y="52070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以前的思路是“不要相信系统外的人”</a:t>
            </a:r>
            <a:r>
              <a:rPr lang="zh-CN" altLang="en-US" sz="15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这篇论文更进一步：</a:t>
            </a:r>
            <a:r>
              <a:rPr lang="en-US" sz="15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让两个作弊者之间也无法相互信任</a:t>
            </a:r>
            <a:r>
              <a:rPr lang="en-US" sz="15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500" b="0" i="0" u="none" strike="noStrike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762000" y="611759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B6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这也是题目 "No Honor Among Crooks" 的含义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735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研究难点：这个想法并不好实现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2A2D30">
              <a:alpha val="5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1714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778000" y="17780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如何允许买家偷</a:t>
            </a:r>
            <a:r>
              <a:rPr lang="zh-CN" alt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</a:t>
            </a: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卖家的 Secret？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286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需要设计一个机制，让卖家帮助生成正常证明时，秘密会被"悄悄泄露"给买家。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350000" y="1524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7B2532">
              <a:alpha val="8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604000" y="1714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366000" y="17780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如何防止 Verifier 也偷 Secret？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6604000" y="2286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核心矛盾：</a:t>
            </a:r>
            <a:r>
              <a:rPr lang="en-US" sz="13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Buyer 能偷，但 Verifier 不能偷</a:t>
            </a: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。因此不能设计成"任何人都能触发"的后门。作者引入身份密钥，把 Trapdoor 能力绑定到客户端的 identification secret key 上。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62000" y="3810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2A2D30">
              <a:alpha val="5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1016000" y="4000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1778000" y="40640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如何不破坏匿名性？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1016000" y="457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系统仍然必须保持：Token 的发行过程不能和之后的兑换过程联系起来。兑换阶段需要 pseudonym，因此牺牲了部分完全匿名性。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6350000" y="3810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2A2D30">
              <a:alpha val="5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6604000" y="4000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7366000" y="40640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如何保证效率？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6604000" y="457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加入加密、零知识证明、Range Proof、Trapdoor 之后，协议不能慢到无法实际使用。作者把重计算推到 Issuance 阶段。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44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ATB </a:t>
            </a:r>
            <a:r>
              <a:rPr lang="zh-CN" alt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</a:t>
            </a: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5207000" cy="406400"/>
          </a:xfrm>
          <a:prstGeom prst="roundRect">
            <a:avLst>
              <a:gd name="adj" fmla="val 0"/>
            </a:avLst>
          </a:prstGeom>
          <a:solidFill>
            <a:srgbClr val="2A2D3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1：Token Issuance（签发）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841500"/>
            <a:ext cx="5207000" cy="1651000"/>
          </a:xfrm>
          <a:prstGeom prst="roundRect">
            <a:avLst>
              <a:gd name="adj" fmla="val 6153"/>
            </a:avLst>
          </a:prstGeom>
          <a:solidFill>
            <a:srgbClr val="2A2D30">
              <a:alpha val="4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4699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用户拥有 </a:t>
            </a:r>
            <a:r>
              <a:rPr lang="en-US" sz="14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Insurance Secret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将 Secret 与 Token 绑定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Issuer 进行 </a:t>
            </a:r>
            <a:r>
              <a:rPr lang="en-US" sz="1400" b="1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盲签名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（Blind Issuance）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得到 </a:t>
            </a: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Anonymous Token</a:t>
            </a:r>
            <a:endParaRPr lang="en-US" sz="1400" b="1" i="0" u="none" strike="noStrike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477000" y="1270000"/>
            <a:ext cx="4953000" cy="406400"/>
          </a:xfrm>
          <a:prstGeom prst="roundRect">
            <a:avLst>
              <a:gd name="adj" fmla="val 0"/>
            </a:avLst>
          </a:prstGeom>
          <a:solidFill>
            <a:srgbClr val="7B2532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3335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2：Token Redemption（兑换）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1841500"/>
            <a:ext cx="4953000" cy="1651000"/>
          </a:xfrm>
          <a:prstGeom prst="roundRect">
            <a:avLst>
              <a:gd name="adj" fmla="val 6153"/>
            </a:avLst>
          </a:prstGeom>
          <a:solidFill>
            <a:srgbClr val="7B2532">
              <a:alpha val="5000"/>
            </a:srgbClr>
          </a:solidFill>
          <a:ln w="127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731000" y="2032000"/>
            <a:ext cx="4445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Client 发送 </a:t>
            </a:r>
            <a:r>
              <a:rPr lang="en-US" sz="1400" b="1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 + Pseudonym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Verifier 返回 </a:t>
            </a:r>
            <a:r>
              <a:rPr lang="en-US" sz="1400" b="1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Encryption Key</a:t>
            </a:r>
            <a:endParaRPr lang="en-US" sz="1400" b="1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Client 加密 Secret + </a:t>
            </a:r>
            <a:r>
              <a:rPr lang="en-US" sz="1400" b="1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Zero-Knowledge Proof</a:t>
            </a:r>
            <a:endParaRPr lang="en-US" sz="1400" b="1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Verifier 验证成功，提供服务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7465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技术要点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080000" cy="1206500"/>
          </a:xfrm>
          <a:prstGeom prst="roundRect">
            <a:avLst>
              <a:gd name="adj" fmla="val 8421"/>
            </a:avLst>
          </a:prstGeom>
          <a:solidFill>
            <a:srgbClr val="2A2D30">
              <a:alpha val="5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3561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签发阶段</a:t>
            </a: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：使用 BBS signatures 实现 Token，通过 Blind Issuance 避免 Issuer 在签发时直接看到最终 Token，保持签发和兑换不可关联。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191000"/>
            <a:ext cx="5080000" cy="1206500"/>
          </a:xfrm>
          <a:prstGeom prst="roundRect">
            <a:avLst>
              <a:gd name="adj" fmla="val 8421"/>
            </a:avLst>
          </a:prstGeom>
          <a:solidFill>
            <a:srgbClr val="7B2532">
              <a:alpha val="6000"/>
            </a:srgbClr>
          </a:solidFill>
          <a:ln w="127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43561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兑换阶段</a:t>
            </a: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：三消息协议，嵌入 Trapdoor。买家可把正常加密密钥替换为自己掌握解密密钥的 K'，若卖家继续帮助生成有效证明，买家即可恢复 Insurance Secret。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651500"/>
            <a:ext cx="10668000" cy="609600"/>
          </a:xfrm>
          <a:prstGeom prst="roundRect">
            <a:avLst>
              <a:gd name="adj" fmla="val 0"/>
            </a:avLst>
          </a:prstGeom>
          <a:solidFill>
            <a:srgbClr val="7B2532">
              <a:alpha val="10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8039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关键改变发生在 Redemption 阶段 —— 这里嵌入了 Trapdoor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6451600"/>
            <a:ext cx="1066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论文使用 BBS signatures + Blind Issuance 实现匿名 Token；兑换阶段的三消息协议是 Betrayability 的核心载体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44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关键机制：买家偷偷替换加密密钥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270000"/>
            <a:ext cx="5207000" cy="406400"/>
          </a:xfrm>
          <a:prstGeom prst="roundRect">
            <a:avLst>
              <a:gd name="adj" fmla="val 0"/>
            </a:avLst>
          </a:prstGeom>
          <a:solidFill>
            <a:srgbClr val="4C7A5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333500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正常兑换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1841500"/>
            <a:ext cx="5207000" cy="3175000"/>
          </a:xfrm>
          <a:prstGeom prst="roundRect">
            <a:avLst>
              <a:gd name="adj" fmla="val 3200"/>
            </a:avLst>
          </a:prstGeom>
          <a:solidFill>
            <a:srgbClr val="4C7A5A">
              <a:alpha val="6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032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Verifier 发送加密密钥 </a:t>
            </a: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</a:t>
            </a:r>
            <a:endParaRPr lang="en-US" sz="12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Client 使用 </a:t>
            </a: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</a:t>
            </a: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加密 Insurance Secret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附上零知识证明，发送给 Verifier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Verifier 验证证明通过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</a:t>
            </a:r>
            <a:r>
              <a:rPr lang="en-US" sz="16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Verifier 无法解密 Secret</a:t>
            </a:r>
            <a:endParaRPr lang="en-US" sz="1600" b="1" i="0" u="none" strike="noStrike">
              <a:solidFill>
                <a:srgbClr val="4C7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（因为 Verifier 不知道 K 对应的私钥）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477000" y="1270000"/>
            <a:ext cx="4953000" cy="406400"/>
          </a:xfrm>
          <a:prstGeom prst="roundRect">
            <a:avLst>
              <a:gd name="adj" fmla="val 0"/>
            </a:avLst>
          </a:prstGeom>
          <a:solidFill>
            <a:srgbClr val="7B2532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477000" y="13335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买家准备背叛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6477000" y="1841500"/>
            <a:ext cx="4953000" cy="3175000"/>
          </a:xfrm>
          <a:prstGeom prst="roundRect">
            <a:avLst>
              <a:gd name="adj" fmla="val 3200"/>
            </a:avLst>
          </a:prstGeom>
          <a:solidFill>
            <a:srgbClr val="7B2532">
              <a:alpha val="6000"/>
            </a:srgbClr>
          </a:solidFill>
          <a:ln w="127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6731000" y="2032000"/>
            <a:ext cx="444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Bob 自己生成 </a:t>
            </a:r>
            <a:r>
              <a:rPr lang="en-US" sz="16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K'</a:t>
            </a: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，知道对应私钥 </a:t>
            </a:r>
            <a:r>
              <a:rPr lang="en-US" sz="16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k'</a:t>
            </a:r>
            <a:endParaRPr lang="en-US" sz="12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Bob 把 </a:t>
            </a:r>
            <a:r>
              <a:rPr lang="en-US" sz="16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K'</a:t>
            </a: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发给 Alice（卖家）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Alice 以为是正常挑战，帮助生成证明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Alice 实际上把 Insurance Secret 编码进Bob 可以解密的 ciphertext 中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</a:t>
            </a:r>
            <a:r>
              <a:rPr lang="en-US" sz="16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Bob + k' → Insurance Secret</a:t>
            </a:r>
            <a:endParaRPr lang="en-US" sz="1600" b="1" i="0" u="none" strike="noStrike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7B2532">
              <a:alpha val="12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4864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Helping Buyer ≈ Giving Away Secret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75945" y="484505"/>
            <a:ext cx="109728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为什么只有买家能触发 Trapdoor？</a:t>
            </a:r>
            <a:endParaRPr sz="2500" b="1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Rounded Rectangle 4"/>
          <p:cNvSpPr/>
          <p:nvPr/>
        </p:nvSpPr>
        <p:spPr>
          <a:xfrm>
            <a:off x="2743200" y="1289050"/>
            <a:ext cx="6702552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2743200" y="1398778"/>
            <a:ext cx="6702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</a:rPr>
              <a:t>K = d·G₀    ∨    pk_Id = d·G₁</a:t>
            </a:r>
            <a:endParaRPr sz="2000" b="1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9" name="Rounded Rectangle 7"/>
          <p:cNvSpPr/>
          <p:nvPr>
            <p:custDataLst>
              <p:tags r:id="rId1"/>
            </p:custDataLst>
          </p:nvPr>
        </p:nvSpPr>
        <p:spPr>
          <a:xfrm>
            <a:off x="457200" y="2353310"/>
            <a:ext cx="5486400" cy="2834640"/>
          </a:xfrm>
          <a:prstGeom prst="roundRect">
            <a:avLst/>
          </a:prstGeom>
          <a:solidFill>
            <a:srgbClr val="DCE8DC"/>
          </a:solidFill>
          <a:ln w="25400">
            <a:solidFill>
              <a:srgbClr val="4C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6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0" name="TextBox 8"/>
          <p:cNvSpPr txBox="1"/>
          <p:nvPr>
            <p:custDataLst>
              <p:tags r:id="rId2"/>
            </p:custDataLst>
          </p:nvPr>
        </p:nvSpPr>
        <p:spPr>
          <a:xfrm>
            <a:off x="640080" y="2472182"/>
            <a:ext cx="51206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Verifier 只能使用第一条分支</a:t>
            </a:r>
            <a:endParaRPr sz="1600" b="1">
              <a:solidFill>
                <a:srgbClr val="4C7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1" name="Connector 9"/>
          <p:cNvCxnSpPr/>
          <p:nvPr>
            <p:custDataLst>
              <p:tags r:id="rId3"/>
            </p:custDataLst>
          </p:nvPr>
        </p:nvCxnSpPr>
        <p:spPr>
          <a:xfrm>
            <a:off x="640080" y="2837942"/>
            <a:ext cx="5120640" cy="0"/>
          </a:xfrm>
          <a:prstGeom prst="line">
            <a:avLst/>
          </a:prstGeom>
          <a:ln w="12700">
            <a:solidFill>
              <a:srgbClr val="B4B4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0"/>
          <p:cNvSpPr txBox="1"/>
          <p:nvPr>
            <p:custDataLst>
              <p:tags r:id="rId4"/>
            </p:custDataLst>
          </p:nvPr>
        </p:nvSpPr>
        <p:spPr>
          <a:xfrm>
            <a:off x="640080" y="2929382"/>
            <a:ext cx="5120640" cy="1455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Client 首先提交身份公钥 pk_Id。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Verifier 不知道对应的身份秘密 sk_Id。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因此，Verifier 只能选择：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K = k·G₀  并证明自己知道 k。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但系统使用 G₁ 作为 ElGamal 加密生成元。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知道 K 关于 G₀ 的离散对数，并不能得到它关于 G₁ 的解密密钥。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Rounded Rectangle 11"/>
          <p:cNvSpPr/>
          <p:nvPr>
            <p:custDataLst>
              <p:tags r:id="rId5"/>
            </p:custDataLst>
          </p:nvPr>
        </p:nvSpPr>
        <p:spPr>
          <a:xfrm>
            <a:off x="640080" y="4822190"/>
            <a:ext cx="5120640" cy="320040"/>
          </a:xfrm>
          <a:prstGeom prst="roundRect">
            <a:avLst/>
          </a:prstGeom>
          <a:solidFill>
            <a:srgbClr val="D2E6D7"/>
          </a:solidFill>
          <a:ln w="12700">
            <a:solidFill>
              <a:srgbClr val="4C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6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TextBox 12"/>
          <p:cNvSpPr txBox="1"/>
          <p:nvPr>
            <p:custDataLst>
              <p:tags r:id="rId6"/>
            </p:custDataLst>
          </p:nvPr>
        </p:nvSpPr>
        <p:spPr>
          <a:xfrm>
            <a:off x="640080" y="4867910"/>
            <a:ext cx="512064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K = k·G₀  ⇒  可证明合法，但不可用于解密</a:t>
            </a:r>
            <a:endParaRPr sz="1200" b="1">
              <a:solidFill>
                <a:srgbClr val="4C7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Rounded Rectangle 13"/>
          <p:cNvSpPr/>
          <p:nvPr>
            <p:custDataLst>
              <p:tags r:id="rId7"/>
            </p:custDataLst>
          </p:nvPr>
        </p:nvSpPr>
        <p:spPr>
          <a:xfrm>
            <a:off x="6245352" y="2353310"/>
            <a:ext cx="5486400" cy="2834640"/>
          </a:xfrm>
          <a:prstGeom prst="roundRect">
            <a:avLst/>
          </a:prstGeom>
          <a:solidFill>
            <a:srgbClr val="F0E1E4"/>
          </a:solidFill>
          <a:ln w="25400">
            <a:solidFill>
              <a:srgbClr val="7B2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6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4"/>
          <p:cNvSpPr txBox="1"/>
          <p:nvPr>
            <p:custDataLst>
              <p:tags r:id="rId8"/>
            </p:custDataLst>
          </p:nvPr>
        </p:nvSpPr>
        <p:spPr>
          <a:xfrm>
            <a:off x="6428232" y="2472182"/>
            <a:ext cx="51206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Buyer 可以使用第二条分支</a:t>
            </a:r>
            <a:endParaRPr sz="1600" b="1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7" name="Connector 15"/>
          <p:cNvCxnSpPr/>
          <p:nvPr>
            <p:custDataLst>
              <p:tags r:id="rId9"/>
            </p:custDataLst>
          </p:nvPr>
        </p:nvCxnSpPr>
        <p:spPr>
          <a:xfrm>
            <a:off x="6428232" y="2837942"/>
            <a:ext cx="5120640" cy="0"/>
          </a:xfrm>
          <a:prstGeom prst="line">
            <a:avLst/>
          </a:prstGeom>
          <a:ln w="12700">
            <a:solidFill>
              <a:srgbClr val="B4B4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6"/>
          <p:cNvSpPr txBox="1"/>
          <p:nvPr>
            <p:custDataLst>
              <p:tags r:id="rId10"/>
            </p:custDataLst>
          </p:nvPr>
        </p:nvSpPr>
        <p:spPr>
          <a:xfrm>
            <a:off x="6428232" y="292938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Buyer 拥有自己的身份</a:t>
            </a:r>
            <a:r>
              <a:rPr lang="zh-CN"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密钥</a:t>
            </a: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sk_Id。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Buyer 生成一对真正可解密的密钥：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K' = k'·G₁，知道对应的解密密钥 k'。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K' 不满足第一条分支，但 Buyer 利用：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pk_Id = sk_Id·G₁  生成合法 OR 零知识证明。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Buyer 将原 K 和证明替换为 K' 和新证明。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Vendor 若继续协助，Buyer 就能用 k' 解密各 Secret chunk。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Rounded Rectangle 17"/>
          <p:cNvSpPr/>
          <p:nvPr>
            <p:custDataLst>
              <p:tags r:id="rId11"/>
            </p:custDataLst>
          </p:nvPr>
        </p:nvSpPr>
        <p:spPr>
          <a:xfrm>
            <a:off x="6428232" y="4822190"/>
            <a:ext cx="5120640" cy="320040"/>
          </a:xfrm>
          <a:prstGeom prst="roundRect">
            <a:avLst/>
          </a:prstGeom>
          <a:solidFill>
            <a:srgbClr val="F0D7DC"/>
          </a:solidFill>
          <a:ln w="12700">
            <a:solidFill>
              <a:srgbClr val="7B2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6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8"/>
          <p:cNvSpPr txBox="1"/>
          <p:nvPr>
            <p:custDataLst>
              <p:tags r:id="rId12"/>
            </p:custDataLst>
          </p:nvPr>
        </p:nvSpPr>
        <p:spPr>
          <a:xfrm>
            <a:off x="6428232" y="4867910"/>
            <a:ext cx="512064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K' = k'·G₁  ⇒  可证明合法，也可以解密</a:t>
            </a:r>
            <a:endParaRPr sz="1200" b="1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Rectangle 19"/>
          <p:cNvSpPr/>
          <p:nvPr/>
        </p:nvSpPr>
        <p:spPr>
          <a:xfrm>
            <a:off x="457200" y="5462270"/>
            <a:ext cx="11274552" cy="502920"/>
          </a:xfrm>
          <a:prstGeom prst="rect">
            <a:avLst/>
          </a:prstGeom>
          <a:solidFill>
            <a:srgbClr val="2A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6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457200" y="5553710"/>
            <a:ext cx="112745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Buyer 可偷 = k' + sk_Id        |        Verifier 不能偷 = 缺少 sk_Id</a:t>
            </a:r>
            <a:endParaRPr sz="1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44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技术实现：如何既能“偷”，又不暴露秘密？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3429000" cy="2921000"/>
          </a:xfrm>
          <a:prstGeom prst="roundRect">
            <a:avLst>
              <a:gd name="adj" fmla="val 4347"/>
            </a:avLst>
          </a:prstGeom>
          <a:solidFill>
            <a:srgbClr val="2A2D30">
              <a:alpha val="5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24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15875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Exponential ElGamal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02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222500"/>
            <a:ext cx="304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作用：把 Insurance Secret 加密进去，同时方便与零知识证明结合。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使用指数 ElGamal 密码系统，与构造中使用的 Schnorr 风格零知识证明非常契合。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81500" y="1333500"/>
            <a:ext cx="3429000" cy="2921000"/>
          </a:xfrm>
          <a:prstGeom prst="roundRect">
            <a:avLst>
              <a:gd name="adj" fmla="val 4347"/>
            </a:avLst>
          </a:prstGeom>
          <a:solidFill>
            <a:srgbClr val="7B2532">
              <a:alpha val="6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72000" y="1524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143500" y="15875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Secret Chunking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02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2222500"/>
            <a:ext cx="304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问题：解密后得到 xG 而不是直接得到 x。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 x 是完整的高熵私钥，无法通过离散对数恢复。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解决：把 Secret 拆成 x1, x2, ..., xL，每块都比较小，再分别恢复。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01000" y="1333500"/>
            <a:ext cx="3429000" cy="2921000"/>
          </a:xfrm>
          <a:prstGeom prst="roundRect">
            <a:avLst>
              <a:gd name="adj" fmla="val 4347"/>
            </a:avLst>
          </a:prstGeom>
          <a:solidFill>
            <a:srgbClr val="2A2D30">
              <a:alpha val="5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91500" y="1524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763000" y="15875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Range Proof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02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2222500"/>
            <a:ext cx="3048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需要证明：每一个 xi 确实在合法范围内，而且这些块确实组成原来的 Insurance Secret。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作者考虑两种方案：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Bulletproof++</a:t>
            </a: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和 </a:t>
            </a:r>
            <a:r>
              <a:rPr lang="en-US" sz="1300" b="1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Groth16 zk-SNARK</a:t>
            </a:r>
            <a:endParaRPr lang="en-US" sz="1300" b="1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46355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2A2D30">
              <a:alpha val="6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48260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作者解决了"如何偷偷提取秘密，同时又不让秘密直接暴露"的密码学实现问题。</a:t>
            </a:r>
            <a:endParaRPr lang="en-US" sz="1500" b="0" i="0" u="none" strike="noStrike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44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ATB 提供哪些安全保证？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4C7A5A">
              <a:alpha val="8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1587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Correctness</a:t>
            </a:r>
            <a:endParaRPr lang="en-US" sz="1100"/>
          </a:p>
        </p:txBody>
      </p:sp>
      <p:cxnSp>
        <p:nvCxnSpPr>
          <p:cNvPr id="6" name="Connector 6"/>
          <p:cNvCxnSpPr/>
          <p:nvPr>
            <p:custDataLst>
              <p:tags r:id="rId3"/>
            </p:custDataLst>
          </p:nvPr>
        </p:nvCxnSpPr>
        <p:spPr>
          <a:xfrm rot="-9291">
            <a:off x="1016009" y="202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184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正常用户正常兑换时，Verifier 接受。</a:t>
            </a:r>
            <a:endParaRPr lang="en-US" sz="12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系统在没有攻击的情况下能正常工作。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223000" y="13970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2A2D30">
              <a:alpha val="5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477000" y="1587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Accountability</a:t>
            </a:r>
            <a:endParaRPr lang="en-US" sz="1100"/>
          </a:p>
        </p:txBody>
      </p:sp>
      <p:cxnSp>
        <p:nvCxnSpPr>
          <p:cNvPr id="10" name="Connector 10"/>
          <p:cNvCxnSpPr/>
          <p:nvPr>
            <p:custDataLst>
              <p:tags r:id="rId7"/>
            </p:custDataLst>
          </p:nvPr>
        </p:nvCxnSpPr>
        <p:spPr>
          <a:xfrm rot="-9291">
            <a:off x="6477009" y="202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6477000" y="2184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 Token 被双花，两个不同的 Pseudonym 可以被链接。</a:t>
            </a:r>
            <a:endParaRPr lang="en-US" sz="12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防止同一个 Token 被重复使用。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62000" y="34925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2A2D30">
              <a:alpha val="5000"/>
            </a:srgbClr>
          </a:solidFill>
          <a:ln w="254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1016000" y="368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Unlinkability</a:t>
            </a:r>
            <a:endParaRPr lang="en-US" sz="2400" b="1" i="0" u="none" strike="noStrike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>
            <p:custDataLst>
              <p:tags r:id="rId11"/>
            </p:custDataLst>
          </p:nvPr>
        </p:nvCxnSpPr>
        <p:spPr>
          <a:xfrm rot="-9291">
            <a:off x="1016009" y="412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1016000" y="42799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同一个用户多次兑换之间不可链接。</a:t>
            </a:r>
            <a:endParaRPr lang="en-US" sz="12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Verifier 无法知道两次兑换来自同一个人。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6223000" y="34925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7B2532">
              <a:alpha val="10000"/>
            </a:srgbClr>
          </a:solidFill>
          <a:ln w="381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6477000" y="368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Betrayability</a:t>
            </a:r>
            <a:endParaRPr lang="en-US" sz="2400" b="1" i="0" u="none" strike="noStrike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>
            <p:custDataLst>
              <p:tags r:id="rId15"/>
            </p:custDataLst>
          </p:nvPr>
        </p:nvCxnSpPr>
        <p:spPr>
          <a:xfrm rot="-9291">
            <a:off x="6477009" y="412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6477000" y="42799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如果买家把 Token 卖给第三方，且第三方继续帮买家完成 Redemption，买家可以提取 Insurance Secret。</a:t>
            </a:r>
            <a:endParaRPr lang="en-US" sz="16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651500"/>
            <a:ext cx="10668000" cy="571500"/>
          </a:xfrm>
          <a:prstGeom prst="roundRect">
            <a:avLst>
              <a:gd name="adj" fmla="val 0"/>
            </a:avLst>
          </a:prstGeom>
          <a:solidFill>
            <a:srgbClr val="7B2532">
              <a:alpha val="8000"/>
            </a:srgbClr>
          </a:solidFill>
          <a:ln w="127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7785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前三个是匿名 Token 本来就需要的性质，Betrayability 是本文新增的核心性质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457200" y="432435"/>
            <a:ext cx="109728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安全代价：为什么需要 Pseudonym？</a:t>
            </a:r>
            <a:endParaRPr sz="2800" b="1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Rounded Rectangle 3"/>
          <p:cNvSpPr/>
          <p:nvPr/>
        </p:nvSpPr>
        <p:spPr>
          <a:xfrm>
            <a:off x="457200" y="1408430"/>
            <a:ext cx="5486400" cy="2103120"/>
          </a:xfrm>
          <a:prstGeom prst="roundRect">
            <a:avLst/>
          </a:prstGeom>
          <a:solidFill>
            <a:srgbClr val="DCE8DC"/>
          </a:solidFill>
          <a:ln w="25400">
            <a:solidFill>
              <a:srgbClr val="4C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40080" y="154559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</a:rPr>
              <a:t>引入身份密钥的原因</a:t>
            </a:r>
            <a:endParaRPr sz="1600" b="1">
              <a:solidFill>
                <a:srgbClr val="4C7A5A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cxnSp>
        <p:nvCxnSpPr>
          <p:cNvPr id="7" name="Connector 5"/>
          <p:cNvCxnSpPr/>
          <p:nvPr/>
        </p:nvCxnSpPr>
        <p:spPr>
          <a:xfrm>
            <a:off x="640080" y="1911350"/>
            <a:ext cx="5120640" cy="0"/>
          </a:xfrm>
          <a:prstGeom prst="line">
            <a:avLst/>
          </a:prstGeom>
          <a:ln w="12700">
            <a:solidFill>
              <a:srgbClr val="B4B4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6"/>
          <p:cNvSpPr txBox="1"/>
          <p:nvPr/>
        </p:nvSpPr>
        <p:spPr>
          <a:xfrm>
            <a:off x="640080" y="2021078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每个 Client 拥有身份密钥对：</a:t>
            </a:r>
            <a:endParaRPr sz="13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(sk_Id,  pk_Id)</a:t>
            </a:r>
            <a:endParaRPr sz="13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Redemption 阶段提交身份公钥 pk_Id。</a:t>
            </a:r>
            <a:endParaRPr sz="13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Trapdoor 能力与身份秘密 sk_Id 绑定。</a:t>
            </a:r>
            <a:endParaRPr sz="13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Verifier 不知道 sk_Id，因此不能模拟 Buyer 窃取正常用户的 Insurance Secret。</a:t>
            </a:r>
            <a:endParaRPr sz="13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6245352" y="1408430"/>
            <a:ext cx="5486400" cy="2103120"/>
          </a:xfrm>
          <a:prstGeom prst="roundRect">
            <a:avLst/>
          </a:prstGeom>
          <a:solidFill>
            <a:srgbClr val="F0E1E4"/>
          </a:solidFill>
          <a:ln w="25400">
            <a:solidFill>
              <a:srgbClr val="7B2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428232" y="154559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</a:rPr>
              <a:t>匿名性上的取舍</a:t>
            </a:r>
            <a:endParaRPr sz="1600" b="1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cxnSp>
        <p:nvCxnSpPr>
          <p:cNvPr id="11" name="Connector 9"/>
          <p:cNvCxnSpPr/>
          <p:nvPr/>
        </p:nvCxnSpPr>
        <p:spPr>
          <a:xfrm>
            <a:off x="6428232" y="1911350"/>
            <a:ext cx="5120640" cy="0"/>
          </a:xfrm>
          <a:prstGeom prst="line">
            <a:avLst/>
          </a:prstGeom>
          <a:ln w="12700">
            <a:solidFill>
              <a:srgbClr val="B4B4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0"/>
          <p:cNvSpPr txBox="1"/>
          <p:nvPr/>
        </p:nvSpPr>
        <p:spPr>
          <a:xfrm>
            <a:off x="6428232" y="2021078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Token 的 Issuance 与 Redemption 仍然不可关联；</a:t>
            </a:r>
            <a:endParaRPr sz="13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但 Redemption 会与某个 pseudonym 绑定；</a:t>
            </a:r>
            <a:endParaRPr sz="13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用户可以针对不同服务使用不同 pseudonym；</a:t>
            </a:r>
            <a:endParaRPr sz="13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相比完全匿名 Token，身份不可关联性有所降低。</a:t>
            </a:r>
            <a:endParaRPr sz="13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457200" y="3740150"/>
            <a:ext cx="5637276" cy="384048"/>
          </a:xfrm>
          <a:prstGeom prst="rect">
            <a:avLst/>
          </a:prstGeom>
          <a:solidFill>
            <a:srgbClr val="4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4" name="Rectangle 12"/>
          <p:cNvSpPr/>
          <p:nvPr/>
        </p:nvSpPr>
        <p:spPr>
          <a:xfrm>
            <a:off x="6094476" y="3740150"/>
            <a:ext cx="5637276" cy="384048"/>
          </a:xfrm>
          <a:prstGeom prst="rect">
            <a:avLst/>
          </a:prstGeom>
          <a:solidFill>
            <a:srgbClr val="7B2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457200" y="380415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仍然保留</a:t>
            </a:r>
            <a:endParaRPr sz="14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6094476" y="3804158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有所牺牲</a:t>
            </a:r>
            <a:endParaRPr sz="14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Rectangle 15"/>
          <p:cNvSpPr/>
          <p:nvPr/>
        </p:nvSpPr>
        <p:spPr>
          <a:xfrm>
            <a:off x="457200" y="4124198"/>
            <a:ext cx="11274552" cy="38404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TextBox 16"/>
          <p:cNvSpPr txBox="1"/>
          <p:nvPr/>
        </p:nvSpPr>
        <p:spPr>
          <a:xfrm>
            <a:off x="731520" y="4197350"/>
            <a:ext cx="50886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✓  Issuance 与 Redemption 不可关联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6368796" y="4197350"/>
            <a:ext cx="50886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✕  Redemption 与 pseudonym 绑定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Rectangle 18"/>
          <p:cNvSpPr/>
          <p:nvPr/>
        </p:nvSpPr>
        <p:spPr>
          <a:xfrm>
            <a:off x="457200" y="4508246"/>
            <a:ext cx="11274552" cy="384048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31520" y="4581398"/>
            <a:ext cx="50886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✓  Issuer 看不到最终 Token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6368796" y="4581398"/>
            <a:ext cx="50886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✕  相同 pseudonym 的使用可能被识别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Rectangle 21"/>
          <p:cNvSpPr/>
          <p:nvPr/>
        </p:nvSpPr>
        <p:spPr>
          <a:xfrm>
            <a:off x="457200" y="4892294"/>
            <a:ext cx="11274552" cy="384048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2"/>
          <p:cNvSpPr txBox="1"/>
          <p:nvPr/>
        </p:nvSpPr>
        <p:spPr>
          <a:xfrm>
            <a:off x="731520" y="4965446"/>
            <a:ext cx="50886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✓  可为不同服务使用不同 pseudonym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TextBox 23"/>
          <p:cNvSpPr txBox="1"/>
          <p:nvPr/>
        </p:nvSpPr>
        <p:spPr>
          <a:xfrm>
            <a:off x="6368796" y="4965446"/>
            <a:ext cx="50886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✕  不再适合完全无身份的使用场景</a:t>
            </a:r>
            <a:endParaRPr sz="1200" b="0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Rectangle 24"/>
          <p:cNvSpPr/>
          <p:nvPr/>
        </p:nvSpPr>
        <p:spPr>
          <a:xfrm>
            <a:off x="457200" y="5523230"/>
            <a:ext cx="11274552" cy="502920"/>
          </a:xfrm>
          <a:prstGeom prst="rect">
            <a:avLst/>
          </a:prstGeom>
          <a:solidFill>
            <a:srgbClr val="2A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457200" y="561467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ATB 用有限的身份可识别性，换取对恶意 Verifier 和 Vendor-Buyer 串谋的抵抗能力</a:t>
            </a:r>
            <a:endParaRPr sz="14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44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四个方案变体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714500"/>
          <a:ext cx="10668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39310"/>
                <a:gridCol w="2942897"/>
                <a:gridCol w="2942896"/>
                <a:gridCol w="2942897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Range Proof 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SzTx/>
                        <a:buNone/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设计取舍</a:t>
                      </a:r>
                      <a:endParaRPr lang="en-US" sz="14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90000"/>
                      </a:srgbClr>
                    </a:solidFill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Req-BP++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Bulletproof++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Issuance 阶段做 Range Proof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SzTx/>
                        <a:buNone/>
                        <a:defRPr/>
                      </a:pPr>
                      <a:r>
                        <a:rPr lang="en-US" sz="1300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发行较重，兑换较轻</a:t>
                      </a:r>
                      <a:endParaRPr lang="en-US" sz="1300">
                        <a:solidFill>
                          <a:srgbClr val="3A3A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Red-BP++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Bulletproof++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Redemption 阶段做 Range Proof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SzTx/>
                        <a:buNone/>
                        <a:defRPr/>
                      </a:pPr>
                      <a:r>
                        <a:rPr lang="en-US" sz="1300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兑换较重</a:t>
                      </a:r>
                      <a:endParaRPr lang="en-US" sz="1300">
                        <a:solidFill>
                          <a:srgbClr val="3A3A3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Req-SNARK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Groth16 zk-SNARK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Issuance 阶段做 Range Proof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通信量低，计算较慢</a:t>
                      </a:r>
                      <a:endParaRPr lang="en-US" alt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Red-SNARK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Groth16 zk-SNARK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Redemption 阶段做 Range Proof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300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兑换计算开销最高</a:t>
                      </a:r>
                      <a:endParaRPr lang="en-US" alt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0005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实验环境与参数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445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A2D30">
              <a:alpha val="5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46355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实现语言：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Rust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处理器：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Intel Core i7-1360P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内存：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 GB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4635500"/>
            <a:ext cx="482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重复次数：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每个配置 100 次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Secret 分块数 L：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4, 8, 16, 32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测量阶段：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Issuance + Redemption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6159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实验测量 Issuance 和 Redemption 两个阶段的运行时间，对比不同 Range Proof 方案和不同分块数 L 的性能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44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Redemption 运行时间（Bulletproof++）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70000" y="4191000"/>
            <a:ext cx="762000" cy="508000"/>
          </a:xfrm>
          <a:prstGeom prst="roundRect">
            <a:avLst>
              <a:gd name="adj" fmla="val 0"/>
            </a:avLst>
          </a:prstGeom>
          <a:solidFill>
            <a:srgbClr val="4C7A5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39370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42ms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47625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L=4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413000" y="4013200"/>
            <a:ext cx="762000" cy="685800"/>
          </a:xfrm>
          <a:prstGeom prst="roundRect">
            <a:avLst>
              <a:gd name="adj" fmla="val 0"/>
            </a:avLst>
          </a:prstGeom>
          <a:solidFill>
            <a:srgbClr val="4C7A5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413000" y="37592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58ms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413000" y="47625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L=8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3556000"/>
            <a:ext cx="762000" cy="1143000"/>
          </a:xfrm>
          <a:prstGeom prst="roundRect">
            <a:avLst>
              <a:gd name="adj" fmla="val 0"/>
            </a:avLst>
          </a:prstGeom>
          <a:solidFill>
            <a:srgbClr val="4C7A5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56000" y="33020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95ms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556000" y="47625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L=16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794000"/>
            <a:ext cx="762000" cy="1905000"/>
          </a:xfrm>
          <a:prstGeom prst="roundRect">
            <a:avLst>
              <a:gd name="adj" fmla="val 0"/>
            </a:avLst>
          </a:prstGeom>
          <a:solidFill>
            <a:srgbClr val="7B2532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99000" y="25400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170ms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47625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L=32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143500"/>
            <a:ext cx="558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Baseline PV-NTAT: &lt;9ms（无 Betrayability）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1206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关键数据对比</a:t>
            </a:r>
            <a:endParaRPr lang="en-US" sz="1100"/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6604000" y="1651000"/>
          <a:ext cx="4826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1270000"/>
                <a:gridCol w="1778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Betrayability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9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PV-NTAT (Baseline)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&lt;9ms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7B25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本文 BP++ L=4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&lt;50ms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本文 BP++ L=8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~58ms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本文 SNARK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证明慢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AutoShape 20"/>
          <p:cNvSpPr/>
          <p:nvPr/>
        </p:nvSpPr>
        <p:spPr>
          <a:xfrm>
            <a:off x="762000" y="5588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4C7A5A">
              <a:alpha val="1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715000"/>
            <a:ext cx="1016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Baseline PV-NTAT </a:t>
            </a:r>
            <a:r>
              <a:rPr lang="en-US" sz="15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&lt;9ms</a:t>
            </a:r>
            <a:r>
              <a:rPr lang="en-US" sz="15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但无法抵抗 Vendor-aided；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本文 Bulletproof++ L=4 </a:t>
            </a:r>
            <a:r>
              <a:rPr lang="en-US" sz="15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&lt;50ms</a:t>
            </a:r>
            <a:r>
              <a:rPr lang="en-US" sz="1500" b="0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即获得 Betrayability</a:t>
            </a:r>
            <a:endParaRPr lang="en-US" sz="1500" b="0" i="0" u="none" strike="noStrike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44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性能权衡：Proof Size vs Proving Time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333500"/>
            <a:ext cx="5207000" cy="2921000"/>
          </a:xfrm>
          <a:prstGeom prst="roundRect">
            <a:avLst>
              <a:gd name="adj" fmla="val 4166"/>
            </a:avLst>
          </a:prstGeom>
          <a:solidFill>
            <a:srgbClr val="4C7A5A">
              <a:alpha val="8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15240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Bulletproof++</a:t>
            </a:r>
            <a:endParaRPr lang="en-US" sz="1100"/>
          </a:p>
        </p:txBody>
      </p:sp>
      <p:cxnSp>
        <p:nvCxnSpPr>
          <p:cNvPr id="6" name="Connector 6"/>
          <p:cNvCxnSpPr/>
          <p:nvPr>
            <p:custDataLst>
              <p:tags r:id="rId3"/>
            </p:custDataLst>
          </p:nvPr>
        </p:nvCxnSpPr>
        <p:spPr>
          <a:xfrm rot="-9291">
            <a:off x="1016009" y="202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2225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Proof Size：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736 Bytes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证明时间：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 L 增长（对数级）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验证时间：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Trusted Setup：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不需要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优势：无需可信设置，验证快</a:t>
            </a:r>
            <a:endParaRPr lang="en-US" sz="1400" b="1" i="0" u="none" strike="noStrike">
              <a:solidFill>
                <a:srgbClr val="4C7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223000" y="1333500"/>
            <a:ext cx="5207000" cy="2921000"/>
          </a:xfrm>
          <a:prstGeom prst="roundRect">
            <a:avLst>
              <a:gd name="adj" fmla="val 4166"/>
            </a:avLst>
          </a:prstGeom>
          <a:solidFill>
            <a:srgbClr val="7B2532">
              <a:alpha val="6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477000" y="15240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Groth16 zk-SNARK</a:t>
            </a:r>
            <a:endParaRPr lang="en-US" sz="1100"/>
          </a:p>
        </p:txBody>
      </p:sp>
      <p:cxnSp>
        <p:nvCxnSpPr>
          <p:cNvPr id="10" name="Connector 10"/>
          <p:cNvCxnSpPr/>
          <p:nvPr>
            <p:custDataLst>
              <p:tags r:id="rId7"/>
            </p:custDataLst>
          </p:nvPr>
        </p:nvCxnSpPr>
        <p:spPr>
          <a:xfrm rot="-9291">
            <a:off x="6477009" y="202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6477000" y="22225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Proof Size：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288 Bytes（更小）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证明时间：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更慢（需要预计算）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验证时间：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极快（常数时间）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Trusted Setup：</a:t>
            </a: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需要（每电路一次）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劣势：需要可信设置，证明生成慢</a:t>
            </a:r>
            <a:endParaRPr lang="en-US" sz="1400" b="1" i="0" u="none" strike="noStrike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3688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优化策略：把 Range Proof 放到 Issuance 阶段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8133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2A2D30">
              <a:alpha val="5000"/>
            </a:srgbClr>
          </a:solidFill>
          <a:ln w="12700" cap="flat" cmpd="sng">
            <a:solidFill>
              <a:srgbClr val="6B6B6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9657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Issuance 是低频操作（用户偶尔获取 Token），Redemption 是高频操作（每次使用服务）。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把计算密集的 Range Proof 移到 Issuance 阶段，可以显著降低 Redemption 延迟。</a:t>
            </a:r>
            <a:endParaRPr lang="en-US" sz="14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8928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4C7A5A">
              <a:alpha val="12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9817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推荐方案：Bulletproof++ + Issuance 阶段证明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44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与已有工作总体对比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397000"/>
          <a:ext cx="10668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/>
                <a:gridCol w="2540000"/>
                <a:gridCol w="2540000"/>
                <a:gridCol w="2540000"/>
              </a:tblGrid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能力维度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普通匿名 Token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NTAT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ATB（本文）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90000"/>
                      </a:srgbClr>
                    </a:solidFill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匿名性 / 不可链接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5000"/>
                      </a:srgbClr>
                    </a:solidFill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不可转让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7B25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5000"/>
                      </a:srgbClr>
                    </a:solidFill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抵抗 Vendor-aided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7B25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7B25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5000"/>
                      </a:srgbClr>
                    </a:solidFill>
                  </a:tcPr>
                </a:tc>
              </a:tr>
              <a:tr h="711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实现机制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盲签名 / BBS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A3A3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绑定设备 / 身份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7B25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Betrayability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520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7B2532">
              <a:alpha val="10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3594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7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核心提升是威胁模型，而非速度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7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ATB 首次在密码学层面解决了 Vendor-aided Token 转让问题</a:t>
            </a:r>
            <a:endParaRPr lang="en-US" sz="1700" b="1" i="0" u="none" strike="noStrike">
              <a:solidFill>
                <a:srgbClr val="7B25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6184900"/>
            <a:ext cx="1066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NTAT = Non-transferable Anonymous Token；ATB = Anonymous Token with Betrayability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64185"/>
            <a:ext cx="10668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贡献、局限与总结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143000"/>
            <a:ext cx="520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主要贡献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494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4C7A5A">
              <a:alpha val="6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4699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提出 </a:t>
            </a:r>
            <a:r>
              <a:rPr lang="en-US" sz="13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Betrayability</a:t>
            </a: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新概念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构造 ATB 方案，首次抵抗 Vendor-aided 转让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给出 Correctness / Accountability / Unlinkability / Betrayability 的完整安全证明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原型实现与实验验证，性能开销可接受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143000"/>
            <a:ext cx="520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49400"/>
            <a:ext cx="5207000" cy="2540000"/>
          </a:xfrm>
          <a:prstGeom prst="roundRect">
            <a:avLst>
              <a:gd name="adj" fmla="val 4000"/>
            </a:avLst>
          </a:prstGeom>
          <a:solidFill>
            <a:srgbClr val="7B2532">
              <a:alpha val="5000"/>
            </a:srgbClr>
          </a:solidFill>
          <a:ln w="127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714500"/>
            <a:ext cx="4699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依赖 </a:t>
            </a:r>
            <a:r>
              <a:rPr lang="en-US" sz="13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 RSA 假设</a:t>
            </a: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（或 q-type 假设）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Redemption 需要 </a:t>
            </a:r>
            <a:r>
              <a:rPr lang="en-US" sz="13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三消息交互</a:t>
            </a: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，非单次请求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Insurance Secret 若被用户主动丢弃，则无法追责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3A3A3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Secret Chunking 的分块数 L 影响安全性与性能权衡</a:t>
            </a:r>
            <a:endParaRPr lang="en-US" sz="1300" b="0" i="0" u="none" strike="noStrike">
              <a:solidFill>
                <a:srgbClr val="3A3A3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381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A2D30">
              <a:alpha val="8000"/>
            </a:srgbClr>
          </a:solidFill>
          <a:ln w="25400" cap="flat" cmpd="sng">
            <a:solidFill>
              <a:srgbClr val="2A2D3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5466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不是阻止作弊者合作，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2A2D3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而是让作弊者之间无法建立信任</a:t>
            </a:r>
            <a:endParaRPr lang="en-US" sz="1800" b="1" i="0" u="none" strike="noStrike">
              <a:solidFill>
                <a:srgbClr val="2A2D3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524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7B2532">
              <a:alpha val="12000"/>
            </a:srgbClr>
          </a:solidFill>
          <a:ln w="25400" cap="flat" cmpd="sng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689600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B25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Vendor Assistance ⇒ Risk of Losing Insurance Secret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376805" y="3233420"/>
            <a:ext cx="805624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</a:rPr>
              <a:t>感谢各位老师的聆听</a:t>
            </a:r>
            <a:endParaRPr lang="zh-CN" altLang="en-US" sz="6600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grpSp>
        <p:nvGrpSpPr>
          <p:cNvPr id="13" name="7ff02aee-71f8-4a67-9b90-d833328db15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4403725" y="2066290"/>
            <a:ext cx="3192145" cy="949325"/>
            <a:chOff x="2893999" y="2478437"/>
            <a:chExt cx="6404004" cy="1904297"/>
          </a:xfrm>
          <a:solidFill>
            <a:schemeClr val="accent1"/>
          </a:solidFill>
        </p:grpSpPr>
        <p:sp>
          <p:nvSpPr>
            <p:cNvPr id="14" name="íSlïďé"/>
            <p:cNvSpPr/>
            <p:nvPr/>
          </p:nvSpPr>
          <p:spPr bwMode="auto">
            <a:xfrm>
              <a:off x="5051845" y="2527651"/>
              <a:ext cx="4246158" cy="1423945"/>
            </a:xfrm>
            <a:custGeom>
              <a:avLst/>
              <a:gdLst>
                <a:gd name="T0" fmla="*/ 1784 w 1911"/>
                <a:gd name="T1" fmla="*/ 421 h 640"/>
                <a:gd name="T2" fmla="*/ 1734 w 1911"/>
                <a:gd name="T3" fmla="*/ 518 h 640"/>
                <a:gd name="T4" fmla="*/ 1699 w 1911"/>
                <a:gd name="T5" fmla="*/ 549 h 640"/>
                <a:gd name="T6" fmla="*/ 1646 w 1911"/>
                <a:gd name="T7" fmla="*/ 453 h 640"/>
                <a:gd name="T8" fmla="*/ 20 w 1911"/>
                <a:gd name="T9" fmla="*/ 363 h 640"/>
                <a:gd name="T10" fmla="*/ 278 w 1911"/>
                <a:gd name="T11" fmla="*/ 203 h 640"/>
                <a:gd name="T12" fmla="*/ 337 w 1911"/>
                <a:gd name="T13" fmla="*/ 233 h 640"/>
                <a:gd name="T14" fmla="*/ 326 w 1911"/>
                <a:gd name="T15" fmla="*/ 312 h 640"/>
                <a:gd name="T16" fmla="*/ 320 w 1911"/>
                <a:gd name="T17" fmla="*/ 385 h 640"/>
                <a:gd name="T18" fmla="*/ 277 w 1911"/>
                <a:gd name="T19" fmla="*/ 510 h 640"/>
                <a:gd name="T20" fmla="*/ 308 w 1911"/>
                <a:gd name="T21" fmla="*/ 532 h 640"/>
                <a:gd name="T22" fmla="*/ 206 w 1911"/>
                <a:gd name="T23" fmla="*/ 565 h 640"/>
                <a:gd name="T24" fmla="*/ 255 w 1911"/>
                <a:gd name="T25" fmla="*/ 386 h 640"/>
                <a:gd name="T26" fmla="*/ 245 w 1911"/>
                <a:gd name="T27" fmla="*/ 327 h 640"/>
                <a:gd name="T28" fmla="*/ 27 w 1911"/>
                <a:gd name="T29" fmla="*/ 387 h 640"/>
                <a:gd name="T30" fmla="*/ 215 w 1911"/>
                <a:gd name="T31" fmla="*/ 186 h 640"/>
                <a:gd name="T32" fmla="*/ 296 w 1911"/>
                <a:gd name="T33" fmla="*/ 30 h 640"/>
                <a:gd name="T34" fmla="*/ 370 w 1911"/>
                <a:gd name="T35" fmla="*/ 43 h 640"/>
                <a:gd name="T36" fmla="*/ 213 w 1911"/>
                <a:gd name="T37" fmla="*/ 245 h 640"/>
                <a:gd name="T38" fmla="*/ 772 w 1911"/>
                <a:gd name="T39" fmla="*/ 168 h 640"/>
                <a:gd name="T40" fmla="*/ 852 w 1911"/>
                <a:gd name="T41" fmla="*/ 126 h 640"/>
                <a:gd name="T42" fmla="*/ 873 w 1911"/>
                <a:gd name="T43" fmla="*/ 180 h 640"/>
                <a:gd name="T44" fmla="*/ 856 w 1911"/>
                <a:gd name="T45" fmla="*/ 257 h 640"/>
                <a:gd name="T46" fmla="*/ 885 w 1911"/>
                <a:gd name="T47" fmla="*/ 294 h 640"/>
                <a:gd name="T48" fmla="*/ 893 w 1911"/>
                <a:gd name="T49" fmla="*/ 364 h 640"/>
                <a:gd name="T50" fmla="*/ 879 w 1911"/>
                <a:gd name="T51" fmla="*/ 433 h 640"/>
                <a:gd name="T52" fmla="*/ 815 w 1911"/>
                <a:gd name="T53" fmla="*/ 540 h 640"/>
                <a:gd name="T54" fmla="*/ 835 w 1911"/>
                <a:gd name="T55" fmla="*/ 451 h 640"/>
                <a:gd name="T56" fmla="*/ 788 w 1911"/>
                <a:gd name="T57" fmla="*/ 400 h 640"/>
                <a:gd name="T58" fmla="*/ 780 w 1911"/>
                <a:gd name="T59" fmla="*/ 349 h 640"/>
                <a:gd name="T60" fmla="*/ 550 w 1911"/>
                <a:gd name="T61" fmla="*/ 603 h 640"/>
                <a:gd name="T62" fmla="*/ 798 w 1911"/>
                <a:gd name="T63" fmla="*/ 193 h 640"/>
                <a:gd name="T64" fmla="*/ 751 w 1911"/>
                <a:gd name="T65" fmla="*/ 388 h 640"/>
                <a:gd name="T66" fmla="*/ 736 w 1911"/>
                <a:gd name="T67" fmla="*/ 438 h 640"/>
                <a:gd name="T68" fmla="*/ 815 w 1911"/>
                <a:gd name="T69" fmla="*/ 333 h 640"/>
                <a:gd name="T70" fmla="*/ 842 w 1911"/>
                <a:gd name="T71" fmla="*/ 286 h 640"/>
                <a:gd name="T72" fmla="*/ 1228 w 1911"/>
                <a:gd name="T73" fmla="*/ 203 h 640"/>
                <a:gd name="T74" fmla="*/ 1257 w 1911"/>
                <a:gd name="T75" fmla="*/ 225 h 640"/>
                <a:gd name="T76" fmla="*/ 1352 w 1911"/>
                <a:gd name="T77" fmla="*/ 308 h 640"/>
                <a:gd name="T78" fmla="*/ 1230 w 1911"/>
                <a:gd name="T79" fmla="*/ 395 h 640"/>
                <a:gd name="T80" fmla="*/ 1333 w 1911"/>
                <a:gd name="T81" fmla="*/ 560 h 640"/>
                <a:gd name="T82" fmla="*/ 1190 w 1911"/>
                <a:gd name="T83" fmla="*/ 493 h 640"/>
                <a:gd name="T84" fmla="*/ 1147 w 1911"/>
                <a:gd name="T85" fmla="*/ 431 h 640"/>
                <a:gd name="T86" fmla="*/ 1695 w 1911"/>
                <a:gd name="T87" fmla="*/ 235 h 640"/>
                <a:gd name="T88" fmla="*/ 1675 w 1911"/>
                <a:gd name="T89" fmla="*/ 177 h 640"/>
                <a:gd name="T90" fmla="*/ 1845 w 1911"/>
                <a:gd name="T91" fmla="*/ 91 h 640"/>
                <a:gd name="T92" fmla="*/ 1764 w 1911"/>
                <a:gd name="T93" fmla="*/ 237 h 640"/>
                <a:gd name="T94" fmla="*/ 1883 w 1911"/>
                <a:gd name="T95" fmla="*/ 156 h 640"/>
                <a:gd name="T96" fmla="*/ 1892 w 1911"/>
                <a:gd name="T97" fmla="*/ 308 h 640"/>
                <a:gd name="T98" fmla="*/ 1704 w 1911"/>
                <a:gd name="T99" fmla="*/ 334 h 640"/>
                <a:gd name="T100" fmla="*/ 1680 w 1911"/>
                <a:gd name="T101" fmla="*/ 280 h 640"/>
                <a:gd name="T102" fmla="*/ 1765 w 1911"/>
                <a:gd name="T103" fmla="*/ 251 h 640"/>
                <a:gd name="T104" fmla="*/ 1617 w 1911"/>
                <a:gd name="T105" fmla="*/ 253 h 640"/>
                <a:gd name="T106" fmla="*/ 1640 w 1911"/>
                <a:gd name="T107" fmla="*/ 299 h 640"/>
                <a:gd name="T108" fmla="*/ 1589 w 1911"/>
                <a:gd name="T109" fmla="*/ 37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11" h="640">
                  <a:moveTo>
                    <a:pt x="1702" y="398"/>
                  </a:moveTo>
                  <a:cubicBezTo>
                    <a:pt x="1696" y="396"/>
                    <a:pt x="1696" y="396"/>
                    <a:pt x="1696" y="396"/>
                  </a:cubicBezTo>
                  <a:cubicBezTo>
                    <a:pt x="1696" y="396"/>
                    <a:pt x="1663" y="368"/>
                    <a:pt x="1711" y="377"/>
                  </a:cubicBezTo>
                  <a:cubicBezTo>
                    <a:pt x="1711" y="377"/>
                    <a:pt x="1753" y="393"/>
                    <a:pt x="1758" y="404"/>
                  </a:cubicBezTo>
                  <a:cubicBezTo>
                    <a:pt x="1758" y="404"/>
                    <a:pt x="1770" y="422"/>
                    <a:pt x="1784" y="421"/>
                  </a:cubicBezTo>
                  <a:cubicBezTo>
                    <a:pt x="1784" y="421"/>
                    <a:pt x="1826" y="412"/>
                    <a:pt x="1842" y="452"/>
                  </a:cubicBezTo>
                  <a:cubicBezTo>
                    <a:pt x="1842" y="452"/>
                    <a:pt x="1828" y="453"/>
                    <a:pt x="1825" y="460"/>
                  </a:cubicBezTo>
                  <a:cubicBezTo>
                    <a:pt x="1825" y="460"/>
                    <a:pt x="1790" y="451"/>
                    <a:pt x="1784" y="462"/>
                  </a:cubicBezTo>
                  <a:cubicBezTo>
                    <a:pt x="1784" y="462"/>
                    <a:pt x="1737" y="464"/>
                    <a:pt x="1735" y="476"/>
                  </a:cubicBezTo>
                  <a:cubicBezTo>
                    <a:pt x="1735" y="476"/>
                    <a:pt x="1728" y="470"/>
                    <a:pt x="1734" y="518"/>
                  </a:cubicBezTo>
                  <a:cubicBezTo>
                    <a:pt x="1734" y="518"/>
                    <a:pt x="1744" y="606"/>
                    <a:pt x="1737" y="616"/>
                  </a:cubicBezTo>
                  <a:cubicBezTo>
                    <a:pt x="1737" y="616"/>
                    <a:pt x="1713" y="640"/>
                    <a:pt x="1645" y="583"/>
                  </a:cubicBezTo>
                  <a:cubicBezTo>
                    <a:pt x="1645" y="583"/>
                    <a:pt x="1639" y="558"/>
                    <a:pt x="1634" y="555"/>
                  </a:cubicBezTo>
                  <a:cubicBezTo>
                    <a:pt x="1683" y="560"/>
                    <a:pt x="1683" y="560"/>
                    <a:pt x="1683" y="560"/>
                  </a:cubicBezTo>
                  <a:cubicBezTo>
                    <a:pt x="1683" y="560"/>
                    <a:pt x="1699" y="560"/>
                    <a:pt x="1699" y="549"/>
                  </a:cubicBezTo>
                  <a:cubicBezTo>
                    <a:pt x="1701" y="509"/>
                    <a:pt x="1701" y="509"/>
                    <a:pt x="1701" y="509"/>
                  </a:cubicBezTo>
                  <a:cubicBezTo>
                    <a:pt x="1701" y="509"/>
                    <a:pt x="1692" y="468"/>
                    <a:pt x="1668" y="490"/>
                  </a:cubicBezTo>
                  <a:cubicBezTo>
                    <a:pt x="1668" y="490"/>
                    <a:pt x="1626" y="498"/>
                    <a:pt x="1603" y="521"/>
                  </a:cubicBezTo>
                  <a:cubicBezTo>
                    <a:pt x="1557" y="486"/>
                    <a:pt x="1557" y="486"/>
                    <a:pt x="1557" y="486"/>
                  </a:cubicBezTo>
                  <a:cubicBezTo>
                    <a:pt x="1557" y="486"/>
                    <a:pt x="1581" y="452"/>
                    <a:pt x="1646" y="453"/>
                  </a:cubicBezTo>
                  <a:cubicBezTo>
                    <a:pt x="1646" y="453"/>
                    <a:pt x="1714" y="444"/>
                    <a:pt x="1720" y="419"/>
                  </a:cubicBezTo>
                  <a:cubicBezTo>
                    <a:pt x="1720" y="419"/>
                    <a:pt x="1732" y="405"/>
                    <a:pt x="1702" y="398"/>
                  </a:cubicBezTo>
                  <a:close/>
                  <a:moveTo>
                    <a:pt x="27" y="387"/>
                  </a:moveTo>
                  <a:cubicBezTo>
                    <a:pt x="18" y="384"/>
                    <a:pt x="18" y="384"/>
                    <a:pt x="18" y="384"/>
                  </a:cubicBezTo>
                  <a:cubicBezTo>
                    <a:pt x="18" y="384"/>
                    <a:pt x="0" y="380"/>
                    <a:pt x="20" y="363"/>
                  </a:cubicBezTo>
                  <a:cubicBezTo>
                    <a:pt x="20" y="363"/>
                    <a:pt x="111" y="301"/>
                    <a:pt x="181" y="289"/>
                  </a:cubicBezTo>
                  <a:cubicBezTo>
                    <a:pt x="181" y="289"/>
                    <a:pt x="192" y="276"/>
                    <a:pt x="221" y="276"/>
                  </a:cubicBezTo>
                  <a:cubicBezTo>
                    <a:pt x="221" y="276"/>
                    <a:pt x="243" y="269"/>
                    <a:pt x="254" y="262"/>
                  </a:cubicBezTo>
                  <a:cubicBezTo>
                    <a:pt x="254" y="262"/>
                    <a:pt x="276" y="247"/>
                    <a:pt x="279" y="223"/>
                  </a:cubicBezTo>
                  <a:cubicBezTo>
                    <a:pt x="279" y="223"/>
                    <a:pt x="271" y="208"/>
                    <a:pt x="278" y="203"/>
                  </a:cubicBezTo>
                  <a:cubicBezTo>
                    <a:pt x="296" y="204"/>
                    <a:pt x="296" y="204"/>
                    <a:pt x="296" y="204"/>
                  </a:cubicBezTo>
                  <a:cubicBezTo>
                    <a:pt x="296" y="204"/>
                    <a:pt x="305" y="189"/>
                    <a:pt x="316" y="200"/>
                  </a:cubicBezTo>
                  <a:cubicBezTo>
                    <a:pt x="316" y="200"/>
                    <a:pt x="331" y="194"/>
                    <a:pt x="323" y="207"/>
                  </a:cubicBezTo>
                  <a:cubicBezTo>
                    <a:pt x="323" y="207"/>
                    <a:pt x="326" y="213"/>
                    <a:pt x="319" y="228"/>
                  </a:cubicBezTo>
                  <a:cubicBezTo>
                    <a:pt x="319" y="228"/>
                    <a:pt x="313" y="234"/>
                    <a:pt x="337" y="233"/>
                  </a:cubicBezTo>
                  <a:cubicBezTo>
                    <a:pt x="337" y="233"/>
                    <a:pt x="377" y="246"/>
                    <a:pt x="345" y="269"/>
                  </a:cubicBezTo>
                  <a:cubicBezTo>
                    <a:pt x="345" y="269"/>
                    <a:pt x="326" y="272"/>
                    <a:pt x="323" y="279"/>
                  </a:cubicBezTo>
                  <a:cubicBezTo>
                    <a:pt x="304" y="282"/>
                    <a:pt x="304" y="282"/>
                    <a:pt x="304" y="282"/>
                  </a:cubicBezTo>
                  <a:cubicBezTo>
                    <a:pt x="295" y="316"/>
                    <a:pt x="295" y="316"/>
                    <a:pt x="295" y="316"/>
                  </a:cubicBezTo>
                  <a:cubicBezTo>
                    <a:pt x="295" y="316"/>
                    <a:pt x="302" y="333"/>
                    <a:pt x="326" y="312"/>
                  </a:cubicBezTo>
                  <a:cubicBezTo>
                    <a:pt x="337" y="310"/>
                    <a:pt x="337" y="310"/>
                    <a:pt x="337" y="310"/>
                  </a:cubicBezTo>
                  <a:cubicBezTo>
                    <a:pt x="337" y="310"/>
                    <a:pt x="354" y="287"/>
                    <a:pt x="371" y="317"/>
                  </a:cubicBezTo>
                  <a:cubicBezTo>
                    <a:pt x="371" y="317"/>
                    <a:pt x="380" y="317"/>
                    <a:pt x="371" y="331"/>
                  </a:cubicBezTo>
                  <a:cubicBezTo>
                    <a:pt x="371" y="331"/>
                    <a:pt x="369" y="351"/>
                    <a:pt x="338" y="377"/>
                  </a:cubicBezTo>
                  <a:cubicBezTo>
                    <a:pt x="320" y="385"/>
                    <a:pt x="320" y="385"/>
                    <a:pt x="320" y="385"/>
                  </a:cubicBezTo>
                  <a:cubicBezTo>
                    <a:pt x="300" y="390"/>
                    <a:pt x="300" y="390"/>
                    <a:pt x="300" y="390"/>
                  </a:cubicBezTo>
                  <a:cubicBezTo>
                    <a:pt x="300" y="390"/>
                    <a:pt x="286" y="385"/>
                    <a:pt x="285" y="395"/>
                  </a:cubicBezTo>
                  <a:cubicBezTo>
                    <a:pt x="285" y="395"/>
                    <a:pt x="269" y="455"/>
                    <a:pt x="267" y="463"/>
                  </a:cubicBezTo>
                  <a:cubicBezTo>
                    <a:pt x="267" y="463"/>
                    <a:pt x="269" y="474"/>
                    <a:pt x="286" y="484"/>
                  </a:cubicBezTo>
                  <a:cubicBezTo>
                    <a:pt x="286" y="484"/>
                    <a:pt x="292" y="501"/>
                    <a:pt x="277" y="510"/>
                  </a:cubicBezTo>
                  <a:cubicBezTo>
                    <a:pt x="253" y="539"/>
                    <a:pt x="253" y="539"/>
                    <a:pt x="253" y="539"/>
                  </a:cubicBezTo>
                  <a:cubicBezTo>
                    <a:pt x="253" y="539"/>
                    <a:pt x="246" y="554"/>
                    <a:pt x="259" y="550"/>
                  </a:cubicBezTo>
                  <a:cubicBezTo>
                    <a:pt x="259" y="550"/>
                    <a:pt x="266" y="540"/>
                    <a:pt x="275" y="546"/>
                  </a:cubicBezTo>
                  <a:cubicBezTo>
                    <a:pt x="275" y="546"/>
                    <a:pt x="285" y="528"/>
                    <a:pt x="297" y="536"/>
                  </a:cubicBezTo>
                  <a:cubicBezTo>
                    <a:pt x="308" y="532"/>
                    <a:pt x="308" y="532"/>
                    <a:pt x="308" y="532"/>
                  </a:cubicBezTo>
                  <a:cubicBezTo>
                    <a:pt x="308" y="532"/>
                    <a:pt x="319" y="531"/>
                    <a:pt x="316" y="543"/>
                  </a:cubicBezTo>
                  <a:cubicBezTo>
                    <a:pt x="316" y="543"/>
                    <a:pt x="324" y="564"/>
                    <a:pt x="308" y="585"/>
                  </a:cubicBezTo>
                  <a:cubicBezTo>
                    <a:pt x="308" y="585"/>
                    <a:pt x="300" y="576"/>
                    <a:pt x="294" y="579"/>
                  </a:cubicBezTo>
                  <a:cubicBezTo>
                    <a:pt x="288" y="582"/>
                    <a:pt x="241" y="602"/>
                    <a:pt x="241" y="602"/>
                  </a:cubicBezTo>
                  <a:cubicBezTo>
                    <a:pt x="241" y="602"/>
                    <a:pt x="198" y="595"/>
                    <a:pt x="206" y="565"/>
                  </a:cubicBezTo>
                  <a:cubicBezTo>
                    <a:pt x="216" y="543"/>
                    <a:pt x="216" y="543"/>
                    <a:pt x="216" y="543"/>
                  </a:cubicBezTo>
                  <a:cubicBezTo>
                    <a:pt x="216" y="543"/>
                    <a:pt x="227" y="521"/>
                    <a:pt x="243" y="503"/>
                  </a:cubicBezTo>
                  <a:cubicBezTo>
                    <a:pt x="223" y="475"/>
                    <a:pt x="223" y="475"/>
                    <a:pt x="223" y="475"/>
                  </a:cubicBezTo>
                  <a:cubicBezTo>
                    <a:pt x="223" y="475"/>
                    <a:pt x="230" y="448"/>
                    <a:pt x="238" y="440"/>
                  </a:cubicBezTo>
                  <a:cubicBezTo>
                    <a:pt x="255" y="386"/>
                    <a:pt x="255" y="386"/>
                    <a:pt x="255" y="386"/>
                  </a:cubicBezTo>
                  <a:cubicBezTo>
                    <a:pt x="255" y="386"/>
                    <a:pt x="259" y="366"/>
                    <a:pt x="243" y="373"/>
                  </a:cubicBezTo>
                  <a:cubicBezTo>
                    <a:pt x="198" y="428"/>
                    <a:pt x="198" y="428"/>
                    <a:pt x="198" y="428"/>
                  </a:cubicBezTo>
                  <a:cubicBezTo>
                    <a:pt x="198" y="428"/>
                    <a:pt x="167" y="436"/>
                    <a:pt x="174" y="422"/>
                  </a:cubicBezTo>
                  <a:cubicBezTo>
                    <a:pt x="174" y="422"/>
                    <a:pt x="185" y="408"/>
                    <a:pt x="186" y="39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5" y="327"/>
                    <a:pt x="246" y="310"/>
                    <a:pt x="238" y="309"/>
                  </a:cubicBezTo>
                  <a:cubicBezTo>
                    <a:pt x="238" y="309"/>
                    <a:pt x="170" y="332"/>
                    <a:pt x="160" y="344"/>
                  </a:cubicBezTo>
                  <a:cubicBezTo>
                    <a:pt x="160" y="344"/>
                    <a:pt x="110" y="401"/>
                    <a:pt x="94" y="409"/>
                  </a:cubicBezTo>
                  <a:cubicBezTo>
                    <a:pt x="94" y="409"/>
                    <a:pt x="82" y="422"/>
                    <a:pt x="52" y="398"/>
                  </a:cubicBezTo>
                  <a:cubicBezTo>
                    <a:pt x="27" y="387"/>
                    <a:pt x="27" y="387"/>
                    <a:pt x="27" y="387"/>
                  </a:cubicBezTo>
                  <a:close/>
                  <a:moveTo>
                    <a:pt x="213" y="245"/>
                  </a:moveTo>
                  <a:cubicBezTo>
                    <a:pt x="198" y="258"/>
                    <a:pt x="198" y="258"/>
                    <a:pt x="198" y="258"/>
                  </a:cubicBezTo>
                  <a:cubicBezTo>
                    <a:pt x="186" y="248"/>
                    <a:pt x="186" y="248"/>
                    <a:pt x="186" y="248"/>
                  </a:cubicBezTo>
                  <a:cubicBezTo>
                    <a:pt x="187" y="235"/>
                    <a:pt x="187" y="235"/>
                    <a:pt x="187" y="235"/>
                  </a:cubicBezTo>
                  <a:cubicBezTo>
                    <a:pt x="187" y="235"/>
                    <a:pt x="210" y="201"/>
                    <a:pt x="215" y="186"/>
                  </a:cubicBezTo>
                  <a:cubicBezTo>
                    <a:pt x="245" y="143"/>
                    <a:pt x="245" y="143"/>
                    <a:pt x="245" y="143"/>
                  </a:cubicBezTo>
                  <a:cubicBezTo>
                    <a:pt x="245" y="143"/>
                    <a:pt x="266" y="108"/>
                    <a:pt x="275" y="104"/>
                  </a:cubicBezTo>
                  <a:cubicBezTo>
                    <a:pt x="286" y="81"/>
                    <a:pt x="286" y="81"/>
                    <a:pt x="286" y="81"/>
                  </a:cubicBezTo>
                  <a:cubicBezTo>
                    <a:pt x="301" y="64"/>
                    <a:pt x="301" y="64"/>
                    <a:pt x="301" y="64"/>
                  </a:cubicBezTo>
                  <a:cubicBezTo>
                    <a:pt x="301" y="64"/>
                    <a:pt x="300" y="36"/>
                    <a:pt x="296" y="30"/>
                  </a:cubicBezTo>
                  <a:cubicBezTo>
                    <a:pt x="296" y="30"/>
                    <a:pt x="314" y="3"/>
                    <a:pt x="324" y="1"/>
                  </a:cubicBezTo>
                  <a:cubicBezTo>
                    <a:pt x="324" y="1"/>
                    <a:pt x="338" y="0"/>
                    <a:pt x="337" y="5"/>
                  </a:cubicBezTo>
                  <a:cubicBezTo>
                    <a:pt x="337" y="5"/>
                    <a:pt x="349" y="8"/>
                    <a:pt x="347" y="15"/>
                  </a:cubicBezTo>
                  <a:cubicBezTo>
                    <a:pt x="347" y="15"/>
                    <a:pt x="364" y="34"/>
                    <a:pt x="364" y="42"/>
                  </a:cubicBezTo>
                  <a:cubicBezTo>
                    <a:pt x="370" y="43"/>
                    <a:pt x="370" y="43"/>
                    <a:pt x="370" y="43"/>
                  </a:cubicBezTo>
                  <a:cubicBezTo>
                    <a:pt x="370" y="43"/>
                    <a:pt x="374" y="44"/>
                    <a:pt x="371" y="52"/>
                  </a:cubicBezTo>
                  <a:cubicBezTo>
                    <a:pt x="371" y="52"/>
                    <a:pt x="371" y="67"/>
                    <a:pt x="374" y="67"/>
                  </a:cubicBezTo>
                  <a:cubicBezTo>
                    <a:pt x="372" y="69"/>
                    <a:pt x="352" y="105"/>
                    <a:pt x="355" y="104"/>
                  </a:cubicBezTo>
                  <a:cubicBezTo>
                    <a:pt x="355" y="104"/>
                    <a:pt x="324" y="138"/>
                    <a:pt x="307" y="149"/>
                  </a:cubicBezTo>
                  <a:cubicBezTo>
                    <a:pt x="307" y="149"/>
                    <a:pt x="235" y="224"/>
                    <a:pt x="213" y="245"/>
                  </a:cubicBezTo>
                  <a:close/>
                  <a:moveTo>
                    <a:pt x="659" y="197"/>
                  </a:moveTo>
                  <a:cubicBezTo>
                    <a:pt x="656" y="193"/>
                    <a:pt x="656" y="193"/>
                    <a:pt x="656" y="193"/>
                  </a:cubicBezTo>
                  <a:cubicBezTo>
                    <a:pt x="656" y="193"/>
                    <a:pt x="650" y="176"/>
                    <a:pt x="684" y="172"/>
                  </a:cubicBezTo>
                  <a:cubicBezTo>
                    <a:pt x="684" y="172"/>
                    <a:pt x="736" y="171"/>
                    <a:pt x="759" y="172"/>
                  </a:cubicBezTo>
                  <a:cubicBezTo>
                    <a:pt x="772" y="168"/>
                    <a:pt x="772" y="168"/>
                    <a:pt x="772" y="168"/>
                  </a:cubicBezTo>
                  <a:cubicBezTo>
                    <a:pt x="772" y="168"/>
                    <a:pt x="777" y="157"/>
                    <a:pt x="774" y="151"/>
                  </a:cubicBezTo>
                  <a:cubicBezTo>
                    <a:pt x="774" y="151"/>
                    <a:pt x="730" y="123"/>
                    <a:pt x="736" y="99"/>
                  </a:cubicBezTo>
                  <a:cubicBezTo>
                    <a:pt x="736" y="99"/>
                    <a:pt x="728" y="94"/>
                    <a:pt x="735" y="89"/>
                  </a:cubicBezTo>
                  <a:cubicBezTo>
                    <a:pt x="735" y="89"/>
                    <a:pt x="750" y="84"/>
                    <a:pt x="799" y="109"/>
                  </a:cubicBezTo>
                  <a:cubicBezTo>
                    <a:pt x="799" y="109"/>
                    <a:pt x="839" y="118"/>
                    <a:pt x="852" y="126"/>
                  </a:cubicBezTo>
                  <a:cubicBezTo>
                    <a:pt x="852" y="126"/>
                    <a:pt x="860" y="138"/>
                    <a:pt x="866" y="137"/>
                  </a:cubicBezTo>
                  <a:cubicBezTo>
                    <a:pt x="866" y="137"/>
                    <a:pt x="873" y="128"/>
                    <a:pt x="879" y="126"/>
                  </a:cubicBezTo>
                  <a:cubicBezTo>
                    <a:pt x="879" y="126"/>
                    <a:pt x="903" y="126"/>
                    <a:pt x="907" y="141"/>
                  </a:cubicBezTo>
                  <a:cubicBezTo>
                    <a:pt x="907" y="141"/>
                    <a:pt x="896" y="178"/>
                    <a:pt x="902" y="183"/>
                  </a:cubicBezTo>
                  <a:cubicBezTo>
                    <a:pt x="902" y="183"/>
                    <a:pt x="905" y="189"/>
                    <a:pt x="873" y="180"/>
                  </a:cubicBezTo>
                  <a:cubicBezTo>
                    <a:pt x="873" y="180"/>
                    <a:pt x="847" y="208"/>
                    <a:pt x="835" y="210"/>
                  </a:cubicBezTo>
                  <a:cubicBezTo>
                    <a:pt x="835" y="210"/>
                    <a:pt x="793" y="256"/>
                    <a:pt x="793" y="272"/>
                  </a:cubicBezTo>
                  <a:cubicBezTo>
                    <a:pt x="793" y="272"/>
                    <a:pt x="801" y="293"/>
                    <a:pt x="819" y="263"/>
                  </a:cubicBezTo>
                  <a:cubicBezTo>
                    <a:pt x="819" y="263"/>
                    <a:pt x="830" y="237"/>
                    <a:pt x="856" y="231"/>
                  </a:cubicBezTo>
                  <a:cubicBezTo>
                    <a:pt x="856" y="231"/>
                    <a:pt x="871" y="239"/>
                    <a:pt x="856" y="257"/>
                  </a:cubicBezTo>
                  <a:cubicBezTo>
                    <a:pt x="856" y="257"/>
                    <a:pt x="887" y="244"/>
                    <a:pt x="905" y="253"/>
                  </a:cubicBezTo>
                  <a:cubicBezTo>
                    <a:pt x="905" y="253"/>
                    <a:pt x="913" y="253"/>
                    <a:pt x="913" y="259"/>
                  </a:cubicBezTo>
                  <a:cubicBezTo>
                    <a:pt x="913" y="266"/>
                    <a:pt x="913" y="257"/>
                    <a:pt x="913" y="257"/>
                  </a:cubicBezTo>
                  <a:cubicBezTo>
                    <a:pt x="907" y="284"/>
                    <a:pt x="907" y="284"/>
                    <a:pt x="907" y="284"/>
                  </a:cubicBezTo>
                  <a:cubicBezTo>
                    <a:pt x="907" y="284"/>
                    <a:pt x="887" y="289"/>
                    <a:pt x="885" y="294"/>
                  </a:cubicBezTo>
                  <a:cubicBezTo>
                    <a:pt x="884" y="299"/>
                    <a:pt x="858" y="310"/>
                    <a:pt x="854" y="317"/>
                  </a:cubicBezTo>
                  <a:cubicBezTo>
                    <a:pt x="854" y="317"/>
                    <a:pt x="842" y="320"/>
                    <a:pt x="850" y="335"/>
                  </a:cubicBezTo>
                  <a:cubicBezTo>
                    <a:pt x="875" y="325"/>
                    <a:pt x="875" y="325"/>
                    <a:pt x="875" y="325"/>
                  </a:cubicBezTo>
                  <a:cubicBezTo>
                    <a:pt x="875" y="325"/>
                    <a:pt x="891" y="320"/>
                    <a:pt x="907" y="331"/>
                  </a:cubicBezTo>
                  <a:cubicBezTo>
                    <a:pt x="907" y="331"/>
                    <a:pt x="918" y="360"/>
                    <a:pt x="893" y="364"/>
                  </a:cubicBezTo>
                  <a:cubicBezTo>
                    <a:pt x="893" y="364"/>
                    <a:pt x="866" y="370"/>
                    <a:pt x="860" y="366"/>
                  </a:cubicBezTo>
                  <a:cubicBezTo>
                    <a:pt x="860" y="366"/>
                    <a:pt x="846" y="375"/>
                    <a:pt x="852" y="403"/>
                  </a:cubicBezTo>
                  <a:cubicBezTo>
                    <a:pt x="852" y="403"/>
                    <a:pt x="813" y="406"/>
                    <a:pt x="810" y="418"/>
                  </a:cubicBezTo>
                  <a:cubicBezTo>
                    <a:pt x="810" y="418"/>
                    <a:pt x="830" y="431"/>
                    <a:pt x="862" y="432"/>
                  </a:cubicBezTo>
                  <a:cubicBezTo>
                    <a:pt x="862" y="432"/>
                    <a:pt x="873" y="425"/>
                    <a:pt x="879" y="433"/>
                  </a:cubicBezTo>
                  <a:cubicBezTo>
                    <a:pt x="860" y="494"/>
                    <a:pt x="860" y="494"/>
                    <a:pt x="860" y="494"/>
                  </a:cubicBezTo>
                  <a:cubicBezTo>
                    <a:pt x="860" y="494"/>
                    <a:pt x="893" y="515"/>
                    <a:pt x="894" y="524"/>
                  </a:cubicBezTo>
                  <a:cubicBezTo>
                    <a:pt x="894" y="524"/>
                    <a:pt x="895" y="546"/>
                    <a:pt x="843" y="539"/>
                  </a:cubicBezTo>
                  <a:cubicBezTo>
                    <a:pt x="836" y="528"/>
                    <a:pt x="836" y="528"/>
                    <a:pt x="836" y="528"/>
                  </a:cubicBezTo>
                  <a:cubicBezTo>
                    <a:pt x="836" y="528"/>
                    <a:pt x="820" y="540"/>
                    <a:pt x="815" y="540"/>
                  </a:cubicBezTo>
                  <a:cubicBezTo>
                    <a:pt x="815" y="540"/>
                    <a:pt x="780" y="543"/>
                    <a:pt x="775" y="525"/>
                  </a:cubicBezTo>
                  <a:cubicBezTo>
                    <a:pt x="775" y="525"/>
                    <a:pt x="811" y="516"/>
                    <a:pt x="818" y="509"/>
                  </a:cubicBezTo>
                  <a:cubicBezTo>
                    <a:pt x="818" y="509"/>
                    <a:pt x="830" y="506"/>
                    <a:pt x="824" y="489"/>
                  </a:cubicBezTo>
                  <a:cubicBezTo>
                    <a:pt x="824" y="489"/>
                    <a:pt x="823" y="472"/>
                    <a:pt x="831" y="469"/>
                  </a:cubicBezTo>
                  <a:cubicBezTo>
                    <a:pt x="831" y="469"/>
                    <a:pt x="844" y="460"/>
                    <a:pt x="835" y="451"/>
                  </a:cubicBezTo>
                  <a:cubicBezTo>
                    <a:pt x="835" y="451"/>
                    <a:pt x="786" y="452"/>
                    <a:pt x="780" y="487"/>
                  </a:cubicBezTo>
                  <a:cubicBezTo>
                    <a:pt x="780" y="487"/>
                    <a:pt x="729" y="541"/>
                    <a:pt x="725" y="550"/>
                  </a:cubicBezTo>
                  <a:cubicBezTo>
                    <a:pt x="725" y="550"/>
                    <a:pt x="690" y="558"/>
                    <a:pt x="702" y="531"/>
                  </a:cubicBezTo>
                  <a:cubicBezTo>
                    <a:pt x="790" y="434"/>
                    <a:pt x="790" y="434"/>
                    <a:pt x="790" y="434"/>
                  </a:cubicBezTo>
                  <a:cubicBezTo>
                    <a:pt x="790" y="434"/>
                    <a:pt x="805" y="413"/>
                    <a:pt x="788" y="400"/>
                  </a:cubicBezTo>
                  <a:cubicBezTo>
                    <a:pt x="788" y="400"/>
                    <a:pt x="784" y="388"/>
                    <a:pt x="792" y="383"/>
                  </a:cubicBezTo>
                  <a:cubicBezTo>
                    <a:pt x="792" y="383"/>
                    <a:pt x="821" y="380"/>
                    <a:pt x="831" y="385"/>
                  </a:cubicBezTo>
                  <a:cubicBezTo>
                    <a:pt x="831" y="385"/>
                    <a:pt x="842" y="375"/>
                    <a:pt x="842" y="367"/>
                  </a:cubicBezTo>
                  <a:cubicBezTo>
                    <a:pt x="842" y="367"/>
                    <a:pt x="833" y="354"/>
                    <a:pt x="827" y="363"/>
                  </a:cubicBezTo>
                  <a:cubicBezTo>
                    <a:pt x="827" y="363"/>
                    <a:pt x="780" y="378"/>
                    <a:pt x="780" y="349"/>
                  </a:cubicBezTo>
                  <a:cubicBezTo>
                    <a:pt x="780" y="349"/>
                    <a:pt x="769" y="328"/>
                    <a:pt x="770" y="319"/>
                  </a:cubicBezTo>
                  <a:cubicBezTo>
                    <a:pt x="770" y="319"/>
                    <a:pt x="762" y="295"/>
                    <a:pt x="740" y="330"/>
                  </a:cubicBezTo>
                  <a:cubicBezTo>
                    <a:pt x="740" y="330"/>
                    <a:pt x="689" y="395"/>
                    <a:pt x="672" y="428"/>
                  </a:cubicBezTo>
                  <a:cubicBezTo>
                    <a:pt x="672" y="428"/>
                    <a:pt x="573" y="561"/>
                    <a:pt x="560" y="572"/>
                  </a:cubicBezTo>
                  <a:cubicBezTo>
                    <a:pt x="550" y="603"/>
                    <a:pt x="550" y="603"/>
                    <a:pt x="550" y="603"/>
                  </a:cubicBezTo>
                  <a:cubicBezTo>
                    <a:pt x="534" y="606"/>
                    <a:pt x="534" y="606"/>
                    <a:pt x="534" y="606"/>
                  </a:cubicBezTo>
                  <a:cubicBezTo>
                    <a:pt x="534" y="606"/>
                    <a:pt x="518" y="590"/>
                    <a:pt x="536" y="535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815" y="207"/>
                    <a:pt x="815" y="207"/>
                    <a:pt x="815" y="207"/>
                  </a:cubicBezTo>
                  <a:cubicBezTo>
                    <a:pt x="815" y="207"/>
                    <a:pt x="807" y="185"/>
                    <a:pt x="798" y="193"/>
                  </a:cubicBezTo>
                  <a:cubicBezTo>
                    <a:pt x="798" y="193"/>
                    <a:pt x="720" y="224"/>
                    <a:pt x="681" y="223"/>
                  </a:cubicBezTo>
                  <a:cubicBezTo>
                    <a:pt x="659" y="197"/>
                    <a:pt x="659" y="197"/>
                    <a:pt x="659" y="197"/>
                  </a:cubicBezTo>
                  <a:close/>
                  <a:moveTo>
                    <a:pt x="708" y="434"/>
                  </a:moveTo>
                  <a:cubicBezTo>
                    <a:pt x="705" y="432"/>
                    <a:pt x="705" y="432"/>
                    <a:pt x="705" y="432"/>
                  </a:cubicBezTo>
                  <a:cubicBezTo>
                    <a:pt x="705" y="432"/>
                    <a:pt x="721" y="398"/>
                    <a:pt x="751" y="388"/>
                  </a:cubicBezTo>
                  <a:cubicBezTo>
                    <a:pt x="751" y="388"/>
                    <a:pt x="754" y="387"/>
                    <a:pt x="754" y="391"/>
                  </a:cubicBezTo>
                  <a:cubicBezTo>
                    <a:pt x="753" y="398"/>
                    <a:pt x="753" y="398"/>
                    <a:pt x="753" y="398"/>
                  </a:cubicBezTo>
                  <a:cubicBezTo>
                    <a:pt x="761" y="408"/>
                    <a:pt x="761" y="408"/>
                    <a:pt x="761" y="408"/>
                  </a:cubicBezTo>
                  <a:cubicBezTo>
                    <a:pt x="761" y="408"/>
                    <a:pt x="760" y="432"/>
                    <a:pt x="755" y="437"/>
                  </a:cubicBezTo>
                  <a:cubicBezTo>
                    <a:pt x="755" y="437"/>
                    <a:pt x="746" y="442"/>
                    <a:pt x="736" y="438"/>
                  </a:cubicBezTo>
                  <a:cubicBezTo>
                    <a:pt x="708" y="434"/>
                    <a:pt x="708" y="434"/>
                    <a:pt x="708" y="434"/>
                  </a:cubicBezTo>
                  <a:close/>
                  <a:moveTo>
                    <a:pt x="807" y="344"/>
                  </a:moveTo>
                  <a:cubicBezTo>
                    <a:pt x="805" y="345"/>
                    <a:pt x="805" y="345"/>
                    <a:pt x="805" y="345"/>
                  </a:cubicBezTo>
                  <a:cubicBezTo>
                    <a:pt x="805" y="345"/>
                    <a:pt x="793" y="345"/>
                    <a:pt x="799" y="337"/>
                  </a:cubicBezTo>
                  <a:cubicBezTo>
                    <a:pt x="799" y="337"/>
                    <a:pt x="809" y="328"/>
                    <a:pt x="815" y="333"/>
                  </a:cubicBezTo>
                  <a:cubicBezTo>
                    <a:pt x="815" y="333"/>
                    <a:pt x="822" y="342"/>
                    <a:pt x="816" y="343"/>
                  </a:cubicBezTo>
                  <a:cubicBezTo>
                    <a:pt x="807" y="344"/>
                    <a:pt x="807" y="344"/>
                    <a:pt x="807" y="344"/>
                  </a:cubicBezTo>
                  <a:close/>
                  <a:moveTo>
                    <a:pt x="817" y="317"/>
                  </a:moveTo>
                  <a:cubicBezTo>
                    <a:pt x="815" y="313"/>
                    <a:pt x="815" y="313"/>
                    <a:pt x="815" y="313"/>
                  </a:cubicBezTo>
                  <a:cubicBezTo>
                    <a:pt x="815" y="313"/>
                    <a:pt x="821" y="287"/>
                    <a:pt x="842" y="286"/>
                  </a:cubicBezTo>
                  <a:cubicBezTo>
                    <a:pt x="842" y="286"/>
                    <a:pt x="860" y="284"/>
                    <a:pt x="841" y="309"/>
                  </a:cubicBezTo>
                  <a:cubicBezTo>
                    <a:pt x="841" y="309"/>
                    <a:pt x="831" y="309"/>
                    <a:pt x="831" y="316"/>
                  </a:cubicBezTo>
                  <a:cubicBezTo>
                    <a:pt x="831" y="316"/>
                    <a:pt x="824" y="319"/>
                    <a:pt x="817" y="317"/>
                  </a:cubicBezTo>
                  <a:close/>
                  <a:moveTo>
                    <a:pt x="1225" y="212"/>
                  </a:moveTo>
                  <a:cubicBezTo>
                    <a:pt x="1228" y="203"/>
                    <a:pt x="1228" y="203"/>
                    <a:pt x="1228" y="203"/>
                  </a:cubicBezTo>
                  <a:cubicBezTo>
                    <a:pt x="1216" y="161"/>
                    <a:pt x="1216" y="161"/>
                    <a:pt x="1216" y="161"/>
                  </a:cubicBezTo>
                  <a:cubicBezTo>
                    <a:pt x="1216" y="161"/>
                    <a:pt x="1237" y="154"/>
                    <a:pt x="1251" y="151"/>
                  </a:cubicBezTo>
                  <a:cubicBezTo>
                    <a:pt x="1251" y="151"/>
                    <a:pt x="1260" y="157"/>
                    <a:pt x="1265" y="157"/>
                  </a:cubicBezTo>
                  <a:cubicBezTo>
                    <a:pt x="1265" y="157"/>
                    <a:pt x="1284" y="188"/>
                    <a:pt x="1280" y="199"/>
                  </a:cubicBezTo>
                  <a:cubicBezTo>
                    <a:pt x="1280" y="199"/>
                    <a:pt x="1256" y="216"/>
                    <a:pt x="1257" y="225"/>
                  </a:cubicBezTo>
                  <a:cubicBezTo>
                    <a:pt x="1257" y="225"/>
                    <a:pt x="1231" y="350"/>
                    <a:pt x="1235" y="350"/>
                  </a:cubicBezTo>
                  <a:cubicBezTo>
                    <a:pt x="1235" y="350"/>
                    <a:pt x="1254" y="349"/>
                    <a:pt x="1285" y="338"/>
                  </a:cubicBezTo>
                  <a:cubicBezTo>
                    <a:pt x="1285" y="338"/>
                    <a:pt x="1300" y="337"/>
                    <a:pt x="1298" y="326"/>
                  </a:cubicBezTo>
                  <a:cubicBezTo>
                    <a:pt x="1289" y="304"/>
                    <a:pt x="1289" y="304"/>
                    <a:pt x="1289" y="304"/>
                  </a:cubicBezTo>
                  <a:cubicBezTo>
                    <a:pt x="1289" y="304"/>
                    <a:pt x="1316" y="273"/>
                    <a:pt x="1352" y="308"/>
                  </a:cubicBezTo>
                  <a:cubicBezTo>
                    <a:pt x="1358" y="326"/>
                    <a:pt x="1358" y="326"/>
                    <a:pt x="1358" y="326"/>
                  </a:cubicBezTo>
                  <a:cubicBezTo>
                    <a:pt x="1352" y="342"/>
                    <a:pt x="1352" y="342"/>
                    <a:pt x="1352" y="342"/>
                  </a:cubicBezTo>
                  <a:cubicBezTo>
                    <a:pt x="1352" y="342"/>
                    <a:pt x="1321" y="351"/>
                    <a:pt x="1319" y="366"/>
                  </a:cubicBezTo>
                  <a:cubicBezTo>
                    <a:pt x="1319" y="366"/>
                    <a:pt x="1302" y="376"/>
                    <a:pt x="1286" y="373"/>
                  </a:cubicBezTo>
                  <a:cubicBezTo>
                    <a:pt x="1286" y="373"/>
                    <a:pt x="1231" y="390"/>
                    <a:pt x="1230" y="395"/>
                  </a:cubicBezTo>
                  <a:cubicBezTo>
                    <a:pt x="1229" y="412"/>
                    <a:pt x="1229" y="412"/>
                    <a:pt x="1229" y="412"/>
                  </a:cubicBezTo>
                  <a:cubicBezTo>
                    <a:pt x="1229" y="412"/>
                    <a:pt x="1296" y="491"/>
                    <a:pt x="1314" y="511"/>
                  </a:cubicBezTo>
                  <a:cubicBezTo>
                    <a:pt x="1314" y="511"/>
                    <a:pt x="1324" y="529"/>
                    <a:pt x="1352" y="528"/>
                  </a:cubicBezTo>
                  <a:cubicBezTo>
                    <a:pt x="1352" y="528"/>
                    <a:pt x="1377" y="533"/>
                    <a:pt x="1381" y="541"/>
                  </a:cubicBezTo>
                  <a:cubicBezTo>
                    <a:pt x="1381" y="541"/>
                    <a:pt x="1346" y="559"/>
                    <a:pt x="1333" y="560"/>
                  </a:cubicBezTo>
                  <a:cubicBezTo>
                    <a:pt x="1333" y="560"/>
                    <a:pt x="1296" y="569"/>
                    <a:pt x="1273" y="534"/>
                  </a:cubicBezTo>
                  <a:cubicBezTo>
                    <a:pt x="1273" y="534"/>
                    <a:pt x="1245" y="462"/>
                    <a:pt x="1237" y="454"/>
                  </a:cubicBezTo>
                  <a:cubicBezTo>
                    <a:pt x="1237" y="454"/>
                    <a:pt x="1229" y="439"/>
                    <a:pt x="1223" y="439"/>
                  </a:cubicBezTo>
                  <a:cubicBezTo>
                    <a:pt x="1223" y="439"/>
                    <a:pt x="1215" y="441"/>
                    <a:pt x="1212" y="451"/>
                  </a:cubicBezTo>
                  <a:cubicBezTo>
                    <a:pt x="1190" y="493"/>
                    <a:pt x="1190" y="493"/>
                    <a:pt x="1190" y="493"/>
                  </a:cubicBezTo>
                  <a:cubicBezTo>
                    <a:pt x="1190" y="493"/>
                    <a:pt x="1138" y="527"/>
                    <a:pt x="1086" y="522"/>
                  </a:cubicBezTo>
                  <a:cubicBezTo>
                    <a:pt x="1086" y="522"/>
                    <a:pt x="1064" y="514"/>
                    <a:pt x="1067" y="498"/>
                  </a:cubicBezTo>
                  <a:cubicBezTo>
                    <a:pt x="1067" y="498"/>
                    <a:pt x="1075" y="492"/>
                    <a:pt x="1099" y="491"/>
                  </a:cubicBezTo>
                  <a:cubicBezTo>
                    <a:pt x="1099" y="491"/>
                    <a:pt x="1184" y="467"/>
                    <a:pt x="1180" y="425"/>
                  </a:cubicBezTo>
                  <a:cubicBezTo>
                    <a:pt x="1180" y="425"/>
                    <a:pt x="1170" y="411"/>
                    <a:pt x="1147" y="431"/>
                  </a:cubicBezTo>
                  <a:cubicBezTo>
                    <a:pt x="1128" y="441"/>
                    <a:pt x="1128" y="441"/>
                    <a:pt x="1128" y="441"/>
                  </a:cubicBezTo>
                  <a:cubicBezTo>
                    <a:pt x="1128" y="441"/>
                    <a:pt x="1102" y="423"/>
                    <a:pt x="1114" y="405"/>
                  </a:cubicBezTo>
                  <a:cubicBezTo>
                    <a:pt x="1194" y="371"/>
                    <a:pt x="1194" y="371"/>
                    <a:pt x="1194" y="371"/>
                  </a:cubicBezTo>
                  <a:cubicBezTo>
                    <a:pt x="1225" y="212"/>
                    <a:pt x="1225" y="212"/>
                    <a:pt x="1225" y="212"/>
                  </a:cubicBezTo>
                  <a:close/>
                  <a:moveTo>
                    <a:pt x="1695" y="235"/>
                  </a:moveTo>
                  <a:cubicBezTo>
                    <a:pt x="1693" y="231"/>
                    <a:pt x="1693" y="231"/>
                    <a:pt x="1693" y="231"/>
                  </a:cubicBezTo>
                  <a:cubicBezTo>
                    <a:pt x="1678" y="222"/>
                    <a:pt x="1678" y="222"/>
                    <a:pt x="1678" y="222"/>
                  </a:cubicBezTo>
                  <a:cubicBezTo>
                    <a:pt x="1668" y="208"/>
                    <a:pt x="1668" y="208"/>
                    <a:pt x="1668" y="208"/>
                  </a:cubicBezTo>
                  <a:cubicBezTo>
                    <a:pt x="1654" y="187"/>
                    <a:pt x="1654" y="187"/>
                    <a:pt x="1654" y="187"/>
                  </a:cubicBezTo>
                  <a:cubicBezTo>
                    <a:pt x="1675" y="177"/>
                    <a:pt x="1675" y="177"/>
                    <a:pt x="1675" y="177"/>
                  </a:cubicBezTo>
                  <a:cubicBezTo>
                    <a:pt x="1697" y="172"/>
                    <a:pt x="1697" y="172"/>
                    <a:pt x="1697" y="172"/>
                  </a:cubicBezTo>
                  <a:cubicBezTo>
                    <a:pt x="1714" y="175"/>
                    <a:pt x="1714" y="175"/>
                    <a:pt x="1714" y="175"/>
                  </a:cubicBezTo>
                  <a:cubicBezTo>
                    <a:pt x="1714" y="175"/>
                    <a:pt x="1764" y="121"/>
                    <a:pt x="1778" y="111"/>
                  </a:cubicBezTo>
                  <a:cubicBezTo>
                    <a:pt x="1793" y="78"/>
                    <a:pt x="1793" y="78"/>
                    <a:pt x="1793" y="78"/>
                  </a:cubicBezTo>
                  <a:cubicBezTo>
                    <a:pt x="1793" y="78"/>
                    <a:pt x="1823" y="51"/>
                    <a:pt x="1845" y="91"/>
                  </a:cubicBezTo>
                  <a:cubicBezTo>
                    <a:pt x="1845" y="91"/>
                    <a:pt x="1853" y="119"/>
                    <a:pt x="1840" y="128"/>
                  </a:cubicBezTo>
                  <a:cubicBezTo>
                    <a:pt x="1840" y="128"/>
                    <a:pt x="1782" y="141"/>
                    <a:pt x="1771" y="181"/>
                  </a:cubicBezTo>
                  <a:cubicBezTo>
                    <a:pt x="1771" y="181"/>
                    <a:pt x="1780" y="211"/>
                    <a:pt x="1768" y="216"/>
                  </a:cubicBezTo>
                  <a:cubicBezTo>
                    <a:pt x="1768" y="216"/>
                    <a:pt x="1746" y="212"/>
                    <a:pt x="1747" y="237"/>
                  </a:cubicBezTo>
                  <a:cubicBezTo>
                    <a:pt x="1747" y="237"/>
                    <a:pt x="1750" y="252"/>
                    <a:pt x="1764" y="237"/>
                  </a:cubicBezTo>
                  <a:cubicBezTo>
                    <a:pt x="1808" y="205"/>
                    <a:pt x="1808" y="205"/>
                    <a:pt x="1808" y="205"/>
                  </a:cubicBezTo>
                  <a:cubicBezTo>
                    <a:pt x="1808" y="205"/>
                    <a:pt x="1823" y="214"/>
                    <a:pt x="1826" y="195"/>
                  </a:cubicBezTo>
                  <a:cubicBezTo>
                    <a:pt x="1826" y="195"/>
                    <a:pt x="1823" y="191"/>
                    <a:pt x="1812" y="195"/>
                  </a:cubicBezTo>
                  <a:cubicBezTo>
                    <a:pt x="1812" y="195"/>
                    <a:pt x="1795" y="195"/>
                    <a:pt x="1793" y="182"/>
                  </a:cubicBezTo>
                  <a:cubicBezTo>
                    <a:pt x="1793" y="182"/>
                    <a:pt x="1810" y="154"/>
                    <a:pt x="1883" y="156"/>
                  </a:cubicBezTo>
                  <a:cubicBezTo>
                    <a:pt x="1883" y="156"/>
                    <a:pt x="1911" y="173"/>
                    <a:pt x="1893" y="195"/>
                  </a:cubicBezTo>
                  <a:cubicBezTo>
                    <a:pt x="1893" y="195"/>
                    <a:pt x="1852" y="221"/>
                    <a:pt x="1815" y="246"/>
                  </a:cubicBezTo>
                  <a:cubicBezTo>
                    <a:pt x="1815" y="246"/>
                    <a:pt x="1796" y="277"/>
                    <a:pt x="1815" y="281"/>
                  </a:cubicBezTo>
                  <a:cubicBezTo>
                    <a:pt x="1815" y="281"/>
                    <a:pt x="1865" y="269"/>
                    <a:pt x="1882" y="276"/>
                  </a:cubicBezTo>
                  <a:cubicBezTo>
                    <a:pt x="1882" y="276"/>
                    <a:pt x="1908" y="290"/>
                    <a:pt x="1892" y="308"/>
                  </a:cubicBezTo>
                  <a:cubicBezTo>
                    <a:pt x="1892" y="308"/>
                    <a:pt x="1808" y="385"/>
                    <a:pt x="1728" y="361"/>
                  </a:cubicBezTo>
                  <a:cubicBezTo>
                    <a:pt x="1728" y="361"/>
                    <a:pt x="1710" y="356"/>
                    <a:pt x="1732" y="351"/>
                  </a:cubicBezTo>
                  <a:cubicBezTo>
                    <a:pt x="1732" y="351"/>
                    <a:pt x="1823" y="325"/>
                    <a:pt x="1831" y="311"/>
                  </a:cubicBezTo>
                  <a:cubicBezTo>
                    <a:pt x="1831" y="311"/>
                    <a:pt x="1841" y="297"/>
                    <a:pt x="1803" y="304"/>
                  </a:cubicBezTo>
                  <a:cubicBezTo>
                    <a:pt x="1803" y="304"/>
                    <a:pt x="1722" y="322"/>
                    <a:pt x="1704" y="334"/>
                  </a:cubicBezTo>
                  <a:cubicBezTo>
                    <a:pt x="1704" y="334"/>
                    <a:pt x="1681" y="338"/>
                    <a:pt x="1672" y="334"/>
                  </a:cubicBezTo>
                  <a:cubicBezTo>
                    <a:pt x="1672" y="334"/>
                    <a:pt x="1646" y="311"/>
                    <a:pt x="1678" y="310"/>
                  </a:cubicBezTo>
                  <a:cubicBezTo>
                    <a:pt x="1678" y="310"/>
                    <a:pt x="1717" y="305"/>
                    <a:pt x="1734" y="280"/>
                  </a:cubicBezTo>
                  <a:cubicBezTo>
                    <a:pt x="1734" y="280"/>
                    <a:pt x="1729" y="254"/>
                    <a:pt x="1706" y="269"/>
                  </a:cubicBezTo>
                  <a:cubicBezTo>
                    <a:pt x="1680" y="280"/>
                    <a:pt x="1680" y="280"/>
                    <a:pt x="1680" y="280"/>
                  </a:cubicBezTo>
                  <a:cubicBezTo>
                    <a:pt x="1680" y="280"/>
                    <a:pt x="1671" y="265"/>
                    <a:pt x="1696" y="245"/>
                  </a:cubicBezTo>
                  <a:cubicBezTo>
                    <a:pt x="1696" y="245"/>
                    <a:pt x="1700" y="235"/>
                    <a:pt x="1695" y="235"/>
                  </a:cubicBezTo>
                  <a:close/>
                  <a:moveTo>
                    <a:pt x="1768" y="268"/>
                  </a:moveTo>
                  <a:cubicBezTo>
                    <a:pt x="1763" y="268"/>
                    <a:pt x="1763" y="268"/>
                    <a:pt x="1763" y="268"/>
                  </a:cubicBezTo>
                  <a:cubicBezTo>
                    <a:pt x="1763" y="268"/>
                    <a:pt x="1741" y="259"/>
                    <a:pt x="1765" y="251"/>
                  </a:cubicBezTo>
                  <a:cubicBezTo>
                    <a:pt x="1765" y="251"/>
                    <a:pt x="1782" y="246"/>
                    <a:pt x="1783" y="253"/>
                  </a:cubicBezTo>
                  <a:cubicBezTo>
                    <a:pt x="1779" y="266"/>
                    <a:pt x="1779" y="266"/>
                    <a:pt x="1779" y="266"/>
                  </a:cubicBezTo>
                  <a:cubicBezTo>
                    <a:pt x="1779" y="266"/>
                    <a:pt x="1773" y="268"/>
                    <a:pt x="1768" y="268"/>
                  </a:cubicBezTo>
                  <a:close/>
                  <a:moveTo>
                    <a:pt x="1618" y="259"/>
                  </a:moveTo>
                  <a:cubicBezTo>
                    <a:pt x="1617" y="253"/>
                    <a:pt x="1617" y="253"/>
                    <a:pt x="1617" y="253"/>
                  </a:cubicBezTo>
                  <a:cubicBezTo>
                    <a:pt x="1617" y="253"/>
                    <a:pt x="1632" y="234"/>
                    <a:pt x="1632" y="209"/>
                  </a:cubicBezTo>
                  <a:cubicBezTo>
                    <a:pt x="1632" y="209"/>
                    <a:pt x="1631" y="198"/>
                    <a:pt x="1655" y="222"/>
                  </a:cubicBezTo>
                  <a:cubicBezTo>
                    <a:pt x="1666" y="243"/>
                    <a:pt x="1666" y="243"/>
                    <a:pt x="1666" y="243"/>
                  </a:cubicBezTo>
                  <a:cubicBezTo>
                    <a:pt x="1666" y="243"/>
                    <a:pt x="1667" y="252"/>
                    <a:pt x="1659" y="263"/>
                  </a:cubicBezTo>
                  <a:cubicBezTo>
                    <a:pt x="1659" y="263"/>
                    <a:pt x="1649" y="289"/>
                    <a:pt x="1640" y="299"/>
                  </a:cubicBezTo>
                  <a:cubicBezTo>
                    <a:pt x="1628" y="296"/>
                    <a:pt x="1628" y="296"/>
                    <a:pt x="1628" y="296"/>
                  </a:cubicBezTo>
                  <a:cubicBezTo>
                    <a:pt x="1628" y="296"/>
                    <a:pt x="1627" y="267"/>
                    <a:pt x="1618" y="259"/>
                  </a:cubicBezTo>
                  <a:close/>
                  <a:moveTo>
                    <a:pt x="1613" y="321"/>
                  </a:moveTo>
                  <a:cubicBezTo>
                    <a:pt x="1608" y="320"/>
                    <a:pt x="1608" y="320"/>
                    <a:pt x="1608" y="320"/>
                  </a:cubicBezTo>
                  <a:cubicBezTo>
                    <a:pt x="1608" y="320"/>
                    <a:pt x="1568" y="330"/>
                    <a:pt x="1589" y="370"/>
                  </a:cubicBezTo>
                  <a:cubicBezTo>
                    <a:pt x="1589" y="370"/>
                    <a:pt x="1601" y="369"/>
                    <a:pt x="1603" y="374"/>
                  </a:cubicBezTo>
                  <a:cubicBezTo>
                    <a:pt x="1603" y="374"/>
                    <a:pt x="1637" y="359"/>
                    <a:pt x="1613" y="3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îṧ1íďè"/>
            <p:cNvSpPr/>
            <p:nvPr/>
          </p:nvSpPr>
          <p:spPr bwMode="auto">
            <a:xfrm>
              <a:off x="5142781" y="4062858"/>
              <a:ext cx="4150942" cy="278156"/>
            </a:xfrm>
            <a:custGeom>
              <a:avLst/>
              <a:gdLst>
                <a:gd name="T0" fmla="*/ 77 w 1868"/>
                <a:gd name="T1" fmla="*/ 5 h 125"/>
                <a:gd name="T2" fmla="*/ 58 w 1868"/>
                <a:gd name="T3" fmla="*/ 93 h 125"/>
                <a:gd name="T4" fmla="*/ 195 w 1868"/>
                <a:gd name="T5" fmla="*/ 93 h 125"/>
                <a:gd name="T6" fmla="*/ 195 w 1868"/>
                <a:gd name="T7" fmla="*/ 3 h 125"/>
                <a:gd name="T8" fmla="*/ 125 w 1868"/>
                <a:gd name="T9" fmla="*/ 19 h 125"/>
                <a:gd name="T10" fmla="*/ 108 w 1868"/>
                <a:gd name="T11" fmla="*/ 19 h 125"/>
                <a:gd name="T12" fmla="*/ 135 w 1868"/>
                <a:gd name="T13" fmla="*/ 87 h 125"/>
                <a:gd name="T14" fmla="*/ 212 w 1868"/>
                <a:gd name="T15" fmla="*/ 49 h 125"/>
                <a:gd name="T16" fmla="*/ 285 w 1868"/>
                <a:gd name="T17" fmla="*/ 52 h 125"/>
                <a:gd name="T18" fmla="*/ 415 w 1868"/>
                <a:gd name="T19" fmla="*/ 9 h 125"/>
                <a:gd name="T20" fmla="*/ 398 w 1868"/>
                <a:gd name="T21" fmla="*/ 21 h 125"/>
                <a:gd name="T22" fmla="*/ 322 w 1868"/>
                <a:gd name="T23" fmla="*/ 87 h 125"/>
                <a:gd name="T24" fmla="*/ 521 w 1868"/>
                <a:gd name="T25" fmla="*/ 49 h 125"/>
                <a:gd name="T26" fmla="*/ 452 w 1868"/>
                <a:gd name="T27" fmla="*/ 47 h 125"/>
                <a:gd name="T28" fmla="*/ 499 w 1868"/>
                <a:gd name="T29" fmla="*/ 4 h 125"/>
                <a:gd name="T30" fmla="*/ 521 w 1868"/>
                <a:gd name="T31" fmla="*/ 49 h 125"/>
                <a:gd name="T32" fmla="*/ 568 w 1868"/>
                <a:gd name="T33" fmla="*/ 92 h 125"/>
                <a:gd name="T34" fmla="*/ 612 w 1868"/>
                <a:gd name="T35" fmla="*/ 51 h 125"/>
                <a:gd name="T36" fmla="*/ 649 w 1868"/>
                <a:gd name="T37" fmla="*/ 87 h 125"/>
                <a:gd name="T38" fmla="*/ 676 w 1868"/>
                <a:gd name="T39" fmla="*/ 19 h 125"/>
                <a:gd name="T40" fmla="*/ 778 w 1868"/>
                <a:gd name="T41" fmla="*/ 93 h 125"/>
                <a:gd name="T42" fmla="*/ 765 w 1868"/>
                <a:gd name="T43" fmla="*/ 9 h 125"/>
                <a:gd name="T44" fmla="*/ 702 w 1868"/>
                <a:gd name="T45" fmla="*/ 9 h 125"/>
                <a:gd name="T46" fmla="*/ 731 w 1868"/>
                <a:gd name="T47" fmla="*/ 87 h 125"/>
                <a:gd name="T48" fmla="*/ 876 w 1868"/>
                <a:gd name="T49" fmla="*/ 64 h 125"/>
                <a:gd name="T50" fmla="*/ 893 w 1868"/>
                <a:gd name="T51" fmla="*/ 4 h 125"/>
                <a:gd name="T52" fmla="*/ 893 w 1868"/>
                <a:gd name="T53" fmla="*/ 86 h 125"/>
                <a:gd name="T54" fmla="*/ 1062 w 1868"/>
                <a:gd name="T55" fmla="*/ 58 h 125"/>
                <a:gd name="T56" fmla="*/ 987 w 1868"/>
                <a:gd name="T57" fmla="*/ 3 h 125"/>
                <a:gd name="T58" fmla="*/ 1069 w 1868"/>
                <a:gd name="T59" fmla="*/ 20 h 125"/>
                <a:gd name="T60" fmla="*/ 1170 w 1868"/>
                <a:gd name="T61" fmla="*/ 93 h 125"/>
                <a:gd name="T62" fmla="*/ 1157 w 1868"/>
                <a:gd name="T63" fmla="*/ 9 h 125"/>
                <a:gd name="T64" fmla="*/ 1094 w 1868"/>
                <a:gd name="T65" fmla="*/ 9 h 125"/>
                <a:gd name="T66" fmla="*/ 1123 w 1868"/>
                <a:gd name="T67" fmla="*/ 87 h 125"/>
                <a:gd name="T68" fmla="*/ 1204 w 1868"/>
                <a:gd name="T69" fmla="*/ 87 h 125"/>
                <a:gd name="T70" fmla="*/ 1230 w 1868"/>
                <a:gd name="T71" fmla="*/ 19 h 125"/>
                <a:gd name="T72" fmla="*/ 1304 w 1868"/>
                <a:gd name="T73" fmla="*/ 94 h 125"/>
                <a:gd name="T74" fmla="*/ 1316 w 1868"/>
                <a:gd name="T75" fmla="*/ 9 h 125"/>
                <a:gd name="T76" fmla="*/ 1296 w 1868"/>
                <a:gd name="T77" fmla="*/ 3 h 125"/>
                <a:gd name="T78" fmla="*/ 1413 w 1868"/>
                <a:gd name="T79" fmla="*/ 11 h 125"/>
                <a:gd name="T80" fmla="*/ 1368 w 1868"/>
                <a:gd name="T81" fmla="*/ 19 h 125"/>
                <a:gd name="T82" fmla="*/ 1425 w 1868"/>
                <a:gd name="T83" fmla="*/ 70 h 125"/>
                <a:gd name="T84" fmla="*/ 1420 w 1868"/>
                <a:gd name="T85" fmla="*/ 62 h 125"/>
                <a:gd name="T86" fmla="*/ 1473 w 1868"/>
                <a:gd name="T87" fmla="*/ 54 h 125"/>
                <a:gd name="T88" fmla="*/ 1540 w 1868"/>
                <a:gd name="T89" fmla="*/ 89 h 125"/>
                <a:gd name="T90" fmla="*/ 1460 w 1868"/>
                <a:gd name="T91" fmla="*/ 2 h 125"/>
                <a:gd name="T92" fmla="*/ 1446 w 1868"/>
                <a:gd name="T93" fmla="*/ 87 h 125"/>
                <a:gd name="T94" fmla="*/ 1473 w 1868"/>
                <a:gd name="T95" fmla="*/ 54 h 125"/>
                <a:gd name="T96" fmla="*/ 1556 w 1868"/>
                <a:gd name="T97" fmla="*/ 92 h 125"/>
                <a:gd name="T98" fmla="*/ 1583 w 1868"/>
                <a:gd name="T99" fmla="*/ 34 h 125"/>
                <a:gd name="T100" fmla="*/ 1600 w 1868"/>
                <a:gd name="T101" fmla="*/ 3 h 125"/>
                <a:gd name="T102" fmla="*/ 1579 w 1868"/>
                <a:gd name="T103" fmla="*/ 88 h 125"/>
                <a:gd name="T104" fmla="*/ 1637 w 1868"/>
                <a:gd name="T105" fmla="*/ 77 h 125"/>
                <a:gd name="T106" fmla="*/ 1654 w 1868"/>
                <a:gd name="T107" fmla="*/ 77 h 125"/>
                <a:gd name="T108" fmla="*/ 1731 w 1868"/>
                <a:gd name="T109" fmla="*/ 10 h 125"/>
                <a:gd name="T110" fmla="*/ 1752 w 1868"/>
                <a:gd name="T111" fmla="*/ 3 h 125"/>
                <a:gd name="T112" fmla="*/ 1690 w 1868"/>
                <a:gd name="T113" fmla="*/ 13 h 125"/>
                <a:gd name="T114" fmla="*/ 1745 w 1868"/>
                <a:gd name="T115" fmla="*/ 93 h 125"/>
                <a:gd name="T116" fmla="*/ 1860 w 1868"/>
                <a:gd name="T117" fmla="*/ 11 h 125"/>
                <a:gd name="T118" fmla="*/ 1845 w 1868"/>
                <a:gd name="T119" fmla="*/ 20 h 125"/>
                <a:gd name="T120" fmla="*/ 1777 w 1868"/>
                <a:gd name="T121" fmla="*/ 3 h 125"/>
                <a:gd name="T122" fmla="*/ 1806 w 1868"/>
                <a:gd name="T123" fmla="*/ 87 h 125"/>
                <a:gd name="T124" fmla="*/ 1833 w 1868"/>
                <a:gd name="T125" fmla="*/ 5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8" h="125">
                  <a:moveTo>
                    <a:pt x="76" y="67"/>
                  </a:moveTo>
                  <a:cubicBezTo>
                    <a:pt x="70" y="80"/>
                    <a:pt x="62" y="87"/>
                    <a:pt x="50" y="88"/>
                  </a:cubicBezTo>
                  <a:cubicBezTo>
                    <a:pt x="31" y="86"/>
                    <a:pt x="20" y="72"/>
                    <a:pt x="19" y="47"/>
                  </a:cubicBezTo>
                  <a:cubicBezTo>
                    <a:pt x="20" y="22"/>
                    <a:pt x="30" y="10"/>
                    <a:pt x="49" y="8"/>
                  </a:cubicBezTo>
                  <a:cubicBezTo>
                    <a:pt x="61" y="8"/>
                    <a:pt x="69" y="16"/>
                    <a:pt x="73" y="31"/>
                  </a:cubicBezTo>
                  <a:cubicBezTo>
                    <a:pt x="78" y="31"/>
                    <a:pt x="78" y="31"/>
                    <a:pt x="78" y="31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3" y="6"/>
                    <a:pt x="72" y="6"/>
                    <a:pt x="72" y="6"/>
                  </a:cubicBezTo>
                  <a:cubicBezTo>
                    <a:pt x="71" y="6"/>
                    <a:pt x="70" y="6"/>
                    <a:pt x="68" y="5"/>
                  </a:cubicBezTo>
                  <a:cubicBezTo>
                    <a:pt x="61" y="2"/>
                    <a:pt x="54" y="1"/>
                    <a:pt x="48" y="1"/>
                  </a:cubicBezTo>
                  <a:cubicBezTo>
                    <a:pt x="19" y="3"/>
                    <a:pt x="3" y="19"/>
                    <a:pt x="0" y="48"/>
                  </a:cubicBezTo>
                  <a:cubicBezTo>
                    <a:pt x="2" y="77"/>
                    <a:pt x="18" y="92"/>
                    <a:pt x="45" y="94"/>
                  </a:cubicBezTo>
                  <a:cubicBezTo>
                    <a:pt x="49" y="94"/>
                    <a:pt x="53" y="94"/>
                    <a:pt x="58" y="93"/>
                  </a:cubicBezTo>
                  <a:cubicBezTo>
                    <a:pt x="62" y="93"/>
                    <a:pt x="65" y="92"/>
                    <a:pt x="67" y="92"/>
                  </a:cubicBezTo>
                  <a:cubicBezTo>
                    <a:pt x="70" y="92"/>
                    <a:pt x="72" y="93"/>
                    <a:pt x="74" y="93"/>
                  </a:cubicBezTo>
                  <a:cubicBezTo>
                    <a:pt x="77" y="85"/>
                    <a:pt x="80" y="76"/>
                    <a:pt x="81" y="67"/>
                  </a:cubicBezTo>
                  <a:cubicBezTo>
                    <a:pt x="76" y="67"/>
                    <a:pt x="76" y="67"/>
                    <a:pt x="76" y="67"/>
                  </a:cubicBezTo>
                  <a:close/>
                  <a:moveTo>
                    <a:pt x="155" y="87"/>
                  </a:moveTo>
                  <a:cubicBezTo>
                    <a:pt x="155" y="93"/>
                    <a:pt x="155" y="93"/>
                    <a:pt x="15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193" y="87"/>
                    <a:pt x="193" y="87"/>
                    <a:pt x="193" y="87"/>
                  </a:cubicBezTo>
                  <a:cubicBezTo>
                    <a:pt x="186" y="88"/>
                    <a:pt x="183" y="84"/>
                    <a:pt x="183" y="77"/>
                  </a:cubicBezTo>
                  <a:cubicBezTo>
                    <a:pt x="183" y="19"/>
                    <a:pt x="183" y="19"/>
                    <a:pt x="183" y="19"/>
                  </a:cubicBezTo>
                  <a:cubicBezTo>
                    <a:pt x="183" y="12"/>
                    <a:pt x="186" y="8"/>
                    <a:pt x="192" y="9"/>
                  </a:cubicBezTo>
                  <a:cubicBezTo>
                    <a:pt x="195" y="9"/>
                    <a:pt x="195" y="9"/>
                    <a:pt x="195" y="9"/>
                  </a:cubicBezTo>
                  <a:cubicBezTo>
                    <a:pt x="195" y="3"/>
                    <a:pt x="195" y="3"/>
                    <a:pt x="195" y="3"/>
                  </a:cubicBezTo>
                  <a:cubicBezTo>
                    <a:pt x="155" y="3"/>
                    <a:pt x="155" y="3"/>
                    <a:pt x="155" y="3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56" y="9"/>
                    <a:pt x="156" y="9"/>
                    <a:pt x="156" y="9"/>
                  </a:cubicBezTo>
                  <a:cubicBezTo>
                    <a:pt x="163" y="8"/>
                    <a:pt x="166" y="12"/>
                    <a:pt x="166" y="19"/>
                  </a:cubicBezTo>
                  <a:cubicBezTo>
                    <a:pt x="166" y="42"/>
                    <a:pt x="166" y="42"/>
                    <a:pt x="166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5" y="19"/>
                    <a:pt x="125" y="19"/>
                    <a:pt x="125" y="19"/>
                  </a:cubicBezTo>
                  <a:cubicBezTo>
                    <a:pt x="125" y="12"/>
                    <a:pt x="128" y="8"/>
                    <a:pt x="135" y="9"/>
                  </a:cubicBezTo>
                  <a:cubicBezTo>
                    <a:pt x="136" y="9"/>
                    <a:pt x="136" y="9"/>
                    <a:pt x="136" y="9"/>
                  </a:cubicBezTo>
                  <a:cubicBezTo>
                    <a:pt x="136" y="3"/>
                    <a:pt x="136" y="3"/>
                    <a:pt x="136" y="3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97" y="9"/>
                    <a:pt x="97" y="9"/>
                    <a:pt x="97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105" y="9"/>
                    <a:pt x="108" y="12"/>
                    <a:pt x="108" y="19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8" y="84"/>
                    <a:pt x="105" y="87"/>
                    <a:pt x="99" y="87"/>
                  </a:cubicBezTo>
                  <a:cubicBezTo>
                    <a:pt x="97" y="87"/>
                    <a:pt x="97" y="87"/>
                    <a:pt x="97" y="87"/>
                  </a:cubicBezTo>
                  <a:cubicBezTo>
                    <a:pt x="97" y="93"/>
                    <a:pt x="97" y="93"/>
                    <a:pt x="97" y="93"/>
                  </a:cubicBezTo>
                  <a:cubicBezTo>
                    <a:pt x="136" y="93"/>
                    <a:pt x="136" y="93"/>
                    <a:pt x="136" y="93"/>
                  </a:cubicBezTo>
                  <a:cubicBezTo>
                    <a:pt x="136" y="87"/>
                    <a:pt x="136" y="87"/>
                    <a:pt x="136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28" y="87"/>
                    <a:pt x="125" y="84"/>
                    <a:pt x="125" y="77"/>
                  </a:cubicBezTo>
                  <a:cubicBezTo>
                    <a:pt x="125" y="50"/>
                    <a:pt x="125" y="50"/>
                    <a:pt x="125" y="50"/>
                  </a:cubicBezTo>
                  <a:cubicBezTo>
                    <a:pt x="166" y="50"/>
                    <a:pt x="166" y="50"/>
                    <a:pt x="166" y="50"/>
                  </a:cubicBezTo>
                  <a:cubicBezTo>
                    <a:pt x="166" y="76"/>
                    <a:pt x="166" y="76"/>
                    <a:pt x="166" y="76"/>
                  </a:cubicBezTo>
                  <a:cubicBezTo>
                    <a:pt x="166" y="83"/>
                    <a:pt x="163" y="87"/>
                    <a:pt x="157" y="87"/>
                  </a:cubicBezTo>
                  <a:cubicBezTo>
                    <a:pt x="155" y="87"/>
                    <a:pt x="155" y="87"/>
                    <a:pt x="155" y="87"/>
                  </a:cubicBezTo>
                  <a:close/>
                  <a:moveTo>
                    <a:pt x="212" y="49"/>
                  </a:moveTo>
                  <a:cubicBezTo>
                    <a:pt x="214" y="78"/>
                    <a:pt x="229" y="93"/>
                    <a:pt x="257" y="94"/>
                  </a:cubicBezTo>
                  <a:cubicBezTo>
                    <a:pt x="286" y="93"/>
                    <a:pt x="302" y="77"/>
                    <a:pt x="304" y="46"/>
                  </a:cubicBezTo>
                  <a:cubicBezTo>
                    <a:pt x="302" y="17"/>
                    <a:pt x="287" y="2"/>
                    <a:pt x="259" y="0"/>
                  </a:cubicBezTo>
                  <a:cubicBezTo>
                    <a:pt x="229" y="2"/>
                    <a:pt x="214" y="18"/>
                    <a:pt x="212" y="49"/>
                  </a:cubicBezTo>
                  <a:close/>
                  <a:moveTo>
                    <a:pt x="230" y="43"/>
                  </a:moveTo>
                  <a:cubicBezTo>
                    <a:pt x="231" y="20"/>
                    <a:pt x="240" y="7"/>
                    <a:pt x="256" y="6"/>
                  </a:cubicBezTo>
                  <a:cubicBezTo>
                    <a:pt x="274" y="8"/>
                    <a:pt x="284" y="23"/>
                    <a:pt x="285" y="52"/>
                  </a:cubicBezTo>
                  <a:cubicBezTo>
                    <a:pt x="284" y="76"/>
                    <a:pt x="276" y="88"/>
                    <a:pt x="260" y="89"/>
                  </a:cubicBezTo>
                  <a:cubicBezTo>
                    <a:pt x="241" y="87"/>
                    <a:pt x="231" y="72"/>
                    <a:pt x="230" y="43"/>
                  </a:cubicBezTo>
                  <a:close/>
                  <a:moveTo>
                    <a:pt x="339" y="21"/>
                  </a:moveTo>
                  <a:cubicBezTo>
                    <a:pt x="398" y="93"/>
                    <a:pt x="398" y="93"/>
                    <a:pt x="398" y="93"/>
                  </a:cubicBezTo>
                  <a:cubicBezTo>
                    <a:pt x="405" y="93"/>
                    <a:pt x="405" y="93"/>
                    <a:pt x="405" y="93"/>
                  </a:cubicBezTo>
                  <a:cubicBezTo>
                    <a:pt x="405" y="16"/>
                    <a:pt x="405" y="16"/>
                    <a:pt x="405" y="16"/>
                  </a:cubicBezTo>
                  <a:cubicBezTo>
                    <a:pt x="405" y="11"/>
                    <a:pt x="408" y="8"/>
                    <a:pt x="415" y="9"/>
                  </a:cubicBezTo>
                  <a:cubicBezTo>
                    <a:pt x="417" y="9"/>
                    <a:pt x="417" y="9"/>
                    <a:pt x="417" y="9"/>
                  </a:cubicBezTo>
                  <a:cubicBezTo>
                    <a:pt x="417" y="3"/>
                    <a:pt x="417" y="3"/>
                    <a:pt x="417" y="3"/>
                  </a:cubicBezTo>
                  <a:cubicBezTo>
                    <a:pt x="385" y="3"/>
                    <a:pt x="385" y="3"/>
                    <a:pt x="385" y="3"/>
                  </a:cubicBezTo>
                  <a:cubicBezTo>
                    <a:pt x="385" y="9"/>
                    <a:pt x="385" y="9"/>
                    <a:pt x="385" y="9"/>
                  </a:cubicBezTo>
                  <a:cubicBezTo>
                    <a:pt x="386" y="9"/>
                    <a:pt x="386" y="9"/>
                    <a:pt x="386" y="9"/>
                  </a:cubicBezTo>
                  <a:cubicBezTo>
                    <a:pt x="391" y="9"/>
                    <a:pt x="395" y="9"/>
                    <a:pt x="396" y="11"/>
                  </a:cubicBezTo>
                  <a:cubicBezTo>
                    <a:pt x="397" y="12"/>
                    <a:pt x="398" y="16"/>
                    <a:pt x="398" y="21"/>
                  </a:cubicBezTo>
                  <a:cubicBezTo>
                    <a:pt x="398" y="65"/>
                    <a:pt x="398" y="65"/>
                    <a:pt x="398" y="65"/>
                  </a:cubicBezTo>
                  <a:cubicBezTo>
                    <a:pt x="347" y="3"/>
                    <a:pt x="347" y="3"/>
                    <a:pt x="347" y="3"/>
                  </a:cubicBezTo>
                  <a:cubicBezTo>
                    <a:pt x="322" y="3"/>
                    <a:pt x="322" y="3"/>
                    <a:pt x="322" y="3"/>
                  </a:cubicBezTo>
                  <a:cubicBezTo>
                    <a:pt x="322" y="9"/>
                    <a:pt x="322" y="9"/>
                    <a:pt x="322" y="9"/>
                  </a:cubicBezTo>
                  <a:cubicBezTo>
                    <a:pt x="326" y="9"/>
                    <a:pt x="329" y="10"/>
                    <a:pt x="331" y="11"/>
                  </a:cubicBezTo>
                  <a:cubicBezTo>
                    <a:pt x="331" y="78"/>
                    <a:pt x="331" y="78"/>
                    <a:pt x="331" y="78"/>
                  </a:cubicBezTo>
                  <a:cubicBezTo>
                    <a:pt x="332" y="84"/>
                    <a:pt x="329" y="87"/>
                    <a:pt x="322" y="87"/>
                  </a:cubicBezTo>
                  <a:cubicBezTo>
                    <a:pt x="321" y="87"/>
                    <a:pt x="321" y="87"/>
                    <a:pt x="321" y="87"/>
                  </a:cubicBezTo>
                  <a:cubicBezTo>
                    <a:pt x="321" y="93"/>
                    <a:pt x="321" y="93"/>
                    <a:pt x="321" y="93"/>
                  </a:cubicBezTo>
                  <a:cubicBezTo>
                    <a:pt x="351" y="93"/>
                    <a:pt x="351" y="93"/>
                    <a:pt x="351" y="93"/>
                  </a:cubicBezTo>
                  <a:cubicBezTo>
                    <a:pt x="351" y="87"/>
                    <a:pt x="351" y="87"/>
                    <a:pt x="351" y="87"/>
                  </a:cubicBezTo>
                  <a:cubicBezTo>
                    <a:pt x="343" y="88"/>
                    <a:pt x="338" y="84"/>
                    <a:pt x="339" y="75"/>
                  </a:cubicBezTo>
                  <a:cubicBezTo>
                    <a:pt x="339" y="21"/>
                    <a:pt x="339" y="21"/>
                    <a:pt x="339" y="21"/>
                  </a:cubicBezTo>
                  <a:close/>
                  <a:moveTo>
                    <a:pt x="521" y="49"/>
                  </a:moveTo>
                  <a:cubicBezTo>
                    <a:pt x="480" y="49"/>
                    <a:pt x="480" y="49"/>
                    <a:pt x="480" y="49"/>
                  </a:cubicBezTo>
                  <a:cubicBezTo>
                    <a:pt x="480" y="55"/>
                    <a:pt x="480" y="55"/>
                    <a:pt x="480" y="55"/>
                  </a:cubicBezTo>
                  <a:cubicBezTo>
                    <a:pt x="487" y="55"/>
                    <a:pt x="491" y="56"/>
                    <a:pt x="493" y="57"/>
                  </a:cubicBezTo>
                  <a:cubicBezTo>
                    <a:pt x="495" y="58"/>
                    <a:pt x="496" y="61"/>
                    <a:pt x="496" y="64"/>
                  </a:cubicBezTo>
                  <a:cubicBezTo>
                    <a:pt x="496" y="84"/>
                    <a:pt x="496" y="84"/>
                    <a:pt x="496" y="84"/>
                  </a:cubicBezTo>
                  <a:cubicBezTo>
                    <a:pt x="492" y="87"/>
                    <a:pt x="488" y="88"/>
                    <a:pt x="482" y="88"/>
                  </a:cubicBezTo>
                  <a:cubicBezTo>
                    <a:pt x="463" y="86"/>
                    <a:pt x="453" y="72"/>
                    <a:pt x="452" y="47"/>
                  </a:cubicBezTo>
                  <a:cubicBezTo>
                    <a:pt x="453" y="22"/>
                    <a:pt x="463" y="8"/>
                    <a:pt x="482" y="7"/>
                  </a:cubicBezTo>
                  <a:cubicBezTo>
                    <a:pt x="495" y="7"/>
                    <a:pt x="504" y="15"/>
                    <a:pt x="508" y="30"/>
                  </a:cubicBezTo>
                  <a:cubicBezTo>
                    <a:pt x="513" y="30"/>
                    <a:pt x="513" y="30"/>
                    <a:pt x="513" y="30"/>
                  </a:cubicBezTo>
                  <a:cubicBezTo>
                    <a:pt x="513" y="4"/>
                    <a:pt x="513" y="4"/>
                    <a:pt x="513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09" y="5"/>
                    <a:pt x="508" y="6"/>
                    <a:pt x="506" y="6"/>
                  </a:cubicBezTo>
                  <a:cubicBezTo>
                    <a:pt x="505" y="6"/>
                    <a:pt x="503" y="5"/>
                    <a:pt x="499" y="4"/>
                  </a:cubicBezTo>
                  <a:cubicBezTo>
                    <a:pt x="491" y="2"/>
                    <a:pt x="484" y="1"/>
                    <a:pt x="479" y="1"/>
                  </a:cubicBezTo>
                  <a:cubicBezTo>
                    <a:pt x="451" y="3"/>
                    <a:pt x="436" y="18"/>
                    <a:pt x="434" y="47"/>
                  </a:cubicBezTo>
                  <a:cubicBezTo>
                    <a:pt x="435" y="77"/>
                    <a:pt x="450" y="93"/>
                    <a:pt x="480" y="94"/>
                  </a:cubicBezTo>
                  <a:cubicBezTo>
                    <a:pt x="491" y="94"/>
                    <a:pt x="502" y="91"/>
                    <a:pt x="513" y="86"/>
                  </a:cubicBezTo>
                  <a:cubicBezTo>
                    <a:pt x="513" y="64"/>
                    <a:pt x="513" y="64"/>
                    <a:pt x="513" y="64"/>
                  </a:cubicBezTo>
                  <a:cubicBezTo>
                    <a:pt x="512" y="58"/>
                    <a:pt x="515" y="55"/>
                    <a:pt x="521" y="55"/>
                  </a:cubicBezTo>
                  <a:cubicBezTo>
                    <a:pt x="521" y="49"/>
                    <a:pt x="521" y="49"/>
                    <a:pt x="521" y="49"/>
                  </a:cubicBezTo>
                  <a:close/>
                  <a:moveTo>
                    <a:pt x="632" y="118"/>
                  </a:moveTo>
                  <a:cubicBezTo>
                    <a:pt x="625" y="118"/>
                    <a:pt x="618" y="114"/>
                    <a:pt x="610" y="104"/>
                  </a:cubicBezTo>
                  <a:cubicBezTo>
                    <a:pt x="605" y="99"/>
                    <a:pt x="600" y="95"/>
                    <a:pt x="597" y="93"/>
                  </a:cubicBezTo>
                  <a:cubicBezTo>
                    <a:pt x="618" y="86"/>
                    <a:pt x="630" y="70"/>
                    <a:pt x="631" y="46"/>
                  </a:cubicBezTo>
                  <a:cubicBezTo>
                    <a:pt x="629" y="17"/>
                    <a:pt x="614" y="2"/>
                    <a:pt x="586" y="0"/>
                  </a:cubicBezTo>
                  <a:cubicBezTo>
                    <a:pt x="557" y="2"/>
                    <a:pt x="541" y="19"/>
                    <a:pt x="538" y="49"/>
                  </a:cubicBezTo>
                  <a:cubicBezTo>
                    <a:pt x="539" y="71"/>
                    <a:pt x="549" y="86"/>
                    <a:pt x="568" y="92"/>
                  </a:cubicBezTo>
                  <a:cubicBezTo>
                    <a:pt x="572" y="93"/>
                    <a:pt x="578" y="98"/>
                    <a:pt x="585" y="105"/>
                  </a:cubicBezTo>
                  <a:cubicBezTo>
                    <a:pt x="595" y="116"/>
                    <a:pt x="607" y="123"/>
                    <a:pt x="623" y="125"/>
                  </a:cubicBezTo>
                  <a:cubicBezTo>
                    <a:pt x="626" y="125"/>
                    <a:pt x="628" y="124"/>
                    <a:pt x="630" y="124"/>
                  </a:cubicBezTo>
                  <a:cubicBezTo>
                    <a:pt x="632" y="118"/>
                    <a:pt x="632" y="118"/>
                    <a:pt x="632" y="118"/>
                  </a:cubicBezTo>
                  <a:close/>
                  <a:moveTo>
                    <a:pt x="557" y="43"/>
                  </a:moveTo>
                  <a:cubicBezTo>
                    <a:pt x="557" y="20"/>
                    <a:pt x="566" y="7"/>
                    <a:pt x="583" y="6"/>
                  </a:cubicBezTo>
                  <a:cubicBezTo>
                    <a:pt x="601" y="7"/>
                    <a:pt x="610" y="22"/>
                    <a:pt x="612" y="51"/>
                  </a:cubicBezTo>
                  <a:cubicBezTo>
                    <a:pt x="611" y="76"/>
                    <a:pt x="603" y="88"/>
                    <a:pt x="586" y="89"/>
                  </a:cubicBezTo>
                  <a:cubicBezTo>
                    <a:pt x="568" y="87"/>
                    <a:pt x="558" y="72"/>
                    <a:pt x="557" y="43"/>
                  </a:cubicBezTo>
                  <a:close/>
                  <a:moveTo>
                    <a:pt x="648" y="9"/>
                  </a:moveTo>
                  <a:cubicBezTo>
                    <a:pt x="649" y="9"/>
                    <a:pt x="649" y="9"/>
                    <a:pt x="649" y="9"/>
                  </a:cubicBezTo>
                  <a:cubicBezTo>
                    <a:pt x="656" y="8"/>
                    <a:pt x="659" y="12"/>
                    <a:pt x="659" y="19"/>
                  </a:cubicBezTo>
                  <a:cubicBezTo>
                    <a:pt x="659" y="77"/>
                    <a:pt x="659" y="77"/>
                    <a:pt x="659" y="77"/>
                  </a:cubicBezTo>
                  <a:cubicBezTo>
                    <a:pt x="659" y="84"/>
                    <a:pt x="656" y="87"/>
                    <a:pt x="649" y="87"/>
                  </a:cubicBezTo>
                  <a:cubicBezTo>
                    <a:pt x="648" y="87"/>
                    <a:pt x="648" y="87"/>
                    <a:pt x="648" y="87"/>
                  </a:cubicBezTo>
                  <a:cubicBezTo>
                    <a:pt x="648" y="93"/>
                    <a:pt x="648" y="93"/>
                    <a:pt x="648" y="93"/>
                  </a:cubicBezTo>
                  <a:cubicBezTo>
                    <a:pt x="687" y="93"/>
                    <a:pt x="687" y="93"/>
                    <a:pt x="687" y="93"/>
                  </a:cubicBezTo>
                  <a:cubicBezTo>
                    <a:pt x="687" y="87"/>
                    <a:pt x="687" y="87"/>
                    <a:pt x="687" y="87"/>
                  </a:cubicBezTo>
                  <a:cubicBezTo>
                    <a:pt x="685" y="87"/>
                    <a:pt x="685" y="87"/>
                    <a:pt x="685" y="87"/>
                  </a:cubicBezTo>
                  <a:cubicBezTo>
                    <a:pt x="679" y="88"/>
                    <a:pt x="675" y="84"/>
                    <a:pt x="676" y="77"/>
                  </a:cubicBezTo>
                  <a:cubicBezTo>
                    <a:pt x="676" y="19"/>
                    <a:pt x="676" y="19"/>
                    <a:pt x="676" y="19"/>
                  </a:cubicBezTo>
                  <a:cubicBezTo>
                    <a:pt x="676" y="12"/>
                    <a:pt x="679" y="9"/>
                    <a:pt x="685" y="9"/>
                  </a:cubicBezTo>
                  <a:cubicBezTo>
                    <a:pt x="687" y="9"/>
                    <a:pt x="687" y="9"/>
                    <a:pt x="687" y="9"/>
                  </a:cubicBezTo>
                  <a:cubicBezTo>
                    <a:pt x="687" y="3"/>
                    <a:pt x="687" y="3"/>
                    <a:pt x="687" y="3"/>
                  </a:cubicBezTo>
                  <a:cubicBezTo>
                    <a:pt x="648" y="3"/>
                    <a:pt x="648" y="3"/>
                    <a:pt x="648" y="3"/>
                  </a:cubicBezTo>
                  <a:cubicBezTo>
                    <a:pt x="648" y="9"/>
                    <a:pt x="648" y="9"/>
                    <a:pt x="648" y="9"/>
                  </a:cubicBezTo>
                  <a:close/>
                  <a:moveTo>
                    <a:pt x="719" y="21"/>
                  </a:moveTo>
                  <a:cubicBezTo>
                    <a:pt x="778" y="93"/>
                    <a:pt x="778" y="93"/>
                    <a:pt x="778" y="93"/>
                  </a:cubicBezTo>
                  <a:cubicBezTo>
                    <a:pt x="785" y="93"/>
                    <a:pt x="785" y="93"/>
                    <a:pt x="785" y="93"/>
                  </a:cubicBezTo>
                  <a:cubicBezTo>
                    <a:pt x="785" y="16"/>
                    <a:pt x="785" y="16"/>
                    <a:pt x="785" y="16"/>
                  </a:cubicBezTo>
                  <a:cubicBezTo>
                    <a:pt x="785" y="11"/>
                    <a:pt x="788" y="8"/>
                    <a:pt x="795" y="9"/>
                  </a:cubicBezTo>
                  <a:cubicBezTo>
                    <a:pt x="797" y="9"/>
                    <a:pt x="797" y="9"/>
                    <a:pt x="797" y="9"/>
                  </a:cubicBezTo>
                  <a:cubicBezTo>
                    <a:pt x="797" y="3"/>
                    <a:pt x="797" y="3"/>
                    <a:pt x="797" y="3"/>
                  </a:cubicBezTo>
                  <a:cubicBezTo>
                    <a:pt x="765" y="3"/>
                    <a:pt x="765" y="3"/>
                    <a:pt x="765" y="3"/>
                  </a:cubicBezTo>
                  <a:cubicBezTo>
                    <a:pt x="765" y="9"/>
                    <a:pt x="765" y="9"/>
                    <a:pt x="765" y="9"/>
                  </a:cubicBezTo>
                  <a:cubicBezTo>
                    <a:pt x="766" y="9"/>
                    <a:pt x="766" y="9"/>
                    <a:pt x="766" y="9"/>
                  </a:cubicBezTo>
                  <a:cubicBezTo>
                    <a:pt x="771" y="9"/>
                    <a:pt x="775" y="9"/>
                    <a:pt x="776" y="11"/>
                  </a:cubicBezTo>
                  <a:cubicBezTo>
                    <a:pt x="777" y="12"/>
                    <a:pt x="778" y="16"/>
                    <a:pt x="778" y="21"/>
                  </a:cubicBezTo>
                  <a:cubicBezTo>
                    <a:pt x="778" y="65"/>
                    <a:pt x="778" y="65"/>
                    <a:pt x="778" y="65"/>
                  </a:cubicBezTo>
                  <a:cubicBezTo>
                    <a:pt x="727" y="3"/>
                    <a:pt x="727" y="3"/>
                    <a:pt x="727" y="3"/>
                  </a:cubicBezTo>
                  <a:cubicBezTo>
                    <a:pt x="702" y="3"/>
                    <a:pt x="702" y="3"/>
                    <a:pt x="702" y="3"/>
                  </a:cubicBezTo>
                  <a:cubicBezTo>
                    <a:pt x="702" y="9"/>
                    <a:pt x="702" y="9"/>
                    <a:pt x="702" y="9"/>
                  </a:cubicBezTo>
                  <a:cubicBezTo>
                    <a:pt x="706" y="9"/>
                    <a:pt x="709" y="10"/>
                    <a:pt x="711" y="11"/>
                  </a:cubicBezTo>
                  <a:cubicBezTo>
                    <a:pt x="711" y="78"/>
                    <a:pt x="711" y="78"/>
                    <a:pt x="711" y="78"/>
                  </a:cubicBezTo>
                  <a:cubicBezTo>
                    <a:pt x="712" y="84"/>
                    <a:pt x="709" y="87"/>
                    <a:pt x="702" y="87"/>
                  </a:cubicBezTo>
                  <a:cubicBezTo>
                    <a:pt x="701" y="87"/>
                    <a:pt x="701" y="87"/>
                    <a:pt x="701" y="87"/>
                  </a:cubicBezTo>
                  <a:cubicBezTo>
                    <a:pt x="701" y="93"/>
                    <a:pt x="701" y="93"/>
                    <a:pt x="701" y="93"/>
                  </a:cubicBezTo>
                  <a:cubicBezTo>
                    <a:pt x="731" y="93"/>
                    <a:pt x="731" y="93"/>
                    <a:pt x="731" y="93"/>
                  </a:cubicBezTo>
                  <a:cubicBezTo>
                    <a:pt x="731" y="87"/>
                    <a:pt x="731" y="87"/>
                    <a:pt x="731" y="87"/>
                  </a:cubicBezTo>
                  <a:cubicBezTo>
                    <a:pt x="723" y="88"/>
                    <a:pt x="719" y="84"/>
                    <a:pt x="719" y="75"/>
                  </a:cubicBezTo>
                  <a:cubicBezTo>
                    <a:pt x="719" y="21"/>
                    <a:pt x="719" y="21"/>
                    <a:pt x="719" y="21"/>
                  </a:cubicBezTo>
                  <a:close/>
                  <a:moveTo>
                    <a:pt x="902" y="49"/>
                  </a:moveTo>
                  <a:cubicBezTo>
                    <a:pt x="860" y="49"/>
                    <a:pt x="860" y="49"/>
                    <a:pt x="860" y="49"/>
                  </a:cubicBezTo>
                  <a:cubicBezTo>
                    <a:pt x="860" y="55"/>
                    <a:pt x="860" y="55"/>
                    <a:pt x="860" y="55"/>
                  </a:cubicBezTo>
                  <a:cubicBezTo>
                    <a:pt x="867" y="55"/>
                    <a:pt x="871" y="56"/>
                    <a:pt x="873" y="57"/>
                  </a:cubicBezTo>
                  <a:cubicBezTo>
                    <a:pt x="875" y="58"/>
                    <a:pt x="876" y="61"/>
                    <a:pt x="876" y="64"/>
                  </a:cubicBezTo>
                  <a:cubicBezTo>
                    <a:pt x="876" y="84"/>
                    <a:pt x="876" y="84"/>
                    <a:pt x="876" y="84"/>
                  </a:cubicBezTo>
                  <a:cubicBezTo>
                    <a:pt x="872" y="87"/>
                    <a:pt x="868" y="88"/>
                    <a:pt x="862" y="88"/>
                  </a:cubicBezTo>
                  <a:cubicBezTo>
                    <a:pt x="844" y="86"/>
                    <a:pt x="834" y="72"/>
                    <a:pt x="832" y="47"/>
                  </a:cubicBezTo>
                  <a:cubicBezTo>
                    <a:pt x="834" y="22"/>
                    <a:pt x="844" y="8"/>
                    <a:pt x="862" y="7"/>
                  </a:cubicBezTo>
                  <a:cubicBezTo>
                    <a:pt x="876" y="7"/>
                    <a:pt x="884" y="15"/>
                    <a:pt x="888" y="30"/>
                  </a:cubicBezTo>
                  <a:cubicBezTo>
                    <a:pt x="893" y="30"/>
                    <a:pt x="893" y="30"/>
                    <a:pt x="893" y="30"/>
                  </a:cubicBezTo>
                  <a:cubicBezTo>
                    <a:pt x="893" y="4"/>
                    <a:pt x="893" y="4"/>
                    <a:pt x="893" y="4"/>
                  </a:cubicBezTo>
                  <a:cubicBezTo>
                    <a:pt x="889" y="4"/>
                    <a:pt x="889" y="4"/>
                    <a:pt x="889" y="4"/>
                  </a:cubicBezTo>
                  <a:cubicBezTo>
                    <a:pt x="889" y="5"/>
                    <a:pt x="888" y="6"/>
                    <a:pt x="886" y="6"/>
                  </a:cubicBezTo>
                  <a:cubicBezTo>
                    <a:pt x="885" y="6"/>
                    <a:pt x="883" y="5"/>
                    <a:pt x="879" y="4"/>
                  </a:cubicBezTo>
                  <a:cubicBezTo>
                    <a:pt x="871" y="2"/>
                    <a:pt x="864" y="1"/>
                    <a:pt x="859" y="1"/>
                  </a:cubicBezTo>
                  <a:cubicBezTo>
                    <a:pt x="831" y="3"/>
                    <a:pt x="816" y="18"/>
                    <a:pt x="814" y="47"/>
                  </a:cubicBezTo>
                  <a:cubicBezTo>
                    <a:pt x="815" y="77"/>
                    <a:pt x="830" y="93"/>
                    <a:pt x="860" y="94"/>
                  </a:cubicBezTo>
                  <a:cubicBezTo>
                    <a:pt x="871" y="94"/>
                    <a:pt x="882" y="91"/>
                    <a:pt x="893" y="86"/>
                  </a:cubicBezTo>
                  <a:cubicBezTo>
                    <a:pt x="893" y="64"/>
                    <a:pt x="893" y="64"/>
                    <a:pt x="893" y="64"/>
                  </a:cubicBezTo>
                  <a:cubicBezTo>
                    <a:pt x="892" y="58"/>
                    <a:pt x="895" y="55"/>
                    <a:pt x="902" y="55"/>
                  </a:cubicBezTo>
                  <a:cubicBezTo>
                    <a:pt x="902" y="49"/>
                    <a:pt x="902" y="49"/>
                    <a:pt x="902" y="49"/>
                  </a:cubicBezTo>
                  <a:close/>
                  <a:moveTo>
                    <a:pt x="1049" y="9"/>
                  </a:moveTo>
                  <a:cubicBezTo>
                    <a:pt x="1051" y="9"/>
                    <a:pt x="1051" y="9"/>
                    <a:pt x="1051" y="9"/>
                  </a:cubicBezTo>
                  <a:cubicBezTo>
                    <a:pt x="1058" y="8"/>
                    <a:pt x="1062" y="13"/>
                    <a:pt x="1062" y="23"/>
                  </a:cubicBezTo>
                  <a:cubicBezTo>
                    <a:pt x="1062" y="58"/>
                    <a:pt x="1062" y="58"/>
                    <a:pt x="1062" y="58"/>
                  </a:cubicBezTo>
                  <a:cubicBezTo>
                    <a:pt x="1061" y="76"/>
                    <a:pt x="1053" y="85"/>
                    <a:pt x="1037" y="85"/>
                  </a:cubicBezTo>
                  <a:cubicBezTo>
                    <a:pt x="1023" y="85"/>
                    <a:pt x="1015" y="77"/>
                    <a:pt x="1015" y="61"/>
                  </a:cubicBezTo>
                  <a:cubicBezTo>
                    <a:pt x="1015" y="18"/>
                    <a:pt x="1015" y="18"/>
                    <a:pt x="1015" y="18"/>
                  </a:cubicBezTo>
                  <a:cubicBezTo>
                    <a:pt x="1015" y="12"/>
                    <a:pt x="1018" y="9"/>
                    <a:pt x="1024" y="9"/>
                  </a:cubicBezTo>
                  <a:cubicBezTo>
                    <a:pt x="1026" y="9"/>
                    <a:pt x="1026" y="9"/>
                    <a:pt x="1026" y="9"/>
                  </a:cubicBezTo>
                  <a:cubicBezTo>
                    <a:pt x="1026" y="3"/>
                    <a:pt x="1026" y="3"/>
                    <a:pt x="1026" y="3"/>
                  </a:cubicBezTo>
                  <a:cubicBezTo>
                    <a:pt x="987" y="3"/>
                    <a:pt x="987" y="3"/>
                    <a:pt x="987" y="3"/>
                  </a:cubicBezTo>
                  <a:cubicBezTo>
                    <a:pt x="987" y="9"/>
                    <a:pt x="987" y="9"/>
                    <a:pt x="987" y="9"/>
                  </a:cubicBezTo>
                  <a:cubicBezTo>
                    <a:pt x="989" y="9"/>
                    <a:pt x="989" y="9"/>
                    <a:pt x="989" y="9"/>
                  </a:cubicBezTo>
                  <a:cubicBezTo>
                    <a:pt x="995" y="8"/>
                    <a:pt x="998" y="11"/>
                    <a:pt x="998" y="18"/>
                  </a:cubicBezTo>
                  <a:cubicBezTo>
                    <a:pt x="998" y="61"/>
                    <a:pt x="998" y="61"/>
                    <a:pt x="998" y="61"/>
                  </a:cubicBezTo>
                  <a:cubicBezTo>
                    <a:pt x="998" y="83"/>
                    <a:pt x="1010" y="94"/>
                    <a:pt x="1034" y="94"/>
                  </a:cubicBezTo>
                  <a:cubicBezTo>
                    <a:pt x="1057" y="94"/>
                    <a:pt x="1069" y="81"/>
                    <a:pt x="1069" y="57"/>
                  </a:cubicBezTo>
                  <a:cubicBezTo>
                    <a:pt x="1069" y="20"/>
                    <a:pt x="1069" y="20"/>
                    <a:pt x="1069" y="20"/>
                  </a:cubicBezTo>
                  <a:cubicBezTo>
                    <a:pt x="1069" y="12"/>
                    <a:pt x="1073" y="8"/>
                    <a:pt x="1080" y="9"/>
                  </a:cubicBezTo>
                  <a:cubicBezTo>
                    <a:pt x="1081" y="9"/>
                    <a:pt x="1081" y="9"/>
                    <a:pt x="1081" y="9"/>
                  </a:cubicBezTo>
                  <a:cubicBezTo>
                    <a:pt x="1081" y="3"/>
                    <a:pt x="1081" y="3"/>
                    <a:pt x="1081" y="3"/>
                  </a:cubicBezTo>
                  <a:cubicBezTo>
                    <a:pt x="1049" y="3"/>
                    <a:pt x="1049" y="3"/>
                    <a:pt x="1049" y="3"/>
                  </a:cubicBezTo>
                  <a:cubicBezTo>
                    <a:pt x="1049" y="9"/>
                    <a:pt x="1049" y="9"/>
                    <a:pt x="1049" y="9"/>
                  </a:cubicBezTo>
                  <a:close/>
                  <a:moveTo>
                    <a:pt x="1111" y="21"/>
                  </a:moveTo>
                  <a:cubicBezTo>
                    <a:pt x="1170" y="93"/>
                    <a:pt x="1170" y="93"/>
                    <a:pt x="1170" y="93"/>
                  </a:cubicBezTo>
                  <a:cubicBezTo>
                    <a:pt x="1177" y="93"/>
                    <a:pt x="1177" y="93"/>
                    <a:pt x="1177" y="93"/>
                  </a:cubicBezTo>
                  <a:cubicBezTo>
                    <a:pt x="1177" y="16"/>
                    <a:pt x="1177" y="16"/>
                    <a:pt x="1177" y="16"/>
                  </a:cubicBezTo>
                  <a:cubicBezTo>
                    <a:pt x="1177" y="11"/>
                    <a:pt x="1180" y="8"/>
                    <a:pt x="1187" y="9"/>
                  </a:cubicBezTo>
                  <a:cubicBezTo>
                    <a:pt x="1189" y="9"/>
                    <a:pt x="1189" y="9"/>
                    <a:pt x="1189" y="9"/>
                  </a:cubicBezTo>
                  <a:cubicBezTo>
                    <a:pt x="1189" y="3"/>
                    <a:pt x="1189" y="3"/>
                    <a:pt x="1189" y="3"/>
                  </a:cubicBezTo>
                  <a:cubicBezTo>
                    <a:pt x="1157" y="3"/>
                    <a:pt x="1157" y="3"/>
                    <a:pt x="1157" y="3"/>
                  </a:cubicBezTo>
                  <a:cubicBezTo>
                    <a:pt x="1157" y="9"/>
                    <a:pt x="1157" y="9"/>
                    <a:pt x="1157" y="9"/>
                  </a:cubicBezTo>
                  <a:cubicBezTo>
                    <a:pt x="1158" y="9"/>
                    <a:pt x="1158" y="9"/>
                    <a:pt x="1158" y="9"/>
                  </a:cubicBezTo>
                  <a:cubicBezTo>
                    <a:pt x="1163" y="9"/>
                    <a:pt x="1166" y="9"/>
                    <a:pt x="1168" y="11"/>
                  </a:cubicBezTo>
                  <a:cubicBezTo>
                    <a:pt x="1169" y="12"/>
                    <a:pt x="1170" y="16"/>
                    <a:pt x="1170" y="21"/>
                  </a:cubicBezTo>
                  <a:cubicBezTo>
                    <a:pt x="1170" y="65"/>
                    <a:pt x="1170" y="65"/>
                    <a:pt x="1170" y="65"/>
                  </a:cubicBezTo>
                  <a:cubicBezTo>
                    <a:pt x="1119" y="3"/>
                    <a:pt x="1119" y="3"/>
                    <a:pt x="1119" y="3"/>
                  </a:cubicBezTo>
                  <a:cubicBezTo>
                    <a:pt x="1094" y="3"/>
                    <a:pt x="1094" y="3"/>
                    <a:pt x="1094" y="3"/>
                  </a:cubicBezTo>
                  <a:cubicBezTo>
                    <a:pt x="1094" y="9"/>
                    <a:pt x="1094" y="9"/>
                    <a:pt x="1094" y="9"/>
                  </a:cubicBezTo>
                  <a:cubicBezTo>
                    <a:pt x="1097" y="9"/>
                    <a:pt x="1101" y="10"/>
                    <a:pt x="1103" y="11"/>
                  </a:cubicBezTo>
                  <a:cubicBezTo>
                    <a:pt x="1103" y="78"/>
                    <a:pt x="1103" y="78"/>
                    <a:pt x="1103" y="78"/>
                  </a:cubicBezTo>
                  <a:cubicBezTo>
                    <a:pt x="1104" y="84"/>
                    <a:pt x="1100" y="87"/>
                    <a:pt x="1094" y="87"/>
                  </a:cubicBezTo>
                  <a:cubicBezTo>
                    <a:pt x="1093" y="87"/>
                    <a:pt x="1093" y="87"/>
                    <a:pt x="1093" y="87"/>
                  </a:cubicBezTo>
                  <a:cubicBezTo>
                    <a:pt x="1093" y="93"/>
                    <a:pt x="1093" y="93"/>
                    <a:pt x="1093" y="93"/>
                  </a:cubicBezTo>
                  <a:cubicBezTo>
                    <a:pt x="1123" y="93"/>
                    <a:pt x="1123" y="93"/>
                    <a:pt x="1123" y="93"/>
                  </a:cubicBezTo>
                  <a:cubicBezTo>
                    <a:pt x="1123" y="87"/>
                    <a:pt x="1123" y="87"/>
                    <a:pt x="1123" y="87"/>
                  </a:cubicBezTo>
                  <a:cubicBezTo>
                    <a:pt x="1114" y="88"/>
                    <a:pt x="1110" y="84"/>
                    <a:pt x="1111" y="75"/>
                  </a:cubicBezTo>
                  <a:cubicBezTo>
                    <a:pt x="1111" y="21"/>
                    <a:pt x="1111" y="21"/>
                    <a:pt x="1111" y="21"/>
                  </a:cubicBezTo>
                  <a:close/>
                  <a:moveTo>
                    <a:pt x="1202" y="9"/>
                  </a:moveTo>
                  <a:cubicBezTo>
                    <a:pt x="1204" y="9"/>
                    <a:pt x="1204" y="9"/>
                    <a:pt x="1204" y="9"/>
                  </a:cubicBezTo>
                  <a:cubicBezTo>
                    <a:pt x="1210" y="8"/>
                    <a:pt x="1213" y="12"/>
                    <a:pt x="1213" y="19"/>
                  </a:cubicBezTo>
                  <a:cubicBezTo>
                    <a:pt x="1213" y="77"/>
                    <a:pt x="1213" y="77"/>
                    <a:pt x="1213" y="77"/>
                  </a:cubicBezTo>
                  <a:cubicBezTo>
                    <a:pt x="1213" y="84"/>
                    <a:pt x="1210" y="87"/>
                    <a:pt x="1204" y="87"/>
                  </a:cubicBezTo>
                  <a:cubicBezTo>
                    <a:pt x="1202" y="87"/>
                    <a:pt x="1202" y="87"/>
                    <a:pt x="1202" y="87"/>
                  </a:cubicBezTo>
                  <a:cubicBezTo>
                    <a:pt x="1202" y="93"/>
                    <a:pt x="1202" y="93"/>
                    <a:pt x="1202" y="93"/>
                  </a:cubicBezTo>
                  <a:cubicBezTo>
                    <a:pt x="1241" y="93"/>
                    <a:pt x="1241" y="93"/>
                    <a:pt x="1241" y="93"/>
                  </a:cubicBezTo>
                  <a:cubicBezTo>
                    <a:pt x="1241" y="87"/>
                    <a:pt x="1241" y="87"/>
                    <a:pt x="1241" y="87"/>
                  </a:cubicBezTo>
                  <a:cubicBezTo>
                    <a:pt x="1239" y="87"/>
                    <a:pt x="1239" y="87"/>
                    <a:pt x="1239" y="87"/>
                  </a:cubicBezTo>
                  <a:cubicBezTo>
                    <a:pt x="1233" y="88"/>
                    <a:pt x="1229" y="84"/>
                    <a:pt x="1230" y="77"/>
                  </a:cubicBezTo>
                  <a:cubicBezTo>
                    <a:pt x="1230" y="19"/>
                    <a:pt x="1230" y="19"/>
                    <a:pt x="1230" y="19"/>
                  </a:cubicBezTo>
                  <a:cubicBezTo>
                    <a:pt x="1230" y="12"/>
                    <a:pt x="1233" y="9"/>
                    <a:pt x="1239" y="9"/>
                  </a:cubicBezTo>
                  <a:cubicBezTo>
                    <a:pt x="1241" y="9"/>
                    <a:pt x="1241" y="9"/>
                    <a:pt x="1241" y="9"/>
                  </a:cubicBezTo>
                  <a:cubicBezTo>
                    <a:pt x="1241" y="3"/>
                    <a:pt x="1241" y="3"/>
                    <a:pt x="1241" y="3"/>
                  </a:cubicBezTo>
                  <a:cubicBezTo>
                    <a:pt x="1202" y="3"/>
                    <a:pt x="1202" y="3"/>
                    <a:pt x="1202" y="3"/>
                  </a:cubicBezTo>
                  <a:cubicBezTo>
                    <a:pt x="1202" y="9"/>
                    <a:pt x="1202" y="9"/>
                    <a:pt x="1202" y="9"/>
                  </a:cubicBezTo>
                  <a:close/>
                  <a:moveTo>
                    <a:pt x="1296" y="94"/>
                  </a:moveTo>
                  <a:cubicBezTo>
                    <a:pt x="1304" y="94"/>
                    <a:pt x="1304" y="94"/>
                    <a:pt x="1304" y="94"/>
                  </a:cubicBezTo>
                  <a:cubicBezTo>
                    <a:pt x="1330" y="24"/>
                    <a:pt x="1330" y="24"/>
                    <a:pt x="1330" y="24"/>
                  </a:cubicBezTo>
                  <a:cubicBezTo>
                    <a:pt x="1333" y="13"/>
                    <a:pt x="1338" y="8"/>
                    <a:pt x="1344" y="9"/>
                  </a:cubicBezTo>
                  <a:cubicBezTo>
                    <a:pt x="1345" y="9"/>
                    <a:pt x="1345" y="9"/>
                    <a:pt x="1345" y="9"/>
                  </a:cubicBezTo>
                  <a:cubicBezTo>
                    <a:pt x="1345" y="3"/>
                    <a:pt x="1345" y="3"/>
                    <a:pt x="1345" y="3"/>
                  </a:cubicBezTo>
                  <a:cubicBezTo>
                    <a:pt x="1313" y="3"/>
                    <a:pt x="1313" y="3"/>
                    <a:pt x="1313" y="3"/>
                  </a:cubicBezTo>
                  <a:cubicBezTo>
                    <a:pt x="1313" y="9"/>
                    <a:pt x="1313" y="9"/>
                    <a:pt x="1313" y="9"/>
                  </a:cubicBezTo>
                  <a:cubicBezTo>
                    <a:pt x="1316" y="9"/>
                    <a:pt x="1316" y="9"/>
                    <a:pt x="1316" y="9"/>
                  </a:cubicBezTo>
                  <a:cubicBezTo>
                    <a:pt x="1323" y="9"/>
                    <a:pt x="1325" y="12"/>
                    <a:pt x="1324" y="17"/>
                  </a:cubicBezTo>
                  <a:cubicBezTo>
                    <a:pt x="1305" y="70"/>
                    <a:pt x="1305" y="70"/>
                    <a:pt x="1305" y="70"/>
                  </a:cubicBezTo>
                  <a:cubicBezTo>
                    <a:pt x="1286" y="21"/>
                    <a:pt x="1286" y="21"/>
                    <a:pt x="1286" y="21"/>
                  </a:cubicBezTo>
                  <a:cubicBezTo>
                    <a:pt x="1284" y="17"/>
                    <a:pt x="1283" y="13"/>
                    <a:pt x="1285" y="11"/>
                  </a:cubicBezTo>
                  <a:cubicBezTo>
                    <a:pt x="1286" y="10"/>
                    <a:pt x="1289" y="9"/>
                    <a:pt x="1294" y="9"/>
                  </a:cubicBezTo>
                  <a:cubicBezTo>
                    <a:pt x="1296" y="9"/>
                    <a:pt x="1296" y="9"/>
                    <a:pt x="1296" y="9"/>
                  </a:cubicBezTo>
                  <a:cubicBezTo>
                    <a:pt x="1296" y="3"/>
                    <a:pt x="1296" y="3"/>
                    <a:pt x="1296" y="3"/>
                  </a:cubicBezTo>
                  <a:cubicBezTo>
                    <a:pt x="1253" y="3"/>
                    <a:pt x="1253" y="3"/>
                    <a:pt x="1253" y="3"/>
                  </a:cubicBezTo>
                  <a:cubicBezTo>
                    <a:pt x="1253" y="9"/>
                    <a:pt x="1253" y="9"/>
                    <a:pt x="1253" y="9"/>
                  </a:cubicBezTo>
                  <a:cubicBezTo>
                    <a:pt x="1254" y="9"/>
                    <a:pt x="1254" y="9"/>
                    <a:pt x="1254" y="9"/>
                  </a:cubicBezTo>
                  <a:cubicBezTo>
                    <a:pt x="1258" y="9"/>
                    <a:pt x="1260" y="9"/>
                    <a:pt x="1262" y="11"/>
                  </a:cubicBezTo>
                  <a:cubicBezTo>
                    <a:pt x="1263" y="12"/>
                    <a:pt x="1265" y="15"/>
                    <a:pt x="1267" y="20"/>
                  </a:cubicBezTo>
                  <a:cubicBezTo>
                    <a:pt x="1296" y="94"/>
                    <a:pt x="1296" y="94"/>
                    <a:pt x="1296" y="94"/>
                  </a:cubicBezTo>
                  <a:close/>
                  <a:moveTo>
                    <a:pt x="1413" y="11"/>
                  </a:moveTo>
                  <a:cubicBezTo>
                    <a:pt x="1417" y="10"/>
                    <a:pt x="1420" y="14"/>
                    <a:pt x="1421" y="24"/>
                  </a:cubicBezTo>
                  <a:cubicBezTo>
                    <a:pt x="1426" y="24"/>
                    <a:pt x="1426" y="24"/>
                    <a:pt x="1426" y="24"/>
                  </a:cubicBezTo>
                  <a:cubicBezTo>
                    <a:pt x="1425" y="3"/>
                    <a:pt x="1425" y="3"/>
                    <a:pt x="1425" y="3"/>
                  </a:cubicBezTo>
                  <a:cubicBezTo>
                    <a:pt x="1356" y="3"/>
                    <a:pt x="1356" y="3"/>
                    <a:pt x="1356" y="3"/>
                  </a:cubicBezTo>
                  <a:cubicBezTo>
                    <a:pt x="1356" y="9"/>
                    <a:pt x="1356" y="9"/>
                    <a:pt x="1356" y="9"/>
                  </a:cubicBezTo>
                  <a:cubicBezTo>
                    <a:pt x="1358" y="9"/>
                    <a:pt x="1358" y="9"/>
                    <a:pt x="1358" y="9"/>
                  </a:cubicBezTo>
                  <a:cubicBezTo>
                    <a:pt x="1365" y="8"/>
                    <a:pt x="1369" y="12"/>
                    <a:pt x="1368" y="19"/>
                  </a:cubicBezTo>
                  <a:cubicBezTo>
                    <a:pt x="1368" y="77"/>
                    <a:pt x="1368" y="77"/>
                    <a:pt x="1368" y="77"/>
                  </a:cubicBezTo>
                  <a:cubicBezTo>
                    <a:pt x="1369" y="84"/>
                    <a:pt x="1366" y="88"/>
                    <a:pt x="1359" y="87"/>
                  </a:cubicBezTo>
                  <a:cubicBezTo>
                    <a:pt x="1354" y="87"/>
                    <a:pt x="1354" y="87"/>
                    <a:pt x="1354" y="87"/>
                  </a:cubicBezTo>
                  <a:cubicBezTo>
                    <a:pt x="1354" y="93"/>
                    <a:pt x="1354" y="93"/>
                    <a:pt x="1354" y="93"/>
                  </a:cubicBezTo>
                  <a:cubicBezTo>
                    <a:pt x="1429" y="93"/>
                    <a:pt x="1429" y="93"/>
                    <a:pt x="1429" y="93"/>
                  </a:cubicBezTo>
                  <a:cubicBezTo>
                    <a:pt x="1430" y="70"/>
                    <a:pt x="1430" y="70"/>
                    <a:pt x="1430" y="70"/>
                  </a:cubicBezTo>
                  <a:cubicBezTo>
                    <a:pt x="1425" y="70"/>
                    <a:pt x="1425" y="70"/>
                    <a:pt x="1425" y="70"/>
                  </a:cubicBezTo>
                  <a:cubicBezTo>
                    <a:pt x="1424" y="81"/>
                    <a:pt x="1419" y="86"/>
                    <a:pt x="1411" y="85"/>
                  </a:cubicBezTo>
                  <a:cubicBezTo>
                    <a:pt x="1390" y="85"/>
                    <a:pt x="1390" y="85"/>
                    <a:pt x="1390" y="85"/>
                  </a:cubicBezTo>
                  <a:cubicBezTo>
                    <a:pt x="1387" y="86"/>
                    <a:pt x="1385" y="83"/>
                    <a:pt x="1385" y="78"/>
                  </a:cubicBezTo>
                  <a:cubicBezTo>
                    <a:pt x="1385" y="52"/>
                    <a:pt x="1385" y="52"/>
                    <a:pt x="1385" y="52"/>
                  </a:cubicBezTo>
                  <a:cubicBezTo>
                    <a:pt x="1404" y="52"/>
                    <a:pt x="1404" y="52"/>
                    <a:pt x="1404" y="52"/>
                  </a:cubicBezTo>
                  <a:cubicBezTo>
                    <a:pt x="1412" y="51"/>
                    <a:pt x="1416" y="54"/>
                    <a:pt x="1415" y="62"/>
                  </a:cubicBezTo>
                  <a:cubicBezTo>
                    <a:pt x="1420" y="62"/>
                    <a:pt x="1420" y="62"/>
                    <a:pt x="1420" y="62"/>
                  </a:cubicBezTo>
                  <a:cubicBezTo>
                    <a:pt x="1420" y="33"/>
                    <a:pt x="1420" y="33"/>
                    <a:pt x="1420" y="33"/>
                  </a:cubicBezTo>
                  <a:cubicBezTo>
                    <a:pt x="1415" y="33"/>
                    <a:pt x="1415" y="33"/>
                    <a:pt x="1415" y="33"/>
                  </a:cubicBezTo>
                  <a:cubicBezTo>
                    <a:pt x="1415" y="40"/>
                    <a:pt x="1412" y="43"/>
                    <a:pt x="1406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385" y="11"/>
                    <a:pt x="1385" y="11"/>
                    <a:pt x="1385" y="11"/>
                  </a:cubicBezTo>
                  <a:cubicBezTo>
                    <a:pt x="1413" y="11"/>
                    <a:pt x="1413" y="11"/>
                    <a:pt x="1413" y="11"/>
                  </a:cubicBezTo>
                  <a:close/>
                  <a:moveTo>
                    <a:pt x="1473" y="54"/>
                  </a:moveTo>
                  <a:cubicBezTo>
                    <a:pt x="1483" y="54"/>
                    <a:pt x="1483" y="54"/>
                    <a:pt x="1483" y="54"/>
                  </a:cubicBezTo>
                  <a:cubicBezTo>
                    <a:pt x="1486" y="57"/>
                    <a:pt x="1491" y="63"/>
                    <a:pt x="1496" y="73"/>
                  </a:cubicBezTo>
                  <a:cubicBezTo>
                    <a:pt x="1500" y="79"/>
                    <a:pt x="1503" y="83"/>
                    <a:pt x="1505" y="85"/>
                  </a:cubicBezTo>
                  <a:cubicBezTo>
                    <a:pt x="1508" y="88"/>
                    <a:pt x="1511" y="91"/>
                    <a:pt x="1515" y="92"/>
                  </a:cubicBezTo>
                  <a:cubicBezTo>
                    <a:pt x="1519" y="93"/>
                    <a:pt x="1524" y="93"/>
                    <a:pt x="1532" y="93"/>
                  </a:cubicBezTo>
                  <a:cubicBezTo>
                    <a:pt x="1535" y="93"/>
                    <a:pt x="1538" y="93"/>
                    <a:pt x="1540" y="93"/>
                  </a:cubicBezTo>
                  <a:cubicBezTo>
                    <a:pt x="1540" y="89"/>
                    <a:pt x="1540" y="89"/>
                    <a:pt x="1540" y="89"/>
                  </a:cubicBezTo>
                  <a:cubicBezTo>
                    <a:pt x="1533" y="89"/>
                    <a:pt x="1527" y="86"/>
                    <a:pt x="1523" y="80"/>
                  </a:cubicBezTo>
                  <a:cubicBezTo>
                    <a:pt x="1520" y="77"/>
                    <a:pt x="1517" y="72"/>
                    <a:pt x="1513" y="66"/>
                  </a:cubicBezTo>
                  <a:cubicBezTo>
                    <a:pt x="1508" y="59"/>
                    <a:pt x="1505" y="53"/>
                    <a:pt x="1502" y="50"/>
                  </a:cubicBezTo>
                  <a:cubicBezTo>
                    <a:pt x="1514" y="47"/>
                    <a:pt x="1520" y="39"/>
                    <a:pt x="1520" y="27"/>
                  </a:cubicBezTo>
                  <a:cubicBezTo>
                    <a:pt x="1520" y="21"/>
                    <a:pt x="1518" y="15"/>
                    <a:pt x="1514" y="11"/>
                  </a:cubicBezTo>
                  <a:cubicBezTo>
                    <a:pt x="1509" y="4"/>
                    <a:pt x="1497" y="0"/>
                    <a:pt x="1480" y="1"/>
                  </a:cubicBezTo>
                  <a:cubicBezTo>
                    <a:pt x="1475" y="1"/>
                    <a:pt x="1469" y="1"/>
                    <a:pt x="1460" y="2"/>
                  </a:cubicBezTo>
                  <a:cubicBezTo>
                    <a:pt x="1457" y="2"/>
                    <a:pt x="1453" y="2"/>
                    <a:pt x="1447" y="2"/>
                  </a:cubicBezTo>
                  <a:cubicBezTo>
                    <a:pt x="1446" y="3"/>
                    <a:pt x="1445" y="3"/>
                    <a:pt x="1444" y="3"/>
                  </a:cubicBezTo>
                  <a:cubicBezTo>
                    <a:pt x="1444" y="9"/>
                    <a:pt x="1444" y="9"/>
                    <a:pt x="1444" y="9"/>
                  </a:cubicBezTo>
                  <a:cubicBezTo>
                    <a:pt x="1446" y="9"/>
                    <a:pt x="1446" y="9"/>
                    <a:pt x="1446" y="9"/>
                  </a:cubicBezTo>
                  <a:cubicBezTo>
                    <a:pt x="1453" y="8"/>
                    <a:pt x="1457" y="12"/>
                    <a:pt x="1456" y="19"/>
                  </a:cubicBezTo>
                  <a:cubicBezTo>
                    <a:pt x="1456" y="77"/>
                    <a:pt x="1456" y="77"/>
                    <a:pt x="1456" y="77"/>
                  </a:cubicBezTo>
                  <a:cubicBezTo>
                    <a:pt x="1456" y="84"/>
                    <a:pt x="1453" y="88"/>
                    <a:pt x="1446" y="87"/>
                  </a:cubicBezTo>
                  <a:cubicBezTo>
                    <a:pt x="1444" y="87"/>
                    <a:pt x="1444" y="87"/>
                    <a:pt x="1444" y="87"/>
                  </a:cubicBezTo>
                  <a:cubicBezTo>
                    <a:pt x="1444" y="93"/>
                    <a:pt x="1444" y="93"/>
                    <a:pt x="1444" y="93"/>
                  </a:cubicBezTo>
                  <a:cubicBezTo>
                    <a:pt x="1487" y="93"/>
                    <a:pt x="1487" y="93"/>
                    <a:pt x="1487" y="93"/>
                  </a:cubicBezTo>
                  <a:cubicBezTo>
                    <a:pt x="1487" y="87"/>
                    <a:pt x="1487" y="87"/>
                    <a:pt x="1487" y="87"/>
                  </a:cubicBezTo>
                  <a:cubicBezTo>
                    <a:pt x="1483" y="87"/>
                    <a:pt x="1483" y="87"/>
                    <a:pt x="1483" y="87"/>
                  </a:cubicBezTo>
                  <a:cubicBezTo>
                    <a:pt x="1476" y="87"/>
                    <a:pt x="1473" y="84"/>
                    <a:pt x="1473" y="77"/>
                  </a:cubicBezTo>
                  <a:cubicBezTo>
                    <a:pt x="1473" y="54"/>
                    <a:pt x="1473" y="54"/>
                    <a:pt x="1473" y="54"/>
                  </a:cubicBezTo>
                  <a:close/>
                  <a:moveTo>
                    <a:pt x="1473" y="7"/>
                  </a:moveTo>
                  <a:cubicBezTo>
                    <a:pt x="1480" y="7"/>
                    <a:pt x="1480" y="7"/>
                    <a:pt x="1480" y="7"/>
                  </a:cubicBezTo>
                  <a:cubicBezTo>
                    <a:pt x="1494" y="7"/>
                    <a:pt x="1501" y="14"/>
                    <a:pt x="1502" y="28"/>
                  </a:cubicBezTo>
                  <a:cubicBezTo>
                    <a:pt x="1502" y="42"/>
                    <a:pt x="1494" y="49"/>
                    <a:pt x="1478" y="49"/>
                  </a:cubicBezTo>
                  <a:cubicBezTo>
                    <a:pt x="1473" y="49"/>
                    <a:pt x="1473" y="49"/>
                    <a:pt x="1473" y="49"/>
                  </a:cubicBezTo>
                  <a:cubicBezTo>
                    <a:pt x="1473" y="7"/>
                    <a:pt x="1473" y="7"/>
                    <a:pt x="1473" y="7"/>
                  </a:cubicBezTo>
                  <a:close/>
                  <a:moveTo>
                    <a:pt x="1556" y="92"/>
                  </a:moveTo>
                  <a:cubicBezTo>
                    <a:pt x="1559" y="92"/>
                    <a:pt x="1559" y="92"/>
                    <a:pt x="1559" y="92"/>
                  </a:cubicBezTo>
                  <a:cubicBezTo>
                    <a:pt x="1560" y="91"/>
                    <a:pt x="1561" y="90"/>
                    <a:pt x="1562" y="90"/>
                  </a:cubicBezTo>
                  <a:cubicBezTo>
                    <a:pt x="1563" y="90"/>
                    <a:pt x="1564" y="90"/>
                    <a:pt x="1566" y="91"/>
                  </a:cubicBezTo>
                  <a:cubicBezTo>
                    <a:pt x="1573" y="93"/>
                    <a:pt x="1579" y="94"/>
                    <a:pt x="1583" y="94"/>
                  </a:cubicBezTo>
                  <a:cubicBezTo>
                    <a:pt x="1600" y="93"/>
                    <a:pt x="1609" y="85"/>
                    <a:pt x="1610" y="68"/>
                  </a:cubicBezTo>
                  <a:cubicBezTo>
                    <a:pt x="1610" y="61"/>
                    <a:pt x="1607" y="55"/>
                    <a:pt x="1603" y="49"/>
                  </a:cubicBezTo>
                  <a:cubicBezTo>
                    <a:pt x="1599" y="44"/>
                    <a:pt x="1592" y="39"/>
                    <a:pt x="1583" y="34"/>
                  </a:cubicBezTo>
                  <a:cubicBezTo>
                    <a:pt x="1573" y="28"/>
                    <a:pt x="1568" y="22"/>
                    <a:pt x="1568" y="17"/>
                  </a:cubicBezTo>
                  <a:cubicBezTo>
                    <a:pt x="1569" y="11"/>
                    <a:pt x="1573" y="7"/>
                    <a:pt x="1580" y="7"/>
                  </a:cubicBezTo>
                  <a:cubicBezTo>
                    <a:pt x="1590" y="7"/>
                    <a:pt x="1597" y="14"/>
                    <a:pt x="1601" y="26"/>
                  </a:cubicBezTo>
                  <a:cubicBezTo>
                    <a:pt x="1606" y="26"/>
                    <a:pt x="1606" y="26"/>
                    <a:pt x="1606" y="26"/>
                  </a:cubicBezTo>
                  <a:cubicBezTo>
                    <a:pt x="1603" y="3"/>
                    <a:pt x="1603" y="3"/>
                    <a:pt x="1603" y="3"/>
                  </a:cubicBezTo>
                  <a:cubicBezTo>
                    <a:pt x="1601" y="3"/>
                    <a:pt x="1601" y="3"/>
                    <a:pt x="1601" y="3"/>
                  </a:cubicBezTo>
                  <a:cubicBezTo>
                    <a:pt x="1600" y="3"/>
                    <a:pt x="1600" y="3"/>
                    <a:pt x="1600" y="3"/>
                  </a:cubicBezTo>
                  <a:cubicBezTo>
                    <a:pt x="1599" y="4"/>
                    <a:pt x="1598" y="5"/>
                    <a:pt x="1598" y="5"/>
                  </a:cubicBezTo>
                  <a:cubicBezTo>
                    <a:pt x="1597" y="5"/>
                    <a:pt x="1596" y="4"/>
                    <a:pt x="1594" y="3"/>
                  </a:cubicBezTo>
                  <a:cubicBezTo>
                    <a:pt x="1589" y="2"/>
                    <a:pt x="1583" y="1"/>
                    <a:pt x="1579" y="1"/>
                  </a:cubicBezTo>
                  <a:cubicBezTo>
                    <a:pt x="1563" y="2"/>
                    <a:pt x="1555" y="10"/>
                    <a:pt x="1554" y="24"/>
                  </a:cubicBezTo>
                  <a:cubicBezTo>
                    <a:pt x="1556" y="38"/>
                    <a:pt x="1563" y="48"/>
                    <a:pt x="1575" y="53"/>
                  </a:cubicBezTo>
                  <a:cubicBezTo>
                    <a:pt x="1586" y="58"/>
                    <a:pt x="1592" y="65"/>
                    <a:pt x="1593" y="74"/>
                  </a:cubicBezTo>
                  <a:cubicBezTo>
                    <a:pt x="1593" y="83"/>
                    <a:pt x="1588" y="87"/>
                    <a:pt x="1579" y="88"/>
                  </a:cubicBezTo>
                  <a:cubicBezTo>
                    <a:pt x="1569" y="88"/>
                    <a:pt x="1562" y="81"/>
                    <a:pt x="1558" y="66"/>
                  </a:cubicBezTo>
                  <a:cubicBezTo>
                    <a:pt x="1553" y="66"/>
                    <a:pt x="1553" y="66"/>
                    <a:pt x="1553" y="66"/>
                  </a:cubicBezTo>
                  <a:cubicBezTo>
                    <a:pt x="1556" y="92"/>
                    <a:pt x="1556" y="92"/>
                    <a:pt x="1556" y="92"/>
                  </a:cubicBezTo>
                  <a:close/>
                  <a:moveTo>
                    <a:pt x="1627" y="9"/>
                  </a:moveTo>
                  <a:cubicBezTo>
                    <a:pt x="1628" y="9"/>
                    <a:pt x="1628" y="9"/>
                    <a:pt x="1628" y="9"/>
                  </a:cubicBezTo>
                  <a:cubicBezTo>
                    <a:pt x="1635" y="8"/>
                    <a:pt x="1638" y="12"/>
                    <a:pt x="1637" y="19"/>
                  </a:cubicBezTo>
                  <a:cubicBezTo>
                    <a:pt x="1637" y="77"/>
                    <a:pt x="1637" y="77"/>
                    <a:pt x="1637" y="77"/>
                  </a:cubicBezTo>
                  <a:cubicBezTo>
                    <a:pt x="1638" y="84"/>
                    <a:pt x="1635" y="87"/>
                    <a:pt x="1628" y="87"/>
                  </a:cubicBezTo>
                  <a:cubicBezTo>
                    <a:pt x="1627" y="87"/>
                    <a:pt x="1627" y="87"/>
                    <a:pt x="1627" y="87"/>
                  </a:cubicBezTo>
                  <a:cubicBezTo>
                    <a:pt x="1627" y="93"/>
                    <a:pt x="1627" y="93"/>
                    <a:pt x="1627" y="93"/>
                  </a:cubicBezTo>
                  <a:cubicBezTo>
                    <a:pt x="1666" y="93"/>
                    <a:pt x="1666" y="93"/>
                    <a:pt x="1666" y="93"/>
                  </a:cubicBezTo>
                  <a:cubicBezTo>
                    <a:pt x="1666" y="87"/>
                    <a:pt x="1666" y="87"/>
                    <a:pt x="1666" y="87"/>
                  </a:cubicBezTo>
                  <a:cubicBezTo>
                    <a:pt x="1664" y="87"/>
                    <a:pt x="1664" y="87"/>
                    <a:pt x="1664" y="87"/>
                  </a:cubicBezTo>
                  <a:cubicBezTo>
                    <a:pt x="1657" y="88"/>
                    <a:pt x="1654" y="84"/>
                    <a:pt x="1654" y="77"/>
                  </a:cubicBezTo>
                  <a:cubicBezTo>
                    <a:pt x="1654" y="19"/>
                    <a:pt x="1654" y="19"/>
                    <a:pt x="1654" y="19"/>
                  </a:cubicBezTo>
                  <a:cubicBezTo>
                    <a:pt x="1654" y="12"/>
                    <a:pt x="1658" y="9"/>
                    <a:pt x="1664" y="9"/>
                  </a:cubicBezTo>
                  <a:cubicBezTo>
                    <a:pt x="1666" y="9"/>
                    <a:pt x="1666" y="9"/>
                    <a:pt x="1666" y="9"/>
                  </a:cubicBezTo>
                  <a:cubicBezTo>
                    <a:pt x="1666" y="3"/>
                    <a:pt x="1666" y="3"/>
                    <a:pt x="1666" y="3"/>
                  </a:cubicBezTo>
                  <a:cubicBezTo>
                    <a:pt x="1627" y="3"/>
                    <a:pt x="1627" y="3"/>
                    <a:pt x="1627" y="3"/>
                  </a:cubicBezTo>
                  <a:cubicBezTo>
                    <a:pt x="1627" y="9"/>
                    <a:pt x="1627" y="9"/>
                    <a:pt x="1627" y="9"/>
                  </a:cubicBezTo>
                  <a:close/>
                  <a:moveTo>
                    <a:pt x="1731" y="10"/>
                  </a:moveTo>
                  <a:cubicBezTo>
                    <a:pt x="1746" y="10"/>
                    <a:pt x="1746" y="10"/>
                    <a:pt x="1746" y="10"/>
                  </a:cubicBezTo>
                  <a:cubicBezTo>
                    <a:pt x="1751" y="10"/>
                    <a:pt x="1754" y="11"/>
                    <a:pt x="1755" y="13"/>
                  </a:cubicBezTo>
                  <a:cubicBezTo>
                    <a:pt x="1757" y="15"/>
                    <a:pt x="1758" y="19"/>
                    <a:pt x="1759" y="27"/>
                  </a:cubicBezTo>
                  <a:cubicBezTo>
                    <a:pt x="1764" y="27"/>
                    <a:pt x="1764" y="27"/>
                    <a:pt x="1764" y="27"/>
                  </a:cubicBezTo>
                  <a:cubicBezTo>
                    <a:pt x="1762" y="0"/>
                    <a:pt x="1762" y="0"/>
                    <a:pt x="1762" y="0"/>
                  </a:cubicBezTo>
                  <a:cubicBezTo>
                    <a:pt x="1758" y="0"/>
                    <a:pt x="1758" y="0"/>
                    <a:pt x="1758" y="0"/>
                  </a:cubicBezTo>
                  <a:cubicBezTo>
                    <a:pt x="1756" y="2"/>
                    <a:pt x="1754" y="3"/>
                    <a:pt x="1752" y="3"/>
                  </a:cubicBezTo>
                  <a:cubicBezTo>
                    <a:pt x="1693" y="3"/>
                    <a:pt x="1693" y="3"/>
                    <a:pt x="1693" y="3"/>
                  </a:cubicBezTo>
                  <a:cubicBezTo>
                    <a:pt x="1691" y="3"/>
                    <a:pt x="1690" y="3"/>
                    <a:pt x="1689" y="2"/>
                  </a:cubicBezTo>
                  <a:cubicBezTo>
                    <a:pt x="1689" y="2"/>
                    <a:pt x="1688" y="1"/>
                    <a:pt x="1687" y="0"/>
                  </a:cubicBezTo>
                  <a:cubicBezTo>
                    <a:pt x="1683" y="0"/>
                    <a:pt x="1683" y="0"/>
                    <a:pt x="1683" y="0"/>
                  </a:cubicBezTo>
                  <a:cubicBezTo>
                    <a:pt x="1681" y="27"/>
                    <a:pt x="1681" y="27"/>
                    <a:pt x="1681" y="27"/>
                  </a:cubicBezTo>
                  <a:cubicBezTo>
                    <a:pt x="1686" y="27"/>
                    <a:pt x="1686" y="27"/>
                    <a:pt x="1686" y="27"/>
                  </a:cubicBezTo>
                  <a:cubicBezTo>
                    <a:pt x="1687" y="19"/>
                    <a:pt x="1689" y="15"/>
                    <a:pt x="1690" y="13"/>
                  </a:cubicBezTo>
                  <a:cubicBezTo>
                    <a:pt x="1691" y="11"/>
                    <a:pt x="1694" y="10"/>
                    <a:pt x="1699" y="10"/>
                  </a:cubicBezTo>
                  <a:cubicBezTo>
                    <a:pt x="1714" y="10"/>
                    <a:pt x="1714" y="10"/>
                    <a:pt x="1714" y="10"/>
                  </a:cubicBezTo>
                  <a:cubicBezTo>
                    <a:pt x="1714" y="77"/>
                    <a:pt x="1714" y="77"/>
                    <a:pt x="1714" y="77"/>
                  </a:cubicBezTo>
                  <a:cubicBezTo>
                    <a:pt x="1714" y="84"/>
                    <a:pt x="1711" y="87"/>
                    <a:pt x="1704" y="87"/>
                  </a:cubicBezTo>
                  <a:cubicBezTo>
                    <a:pt x="1700" y="87"/>
                    <a:pt x="1700" y="87"/>
                    <a:pt x="1700" y="87"/>
                  </a:cubicBezTo>
                  <a:cubicBezTo>
                    <a:pt x="1700" y="93"/>
                    <a:pt x="1700" y="93"/>
                    <a:pt x="1700" y="93"/>
                  </a:cubicBezTo>
                  <a:cubicBezTo>
                    <a:pt x="1745" y="93"/>
                    <a:pt x="1745" y="93"/>
                    <a:pt x="1745" y="93"/>
                  </a:cubicBezTo>
                  <a:cubicBezTo>
                    <a:pt x="1745" y="87"/>
                    <a:pt x="1745" y="87"/>
                    <a:pt x="1745" y="87"/>
                  </a:cubicBezTo>
                  <a:cubicBezTo>
                    <a:pt x="1742" y="87"/>
                    <a:pt x="1742" y="87"/>
                    <a:pt x="1742" y="87"/>
                  </a:cubicBezTo>
                  <a:cubicBezTo>
                    <a:pt x="1734" y="88"/>
                    <a:pt x="1730" y="84"/>
                    <a:pt x="1731" y="77"/>
                  </a:cubicBezTo>
                  <a:cubicBezTo>
                    <a:pt x="1731" y="10"/>
                    <a:pt x="1731" y="10"/>
                    <a:pt x="1731" y="10"/>
                  </a:cubicBezTo>
                  <a:close/>
                  <a:moveTo>
                    <a:pt x="1833" y="57"/>
                  </a:moveTo>
                  <a:cubicBezTo>
                    <a:pt x="1854" y="19"/>
                    <a:pt x="1854" y="19"/>
                    <a:pt x="1854" y="19"/>
                  </a:cubicBezTo>
                  <a:cubicBezTo>
                    <a:pt x="1856" y="15"/>
                    <a:pt x="1858" y="12"/>
                    <a:pt x="1860" y="11"/>
                  </a:cubicBezTo>
                  <a:cubicBezTo>
                    <a:pt x="1861" y="10"/>
                    <a:pt x="1864" y="9"/>
                    <a:pt x="1868" y="9"/>
                  </a:cubicBezTo>
                  <a:cubicBezTo>
                    <a:pt x="1868" y="3"/>
                    <a:pt x="1868" y="3"/>
                    <a:pt x="1868" y="3"/>
                  </a:cubicBezTo>
                  <a:cubicBezTo>
                    <a:pt x="1838" y="3"/>
                    <a:pt x="1838" y="3"/>
                    <a:pt x="1838" y="3"/>
                  </a:cubicBezTo>
                  <a:cubicBezTo>
                    <a:pt x="1838" y="9"/>
                    <a:pt x="1838" y="9"/>
                    <a:pt x="1838" y="9"/>
                  </a:cubicBezTo>
                  <a:cubicBezTo>
                    <a:pt x="1840" y="9"/>
                    <a:pt x="1840" y="9"/>
                    <a:pt x="1840" y="9"/>
                  </a:cubicBezTo>
                  <a:cubicBezTo>
                    <a:pt x="1843" y="9"/>
                    <a:pt x="1845" y="10"/>
                    <a:pt x="1846" y="11"/>
                  </a:cubicBezTo>
                  <a:cubicBezTo>
                    <a:pt x="1847" y="13"/>
                    <a:pt x="1846" y="16"/>
                    <a:pt x="1845" y="20"/>
                  </a:cubicBezTo>
                  <a:cubicBezTo>
                    <a:pt x="1830" y="47"/>
                    <a:pt x="1830" y="47"/>
                    <a:pt x="1830" y="47"/>
                  </a:cubicBezTo>
                  <a:cubicBezTo>
                    <a:pt x="1810" y="16"/>
                    <a:pt x="1810" y="16"/>
                    <a:pt x="1810" y="16"/>
                  </a:cubicBezTo>
                  <a:cubicBezTo>
                    <a:pt x="1809" y="14"/>
                    <a:pt x="1809" y="12"/>
                    <a:pt x="1810" y="10"/>
                  </a:cubicBezTo>
                  <a:cubicBezTo>
                    <a:pt x="1811" y="9"/>
                    <a:pt x="1813" y="9"/>
                    <a:pt x="1815" y="9"/>
                  </a:cubicBezTo>
                  <a:cubicBezTo>
                    <a:pt x="1817" y="9"/>
                    <a:pt x="1817" y="9"/>
                    <a:pt x="1817" y="9"/>
                  </a:cubicBezTo>
                  <a:cubicBezTo>
                    <a:pt x="1817" y="3"/>
                    <a:pt x="1817" y="3"/>
                    <a:pt x="1817" y="3"/>
                  </a:cubicBezTo>
                  <a:cubicBezTo>
                    <a:pt x="1777" y="3"/>
                    <a:pt x="1777" y="3"/>
                    <a:pt x="1777" y="3"/>
                  </a:cubicBezTo>
                  <a:cubicBezTo>
                    <a:pt x="1777" y="9"/>
                    <a:pt x="1777" y="9"/>
                    <a:pt x="1777" y="9"/>
                  </a:cubicBezTo>
                  <a:cubicBezTo>
                    <a:pt x="1778" y="9"/>
                    <a:pt x="1778" y="9"/>
                    <a:pt x="1778" y="9"/>
                  </a:cubicBezTo>
                  <a:cubicBezTo>
                    <a:pt x="1781" y="9"/>
                    <a:pt x="1783" y="9"/>
                    <a:pt x="1784" y="10"/>
                  </a:cubicBezTo>
                  <a:cubicBezTo>
                    <a:pt x="1786" y="10"/>
                    <a:pt x="1787" y="12"/>
                    <a:pt x="1789" y="15"/>
                  </a:cubicBezTo>
                  <a:cubicBezTo>
                    <a:pt x="1815" y="57"/>
                    <a:pt x="1815" y="57"/>
                    <a:pt x="1815" y="57"/>
                  </a:cubicBezTo>
                  <a:cubicBezTo>
                    <a:pt x="1815" y="77"/>
                    <a:pt x="1815" y="77"/>
                    <a:pt x="1815" y="77"/>
                  </a:cubicBezTo>
                  <a:cubicBezTo>
                    <a:pt x="1816" y="84"/>
                    <a:pt x="1813" y="87"/>
                    <a:pt x="1806" y="87"/>
                  </a:cubicBezTo>
                  <a:cubicBezTo>
                    <a:pt x="1803" y="87"/>
                    <a:pt x="1803" y="87"/>
                    <a:pt x="1803" y="87"/>
                  </a:cubicBezTo>
                  <a:cubicBezTo>
                    <a:pt x="1803" y="93"/>
                    <a:pt x="1803" y="93"/>
                    <a:pt x="1803" y="93"/>
                  </a:cubicBezTo>
                  <a:cubicBezTo>
                    <a:pt x="1845" y="93"/>
                    <a:pt x="1845" y="93"/>
                    <a:pt x="1845" y="93"/>
                  </a:cubicBezTo>
                  <a:cubicBezTo>
                    <a:pt x="1845" y="87"/>
                    <a:pt x="1845" y="87"/>
                    <a:pt x="1845" y="87"/>
                  </a:cubicBezTo>
                  <a:cubicBezTo>
                    <a:pt x="1844" y="87"/>
                    <a:pt x="1844" y="87"/>
                    <a:pt x="1844" y="87"/>
                  </a:cubicBezTo>
                  <a:cubicBezTo>
                    <a:pt x="1836" y="88"/>
                    <a:pt x="1832" y="84"/>
                    <a:pt x="1833" y="77"/>
                  </a:cubicBezTo>
                  <a:cubicBezTo>
                    <a:pt x="1833" y="57"/>
                    <a:pt x="1833" y="57"/>
                    <a:pt x="1833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6" name="ïśḷïḍê"/>
            <p:cNvGrpSpPr/>
            <p:nvPr/>
          </p:nvGrpSpPr>
          <p:grpSpPr>
            <a:xfrm>
              <a:off x="2893999" y="2478437"/>
              <a:ext cx="1902164" cy="1904297"/>
              <a:chOff x="1344613" y="2017713"/>
              <a:chExt cx="2822575" cy="2825750"/>
            </a:xfrm>
            <a:grpFill/>
          </p:grpSpPr>
          <p:sp>
            <p:nvSpPr>
              <p:cNvPr id="17" name="işḷïḋé"/>
              <p:cNvSpPr/>
              <p:nvPr/>
            </p:nvSpPr>
            <p:spPr bwMode="auto">
              <a:xfrm>
                <a:off x="2416176" y="2225676"/>
                <a:ext cx="266700" cy="442913"/>
              </a:xfrm>
              <a:custGeom>
                <a:avLst/>
                <a:gdLst>
                  <a:gd name="T0" fmla="*/ 51 w 81"/>
                  <a:gd name="T1" fmla="*/ 5 h 134"/>
                  <a:gd name="T2" fmla="*/ 61 w 81"/>
                  <a:gd name="T3" fmla="*/ 6 h 134"/>
                  <a:gd name="T4" fmla="*/ 55 w 81"/>
                  <a:gd name="T5" fmla="*/ 26 h 134"/>
                  <a:gd name="T6" fmla="*/ 66 w 81"/>
                  <a:gd name="T7" fmla="*/ 31 h 134"/>
                  <a:gd name="T8" fmla="*/ 62 w 81"/>
                  <a:gd name="T9" fmla="*/ 48 h 134"/>
                  <a:gd name="T10" fmla="*/ 65 w 81"/>
                  <a:gd name="T11" fmla="*/ 48 h 134"/>
                  <a:gd name="T12" fmla="*/ 74 w 81"/>
                  <a:gd name="T13" fmla="*/ 56 h 134"/>
                  <a:gd name="T14" fmla="*/ 67 w 81"/>
                  <a:gd name="T15" fmla="*/ 69 h 134"/>
                  <a:gd name="T16" fmla="*/ 60 w 81"/>
                  <a:gd name="T17" fmla="*/ 76 h 134"/>
                  <a:gd name="T18" fmla="*/ 75 w 81"/>
                  <a:gd name="T19" fmla="*/ 79 h 134"/>
                  <a:gd name="T20" fmla="*/ 79 w 81"/>
                  <a:gd name="T21" fmla="*/ 93 h 134"/>
                  <a:gd name="T22" fmla="*/ 71 w 81"/>
                  <a:gd name="T23" fmla="*/ 101 h 134"/>
                  <a:gd name="T24" fmla="*/ 57 w 81"/>
                  <a:gd name="T25" fmla="*/ 106 h 134"/>
                  <a:gd name="T26" fmla="*/ 61 w 81"/>
                  <a:gd name="T27" fmla="*/ 89 h 134"/>
                  <a:gd name="T28" fmla="*/ 61 w 81"/>
                  <a:gd name="T29" fmla="*/ 83 h 134"/>
                  <a:gd name="T30" fmla="*/ 48 w 81"/>
                  <a:gd name="T31" fmla="*/ 107 h 134"/>
                  <a:gd name="T32" fmla="*/ 39 w 81"/>
                  <a:gd name="T33" fmla="*/ 102 h 134"/>
                  <a:gd name="T34" fmla="*/ 47 w 81"/>
                  <a:gd name="T35" fmla="*/ 69 h 134"/>
                  <a:gd name="T36" fmla="*/ 50 w 81"/>
                  <a:gd name="T37" fmla="*/ 66 h 134"/>
                  <a:gd name="T38" fmla="*/ 36 w 81"/>
                  <a:gd name="T39" fmla="*/ 59 h 134"/>
                  <a:gd name="T40" fmla="*/ 9 w 81"/>
                  <a:gd name="T41" fmla="*/ 134 h 134"/>
                  <a:gd name="T42" fmla="*/ 42 w 81"/>
                  <a:gd name="T43" fmla="*/ 28 h 134"/>
                  <a:gd name="T44" fmla="*/ 20 w 81"/>
                  <a:gd name="T45" fmla="*/ 37 h 134"/>
                  <a:gd name="T46" fmla="*/ 14 w 81"/>
                  <a:gd name="T47" fmla="*/ 29 h 134"/>
                  <a:gd name="T48" fmla="*/ 31 w 81"/>
                  <a:gd name="T49" fmla="*/ 19 h 134"/>
                  <a:gd name="T50" fmla="*/ 23 w 81"/>
                  <a:gd name="T51" fmla="*/ 4 h 134"/>
                  <a:gd name="T52" fmla="*/ 37 w 81"/>
                  <a:gd name="T53" fmla="*/ 2 h 134"/>
                  <a:gd name="T54" fmla="*/ 45 w 81"/>
                  <a:gd name="T55" fmla="*/ 38 h 134"/>
                  <a:gd name="T56" fmla="*/ 45 w 81"/>
                  <a:gd name="T57" fmla="*/ 39 h 134"/>
                  <a:gd name="T58" fmla="*/ 46 w 81"/>
                  <a:gd name="T59" fmla="*/ 38 h 134"/>
                  <a:gd name="T60" fmla="*/ 40 w 81"/>
                  <a:gd name="T61" fmla="*/ 71 h 134"/>
                  <a:gd name="T62" fmla="*/ 40 w 81"/>
                  <a:gd name="T63" fmla="*/ 71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81" h="134">
                    <a:moveTo>
                      <a:pt x="48" y="3"/>
                    </a:moveTo>
                    <a:cubicBezTo>
                      <a:pt x="49" y="4"/>
                      <a:pt x="50" y="5"/>
                      <a:pt x="51" y="5"/>
                    </a:cubicBezTo>
                    <a:cubicBezTo>
                      <a:pt x="53" y="5"/>
                      <a:pt x="54" y="2"/>
                      <a:pt x="57" y="3"/>
                    </a:cubicBezTo>
                    <a:cubicBezTo>
                      <a:pt x="59" y="3"/>
                      <a:pt x="60" y="4"/>
                      <a:pt x="61" y="6"/>
                    </a:cubicBezTo>
                    <a:cubicBezTo>
                      <a:pt x="68" y="16"/>
                      <a:pt x="53" y="18"/>
                      <a:pt x="52" y="25"/>
                    </a:cubicBezTo>
                    <a:cubicBezTo>
                      <a:pt x="52" y="26"/>
                      <a:pt x="54" y="27"/>
                      <a:pt x="55" y="26"/>
                    </a:cubicBezTo>
                    <a:cubicBezTo>
                      <a:pt x="58" y="24"/>
                      <a:pt x="58" y="27"/>
                      <a:pt x="62" y="30"/>
                    </a:cubicBezTo>
                    <a:cubicBezTo>
                      <a:pt x="63" y="30"/>
                      <a:pt x="64" y="30"/>
                      <a:pt x="66" y="31"/>
                    </a:cubicBezTo>
                    <a:cubicBezTo>
                      <a:pt x="67" y="31"/>
                      <a:pt x="71" y="34"/>
                      <a:pt x="70" y="37"/>
                    </a:cubicBezTo>
                    <a:cubicBezTo>
                      <a:pt x="69" y="40"/>
                      <a:pt x="62" y="45"/>
                      <a:pt x="62" y="48"/>
                    </a:cubicBezTo>
                    <a:cubicBezTo>
                      <a:pt x="62" y="49"/>
                      <a:pt x="62" y="49"/>
                      <a:pt x="63" y="49"/>
                    </a:cubicBezTo>
                    <a:cubicBezTo>
                      <a:pt x="64" y="50"/>
                      <a:pt x="64" y="49"/>
                      <a:pt x="65" y="48"/>
                    </a:cubicBezTo>
                    <a:cubicBezTo>
                      <a:pt x="66" y="47"/>
                      <a:pt x="67" y="47"/>
                      <a:pt x="69" y="47"/>
                    </a:cubicBezTo>
                    <a:cubicBezTo>
                      <a:pt x="73" y="48"/>
                      <a:pt x="76" y="52"/>
                      <a:pt x="74" y="56"/>
                    </a:cubicBezTo>
                    <a:cubicBezTo>
                      <a:pt x="73" y="60"/>
                      <a:pt x="69" y="61"/>
                      <a:pt x="67" y="63"/>
                    </a:cubicBezTo>
                    <a:cubicBezTo>
                      <a:pt x="65" y="65"/>
                      <a:pt x="68" y="67"/>
                      <a:pt x="67" y="69"/>
                    </a:cubicBezTo>
                    <a:cubicBezTo>
                      <a:pt x="66" y="71"/>
                      <a:pt x="61" y="72"/>
                      <a:pt x="60" y="75"/>
                    </a:cubicBezTo>
                    <a:cubicBezTo>
                      <a:pt x="59" y="75"/>
                      <a:pt x="60" y="76"/>
                      <a:pt x="60" y="76"/>
                    </a:cubicBezTo>
                    <a:cubicBezTo>
                      <a:pt x="63" y="76"/>
                      <a:pt x="65" y="73"/>
                      <a:pt x="67" y="72"/>
                    </a:cubicBezTo>
                    <a:cubicBezTo>
                      <a:pt x="71" y="71"/>
                      <a:pt x="75" y="75"/>
                      <a:pt x="75" y="79"/>
                    </a:cubicBezTo>
                    <a:cubicBezTo>
                      <a:pt x="74" y="82"/>
                      <a:pt x="70" y="86"/>
                      <a:pt x="71" y="88"/>
                    </a:cubicBezTo>
                    <a:cubicBezTo>
                      <a:pt x="72" y="91"/>
                      <a:pt x="76" y="92"/>
                      <a:pt x="79" y="93"/>
                    </a:cubicBezTo>
                    <a:cubicBezTo>
                      <a:pt x="80" y="94"/>
                      <a:pt x="81" y="95"/>
                      <a:pt x="81" y="97"/>
                    </a:cubicBezTo>
                    <a:cubicBezTo>
                      <a:pt x="81" y="101"/>
                      <a:pt x="75" y="102"/>
                      <a:pt x="71" y="101"/>
                    </a:cubicBezTo>
                    <a:cubicBezTo>
                      <a:pt x="70" y="100"/>
                      <a:pt x="69" y="100"/>
                      <a:pt x="67" y="100"/>
                    </a:cubicBezTo>
                    <a:cubicBezTo>
                      <a:pt x="64" y="101"/>
                      <a:pt x="62" y="108"/>
                      <a:pt x="57" y="106"/>
                    </a:cubicBezTo>
                    <a:cubicBezTo>
                      <a:pt x="50" y="103"/>
                      <a:pt x="61" y="95"/>
                      <a:pt x="62" y="93"/>
                    </a:cubicBezTo>
                    <a:cubicBezTo>
                      <a:pt x="62" y="92"/>
                      <a:pt x="61" y="90"/>
                      <a:pt x="61" y="89"/>
                    </a:cubicBezTo>
                    <a:cubicBezTo>
                      <a:pt x="61" y="88"/>
                      <a:pt x="63" y="86"/>
                      <a:pt x="64" y="85"/>
                    </a:cubicBezTo>
                    <a:cubicBezTo>
                      <a:pt x="66" y="83"/>
                      <a:pt x="64" y="82"/>
                      <a:pt x="61" y="83"/>
                    </a:cubicBezTo>
                    <a:cubicBezTo>
                      <a:pt x="56" y="84"/>
                      <a:pt x="55" y="90"/>
                      <a:pt x="53" y="96"/>
                    </a:cubicBezTo>
                    <a:cubicBezTo>
                      <a:pt x="52" y="99"/>
                      <a:pt x="50" y="103"/>
                      <a:pt x="48" y="107"/>
                    </a:cubicBezTo>
                    <a:cubicBezTo>
                      <a:pt x="47" y="109"/>
                      <a:pt x="45" y="116"/>
                      <a:pt x="40" y="114"/>
                    </a:cubicBezTo>
                    <a:cubicBezTo>
                      <a:pt x="35" y="112"/>
                      <a:pt x="37" y="106"/>
                      <a:pt x="39" y="102"/>
                    </a:cubicBezTo>
                    <a:cubicBezTo>
                      <a:pt x="42" y="94"/>
                      <a:pt x="50" y="86"/>
                      <a:pt x="51" y="77"/>
                    </a:cubicBezTo>
                    <a:cubicBezTo>
                      <a:pt x="52" y="74"/>
                      <a:pt x="45" y="73"/>
                      <a:pt x="47" y="69"/>
                    </a:cubicBezTo>
                    <a:cubicBezTo>
                      <a:pt x="47" y="68"/>
                      <a:pt x="48" y="68"/>
                      <a:pt x="50" y="68"/>
                    </a:cubicBezTo>
                    <a:cubicBezTo>
                      <a:pt x="52" y="67"/>
                      <a:pt x="52" y="66"/>
                      <a:pt x="50" y="66"/>
                    </a:cubicBezTo>
                    <a:cubicBezTo>
                      <a:pt x="48" y="66"/>
                      <a:pt x="43" y="60"/>
                      <a:pt x="42" y="58"/>
                    </a:cubicBezTo>
                    <a:cubicBezTo>
                      <a:pt x="38" y="54"/>
                      <a:pt x="38" y="54"/>
                      <a:pt x="36" y="59"/>
                    </a:cubicBezTo>
                    <a:cubicBezTo>
                      <a:pt x="30" y="72"/>
                      <a:pt x="18" y="112"/>
                      <a:pt x="17" y="116"/>
                    </a:cubicBezTo>
                    <a:cubicBezTo>
                      <a:pt x="16" y="124"/>
                      <a:pt x="14" y="134"/>
                      <a:pt x="9" y="134"/>
                    </a:cubicBezTo>
                    <a:cubicBezTo>
                      <a:pt x="8" y="133"/>
                      <a:pt x="2" y="129"/>
                      <a:pt x="2" y="127"/>
                    </a:cubicBezTo>
                    <a:cubicBezTo>
                      <a:pt x="0" y="119"/>
                      <a:pt x="36" y="39"/>
                      <a:pt x="42" y="28"/>
                    </a:cubicBezTo>
                    <a:cubicBezTo>
                      <a:pt x="43" y="26"/>
                      <a:pt x="41" y="24"/>
                      <a:pt x="39" y="26"/>
                    </a:cubicBezTo>
                    <a:cubicBezTo>
                      <a:pt x="32" y="33"/>
                      <a:pt x="26" y="35"/>
                      <a:pt x="20" y="37"/>
                    </a:cubicBezTo>
                    <a:cubicBezTo>
                      <a:pt x="16" y="38"/>
                      <a:pt x="12" y="36"/>
                      <a:pt x="11" y="33"/>
                    </a:cubicBezTo>
                    <a:cubicBezTo>
                      <a:pt x="9" y="30"/>
                      <a:pt x="11" y="29"/>
                      <a:pt x="14" y="29"/>
                    </a:cubicBezTo>
                    <a:cubicBezTo>
                      <a:pt x="15" y="28"/>
                      <a:pt x="17" y="27"/>
                      <a:pt x="19" y="27"/>
                    </a:cubicBezTo>
                    <a:cubicBezTo>
                      <a:pt x="22" y="25"/>
                      <a:pt x="28" y="22"/>
                      <a:pt x="31" y="19"/>
                    </a:cubicBezTo>
                    <a:cubicBezTo>
                      <a:pt x="34" y="16"/>
                      <a:pt x="33" y="14"/>
                      <a:pt x="30" y="13"/>
                    </a:cubicBezTo>
                    <a:cubicBezTo>
                      <a:pt x="25" y="11"/>
                      <a:pt x="20" y="8"/>
                      <a:pt x="23" y="4"/>
                    </a:cubicBezTo>
                    <a:cubicBezTo>
                      <a:pt x="25" y="1"/>
                      <a:pt x="33" y="2"/>
                      <a:pt x="35" y="3"/>
                    </a:cubicBezTo>
                    <a:cubicBezTo>
                      <a:pt x="36" y="3"/>
                      <a:pt x="37" y="2"/>
                      <a:pt x="37" y="2"/>
                    </a:cubicBezTo>
                    <a:cubicBezTo>
                      <a:pt x="40" y="0"/>
                      <a:pt x="46" y="0"/>
                      <a:pt x="48" y="3"/>
                    </a:cubicBezTo>
                    <a:close/>
                    <a:moveTo>
                      <a:pt x="45" y="38"/>
                    </a:moveTo>
                    <a:cubicBezTo>
                      <a:pt x="45" y="38"/>
                      <a:pt x="45" y="38"/>
                      <a:pt x="45" y="39"/>
                    </a:cubicBezTo>
                    <a:cubicBezTo>
                      <a:pt x="45" y="39"/>
                      <a:pt x="45" y="39"/>
                      <a:pt x="45" y="39"/>
                    </a:cubicBezTo>
                    <a:cubicBezTo>
                      <a:pt x="46" y="39"/>
                      <a:pt x="46" y="39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lose/>
                    <a:moveTo>
                      <a:pt x="40" y="71"/>
                    </a:moveTo>
                    <a:cubicBezTo>
                      <a:pt x="49" y="72"/>
                      <a:pt x="48" y="89"/>
                      <a:pt x="38" y="87"/>
                    </a:cubicBezTo>
                    <a:cubicBezTo>
                      <a:pt x="29" y="85"/>
                      <a:pt x="37" y="71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îṡḻíḓé"/>
              <p:cNvSpPr/>
              <p:nvPr/>
            </p:nvSpPr>
            <p:spPr bwMode="auto">
              <a:xfrm>
                <a:off x="2878138" y="2265363"/>
                <a:ext cx="223838" cy="339725"/>
              </a:xfrm>
              <a:custGeom>
                <a:avLst/>
                <a:gdLst>
                  <a:gd name="T0" fmla="*/ 62 w 68"/>
                  <a:gd name="T1" fmla="*/ 16 h 103"/>
                  <a:gd name="T2" fmla="*/ 57 w 68"/>
                  <a:gd name="T3" fmla="*/ 21 h 103"/>
                  <a:gd name="T4" fmla="*/ 47 w 68"/>
                  <a:gd name="T5" fmla="*/ 47 h 103"/>
                  <a:gd name="T6" fmla="*/ 50 w 68"/>
                  <a:gd name="T7" fmla="*/ 51 h 103"/>
                  <a:gd name="T8" fmla="*/ 57 w 68"/>
                  <a:gd name="T9" fmla="*/ 48 h 103"/>
                  <a:gd name="T10" fmla="*/ 61 w 68"/>
                  <a:gd name="T11" fmla="*/ 44 h 103"/>
                  <a:gd name="T12" fmla="*/ 68 w 68"/>
                  <a:gd name="T13" fmla="*/ 49 h 103"/>
                  <a:gd name="T14" fmla="*/ 68 w 68"/>
                  <a:gd name="T15" fmla="*/ 52 h 103"/>
                  <a:gd name="T16" fmla="*/ 41 w 68"/>
                  <a:gd name="T17" fmla="*/ 62 h 103"/>
                  <a:gd name="T18" fmla="*/ 44 w 68"/>
                  <a:gd name="T19" fmla="*/ 70 h 103"/>
                  <a:gd name="T20" fmla="*/ 55 w 68"/>
                  <a:gd name="T21" fmla="*/ 93 h 103"/>
                  <a:gd name="T22" fmla="*/ 63 w 68"/>
                  <a:gd name="T23" fmla="*/ 99 h 103"/>
                  <a:gd name="T24" fmla="*/ 61 w 68"/>
                  <a:gd name="T25" fmla="*/ 102 h 103"/>
                  <a:gd name="T26" fmla="*/ 53 w 68"/>
                  <a:gd name="T27" fmla="*/ 102 h 103"/>
                  <a:gd name="T28" fmla="*/ 47 w 68"/>
                  <a:gd name="T29" fmla="*/ 102 h 103"/>
                  <a:gd name="T30" fmla="*/ 38 w 68"/>
                  <a:gd name="T31" fmla="*/ 78 h 103"/>
                  <a:gd name="T32" fmla="*/ 35 w 68"/>
                  <a:gd name="T33" fmla="*/ 74 h 103"/>
                  <a:gd name="T34" fmla="*/ 33 w 68"/>
                  <a:gd name="T35" fmla="*/ 77 h 103"/>
                  <a:gd name="T36" fmla="*/ 28 w 68"/>
                  <a:gd name="T37" fmla="*/ 84 h 103"/>
                  <a:gd name="T38" fmla="*/ 0 w 68"/>
                  <a:gd name="T39" fmla="*/ 79 h 103"/>
                  <a:gd name="T40" fmla="*/ 12 w 68"/>
                  <a:gd name="T41" fmla="*/ 74 h 103"/>
                  <a:gd name="T42" fmla="*/ 26 w 68"/>
                  <a:gd name="T43" fmla="*/ 65 h 103"/>
                  <a:gd name="T44" fmla="*/ 24 w 68"/>
                  <a:gd name="T45" fmla="*/ 64 h 103"/>
                  <a:gd name="T46" fmla="*/ 20 w 68"/>
                  <a:gd name="T47" fmla="*/ 67 h 103"/>
                  <a:gd name="T48" fmla="*/ 13 w 68"/>
                  <a:gd name="T49" fmla="*/ 60 h 103"/>
                  <a:gd name="T50" fmla="*/ 34 w 68"/>
                  <a:gd name="T51" fmla="*/ 51 h 103"/>
                  <a:gd name="T52" fmla="*/ 48 w 68"/>
                  <a:gd name="T53" fmla="*/ 18 h 103"/>
                  <a:gd name="T54" fmla="*/ 62 w 68"/>
                  <a:gd name="T55" fmla="*/ 1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8" h="103">
                    <a:moveTo>
                      <a:pt x="62" y="16"/>
                    </a:moveTo>
                    <a:cubicBezTo>
                      <a:pt x="61" y="18"/>
                      <a:pt x="58" y="19"/>
                      <a:pt x="57" y="21"/>
                    </a:cubicBezTo>
                    <a:cubicBezTo>
                      <a:pt x="54" y="26"/>
                      <a:pt x="49" y="39"/>
                      <a:pt x="47" y="47"/>
                    </a:cubicBezTo>
                    <a:cubicBezTo>
                      <a:pt x="46" y="51"/>
                      <a:pt x="47" y="52"/>
                      <a:pt x="50" y="51"/>
                    </a:cubicBezTo>
                    <a:cubicBezTo>
                      <a:pt x="52" y="51"/>
                      <a:pt x="56" y="50"/>
                      <a:pt x="57" y="48"/>
                    </a:cubicBezTo>
                    <a:cubicBezTo>
                      <a:pt x="59" y="47"/>
                      <a:pt x="58" y="44"/>
                      <a:pt x="61" y="44"/>
                    </a:cubicBezTo>
                    <a:cubicBezTo>
                      <a:pt x="62" y="43"/>
                      <a:pt x="66" y="46"/>
                      <a:pt x="68" y="49"/>
                    </a:cubicBezTo>
                    <a:cubicBezTo>
                      <a:pt x="68" y="50"/>
                      <a:pt x="68" y="51"/>
                      <a:pt x="68" y="52"/>
                    </a:cubicBezTo>
                    <a:cubicBezTo>
                      <a:pt x="65" y="60"/>
                      <a:pt x="46" y="57"/>
                      <a:pt x="41" y="62"/>
                    </a:cubicBezTo>
                    <a:cubicBezTo>
                      <a:pt x="39" y="65"/>
                      <a:pt x="43" y="67"/>
                      <a:pt x="44" y="70"/>
                    </a:cubicBezTo>
                    <a:cubicBezTo>
                      <a:pt x="47" y="78"/>
                      <a:pt x="50" y="87"/>
                      <a:pt x="55" y="93"/>
                    </a:cubicBezTo>
                    <a:cubicBezTo>
                      <a:pt x="57" y="96"/>
                      <a:pt x="61" y="96"/>
                      <a:pt x="63" y="99"/>
                    </a:cubicBezTo>
                    <a:cubicBezTo>
                      <a:pt x="63" y="101"/>
                      <a:pt x="63" y="102"/>
                      <a:pt x="61" y="102"/>
                    </a:cubicBezTo>
                    <a:cubicBezTo>
                      <a:pt x="59" y="103"/>
                      <a:pt x="55" y="102"/>
                      <a:pt x="53" y="102"/>
                    </a:cubicBezTo>
                    <a:cubicBezTo>
                      <a:pt x="50" y="102"/>
                      <a:pt x="49" y="103"/>
                      <a:pt x="47" y="102"/>
                    </a:cubicBezTo>
                    <a:cubicBezTo>
                      <a:pt x="41" y="100"/>
                      <a:pt x="38" y="84"/>
                      <a:pt x="38" y="78"/>
                    </a:cubicBezTo>
                    <a:cubicBezTo>
                      <a:pt x="38" y="75"/>
                      <a:pt x="37" y="73"/>
                      <a:pt x="35" y="74"/>
                    </a:cubicBezTo>
                    <a:cubicBezTo>
                      <a:pt x="34" y="75"/>
                      <a:pt x="33" y="76"/>
                      <a:pt x="33" y="77"/>
                    </a:cubicBezTo>
                    <a:cubicBezTo>
                      <a:pt x="31" y="80"/>
                      <a:pt x="29" y="83"/>
                      <a:pt x="28" y="84"/>
                    </a:cubicBezTo>
                    <a:cubicBezTo>
                      <a:pt x="23" y="89"/>
                      <a:pt x="0" y="83"/>
                      <a:pt x="0" y="79"/>
                    </a:cubicBezTo>
                    <a:cubicBezTo>
                      <a:pt x="1" y="72"/>
                      <a:pt x="8" y="75"/>
                      <a:pt x="12" y="74"/>
                    </a:cubicBezTo>
                    <a:cubicBezTo>
                      <a:pt x="17" y="73"/>
                      <a:pt x="27" y="68"/>
                      <a:pt x="26" y="65"/>
                    </a:cubicBezTo>
                    <a:cubicBezTo>
                      <a:pt x="26" y="64"/>
                      <a:pt x="25" y="64"/>
                      <a:pt x="24" y="64"/>
                    </a:cubicBezTo>
                    <a:cubicBezTo>
                      <a:pt x="22" y="64"/>
                      <a:pt x="21" y="66"/>
                      <a:pt x="20" y="67"/>
                    </a:cubicBezTo>
                    <a:cubicBezTo>
                      <a:pt x="16" y="68"/>
                      <a:pt x="12" y="64"/>
                      <a:pt x="13" y="60"/>
                    </a:cubicBezTo>
                    <a:cubicBezTo>
                      <a:pt x="14" y="51"/>
                      <a:pt x="29" y="58"/>
                      <a:pt x="34" y="51"/>
                    </a:cubicBezTo>
                    <a:cubicBezTo>
                      <a:pt x="38" y="43"/>
                      <a:pt x="48" y="20"/>
                      <a:pt x="48" y="18"/>
                    </a:cubicBezTo>
                    <a:cubicBezTo>
                      <a:pt x="49" y="0"/>
                      <a:pt x="66" y="5"/>
                      <a:pt x="6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îSḷíḍe"/>
              <p:cNvSpPr/>
              <p:nvPr/>
            </p:nvSpPr>
            <p:spPr bwMode="auto">
              <a:xfrm>
                <a:off x="2011363" y="2378076"/>
                <a:ext cx="273050" cy="409575"/>
              </a:xfrm>
              <a:custGeom>
                <a:avLst/>
                <a:gdLst>
                  <a:gd name="T0" fmla="*/ 13 w 83"/>
                  <a:gd name="T1" fmla="*/ 3 h 124"/>
                  <a:gd name="T2" fmla="*/ 16 w 83"/>
                  <a:gd name="T3" fmla="*/ 8 h 124"/>
                  <a:gd name="T4" fmla="*/ 18 w 83"/>
                  <a:gd name="T5" fmla="*/ 60 h 124"/>
                  <a:gd name="T6" fmla="*/ 11 w 83"/>
                  <a:gd name="T7" fmla="*/ 58 h 124"/>
                  <a:gd name="T8" fmla="*/ 4 w 83"/>
                  <a:gd name="T9" fmla="*/ 13 h 124"/>
                  <a:gd name="T10" fmla="*/ 3 w 83"/>
                  <a:gd name="T11" fmla="*/ 4 h 124"/>
                  <a:gd name="T12" fmla="*/ 6 w 83"/>
                  <a:gd name="T13" fmla="*/ 2 h 124"/>
                  <a:gd name="T14" fmla="*/ 13 w 83"/>
                  <a:gd name="T15" fmla="*/ 3 h 124"/>
                  <a:gd name="T16" fmla="*/ 31 w 83"/>
                  <a:gd name="T17" fmla="*/ 38 h 124"/>
                  <a:gd name="T18" fmla="*/ 34 w 83"/>
                  <a:gd name="T19" fmla="*/ 40 h 124"/>
                  <a:gd name="T20" fmla="*/ 38 w 83"/>
                  <a:gd name="T21" fmla="*/ 38 h 124"/>
                  <a:gd name="T22" fmla="*/ 42 w 83"/>
                  <a:gd name="T23" fmla="*/ 39 h 124"/>
                  <a:gd name="T24" fmla="*/ 41 w 83"/>
                  <a:gd name="T25" fmla="*/ 57 h 124"/>
                  <a:gd name="T26" fmla="*/ 45 w 83"/>
                  <a:gd name="T27" fmla="*/ 57 h 124"/>
                  <a:gd name="T28" fmla="*/ 49 w 83"/>
                  <a:gd name="T29" fmla="*/ 49 h 124"/>
                  <a:gd name="T30" fmla="*/ 58 w 83"/>
                  <a:gd name="T31" fmla="*/ 53 h 124"/>
                  <a:gd name="T32" fmla="*/ 58 w 83"/>
                  <a:gd name="T33" fmla="*/ 58 h 124"/>
                  <a:gd name="T34" fmla="*/ 58 w 83"/>
                  <a:gd name="T35" fmla="*/ 61 h 124"/>
                  <a:gd name="T36" fmla="*/ 58 w 83"/>
                  <a:gd name="T37" fmla="*/ 69 h 124"/>
                  <a:gd name="T38" fmla="*/ 54 w 83"/>
                  <a:gd name="T39" fmla="*/ 77 h 124"/>
                  <a:gd name="T40" fmla="*/ 60 w 83"/>
                  <a:gd name="T41" fmla="*/ 91 h 124"/>
                  <a:gd name="T42" fmla="*/ 67 w 83"/>
                  <a:gd name="T43" fmla="*/ 94 h 124"/>
                  <a:gd name="T44" fmla="*/ 69 w 83"/>
                  <a:gd name="T45" fmla="*/ 101 h 124"/>
                  <a:gd name="T46" fmla="*/ 71 w 83"/>
                  <a:gd name="T47" fmla="*/ 100 h 124"/>
                  <a:gd name="T48" fmla="*/ 75 w 83"/>
                  <a:gd name="T49" fmla="*/ 96 h 124"/>
                  <a:gd name="T50" fmla="*/ 82 w 83"/>
                  <a:gd name="T51" fmla="*/ 104 h 124"/>
                  <a:gd name="T52" fmla="*/ 77 w 83"/>
                  <a:gd name="T53" fmla="*/ 117 h 124"/>
                  <a:gd name="T54" fmla="*/ 74 w 83"/>
                  <a:gd name="T55" fmla="*/ 121 h 124"/>
                  <a:gd name="T56" fmla="*/ 65 w 83"/>
                  <a:gd name="T57" fmla="*/ 122 h 124"/>
                  <a:gd name="T58" fmla="*/ 60 w 83"/>
                  <a:gd name="T59" fmla="*/ 109 h 124"/>
                  <a:gd name="T60" fmla="*/ 54 w 83"/>
                  <a:gd name="T61" fmla="*/ 100 h 124"/>
                  <a:gd name="T62" fmla="*/ 51 w 83"/>
                  <a:gd name="T63" fmla="*/ 98 h 124"/>
                  <a:gd name="T64" fmla="*/ 50 w 83"/>
                  <a:gd name="T65" fmla="*/ 93 h 124"/>
                  <a:gd name="T66" fmla="*/ 45 w 83"/>
                  <a:gd name="T67" fmla="*/ 85 h 124"/>
                  <a:gd name="T68" fmla="*/ 44 w 83"/>
                  <a:gd name="T69" fmla="*/ 87 h 124"/>
                  <a:gd name="T70" fmla="*/ 44 w 83"/>
                  <a:gd name="T71" fmla="*/ 94 h 124"/>
                  <a:gd name="T72" fmla="*/ 35 w 83"/>
                  <a:gd name="T73" fmla="*/ 95 h 124"/>
                  <a:gd name="T74" fmla="*/ 32 w 83"/>
                  <a:gd name="T75" fmla="*/ 75 h 124"/>
                  <a:gd name="T76" fmla="*/ 30 w 83"/>
                  <a:gd name="T77" fmla="*/ 73 h 124"/>
                  <a:gd name="T78" fmla="*/ 25 w 83"/>
                  <a:gd name="T79" fmla="*/ 99 h 124"/>
                  <a:gd name="T80" fmla="*/ 21 w 83"/>
                  <a:gd name="T81" fmla="*/ 109 h 124"/>
                  <a:gd name="T82" fmla="*/ 5 w 83"/>
                  <a:gd name="T83" fmla="*/ 110 h 124"/>
                  <a:gd name="T84" fmla="*/ 25 w 83"/>
                  <a:gd name="T85" fmla="*/ 57 h 124"/>
                  <a:gd name="T86" fmla="*/ 23 w 83"/>
                  <a:gd name="T87" fmla="*/ 49 h 124"/>
                  <a:gd name="T88" fmla="*/ 25 w 83"/>
                  <a:gd name="T89" fmla="*/ 38 h 124"/>
                  <a:gd name="T90" fmla="*/ 31 w 83"/>
                  <a:gd name="T91" fmla="*/ 38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3" h="124">
                    <a:moveTo>
                      <a:pt x="13" y="3"/>
                    </a:moveTo>
                    <a:cubicBezTo>
                      <a:pt x="15" y="4"/>
                      <a:pt x="16" y="6"/>
                      <a:pt x="16" y="8"/>
                    </a:cubicBezTo>
                    <a:cubicBezTo>
                      <a:pt x="21" y="20"/>
                      <a:pt x="23" y="49"/>
                      <a:pt x="18" y="60"/>
                    </a:cubicBezTo>
                    <a:cubicBezTo>
                      <a:pt x="15" y="66"/>
                      <a:pt x="12" y="63"/>
                      <a:pt x="11" y="58"/>
                    </a:cubicBezTo>
                    <a:cubicBezTo>
                      <a:pt x="9" y="43"/>
                      <a:pt x="11" y="26"/>
                      <a:pt x="4" y="13"/>
                    </a:cubicBezTo>
                    <a:cubicBezTo>
                      <a:pt x="2" y="10"/>
                      <a:pt x="0" y="7"/>
                      <a:pt x="3" y="4"/>
                    </a:cubicBezTo>
                    <a:cubicBezTo>
                      <a:pt x="4" y="4"/>
                      <a:pt x="5" y="3"/>
                      <a:pt x="6" y="2"/>
                    </a:cubicBezTo>
                    <a:cubicBezTo>
                      <a:pt x="8" y="1"/>
                      <a:pt x="11" y="0"/>
                      <a:pt x="13" y="3"/>
                    </a:cubicBezTo>
                    <a:close/>
                    <a:moveTo>
                      <a:pt x="31" y="38"/>
                    </a:moveTo>
                    <a:cubicBezTo>
                      <a:pt x="33" y="40"/>
                      <a:pt x="32" y="41"/>
                      <a:pt x="34" y="40"/>
                    </a:cubicBezTo>
                    <a:cubicBezTo>
                      <a:pt x="35" y="39"/>
                      <a:pt x="37" y="38"/>
                      <a:pt x="38" y="38"/>
                    </a:cubicBezTo>
                    <a:cubicBezTo>
                      <a:pt x="40" y="37"/>
                      <a:pt x="41" y="38"/>
                      <a:pt x="42" y="39"/>
                    </a:cubicBezTo>
                    <a:cubicBezTo>
                      <a:pt x="49" y="44"/>
                      <a:pt x="41" y="52"/>
                      <a:pt x="41" y="57"/>
                    </a:cubicBezTo>
                    <a:cubicBezTo>
                      <a:pt x="42" y="60"/>
                      <a:pt x="44" y="61"/>
                      <a:pt x="45" y="57"/>
                    </a:cubicBezTo>
                    <a:cubicBezTo>
                      <a:pt x="46" y="54"/>
                      <a:pt x="45" y="49"/>
                      <a:pt x="49" y="49"/>
                    </a:cubicBezTo>
                    <a:cubicBezTo>
                      <a:pt x="53" y="48"/>
                      <a:pt x="57" y="50"/>
                      <a:pt x="58" y="53"/>
                    </a:cubicBezTo>
                    <a:cubicBezTo>
                      <a:pt x="59" y="55"/>
                      <a:pt x="58" y="56"/>
                      <a:pt x="58" y="58"/>
                    </a:cubicBezTo>
                    <a:cubicBezTo>
                      <a:pt x="57" y="59"/>
                      <a:pt x="58" y="60"/>
                      <a:pt x="58" y="61"/>
                    </a:cubicBezTo>
                    <a:cubicBezTo>
                      <a:pt x="59" y="64"/>
                      <a:pt x="58" y="67"/>
                      <a:pt x="58" y="69"/>
                    </a:cubicBezTo>
                    <a:cubicBezTo>
                      <a:pt x="57" y="72"/>
                      <a:pt x="54" y="74"/>
                      <a:pt x="54" y="77"/>
                    </a:cubicBezTo>
                    <a:cubicBezTo>
                      <a:pt x="55" y="80"/>
                      <a:pt x="58" y="89"/>
                      <a:pt x="60" y="91"/>
                    </a:cubicBezTo>
                    <a:cubicBezTo>
                      <a:pt x="62" y="92"/>
                      <a:pt x="65" y="92"/>
                      <a:pt x="67" y="94"/>
                    </a:cubicBezTo>
                    <a:cubicBezTo>
                      <a:pt x="68" y="96"/>
                      <a:pt x="68" y="99"/>
                      <a:pt x="69" y="101"/>
                    </a:cubicBezTo>
                    <a:cubicBezTo>
                      <a:pt x="69" y="102"/>
                      <a:pt x="70" y="103"/>
                      <a:pt x="71" y="100"/>
                    </a:cubicBezTo>
                    <a:cubicBezTo>
                      <a:pt x="72" y="99"/>
                      <a:pt x="73" y="96"/>
                      <a:pt x="75" y="96"/>
                    </a:cubicBezTo>
                    <a:cubicBezTo>
                      <a:pt x="78" y="95"/>
                      <a:pt x="83" y="101"/>
                      <a:pt x="82" y="104"/>
                    </a:cubicBezTo>
                    <a:cubicBezTo>
                      <a:pt x="82" y="106"/>
                      <a:pt x="79" y="112"/>
                      <a:pt x="77" y="117"/>
                    </a:cubicBezTo>
                    <a:cubicBezTo>
                      <a:pt x="76" y="119"/>
                      <a:pt x="75" y="120"/>
                      <a:pt x="74" y="121"/>
                    </a:cubicBezTo>
                    <a:cubicBezTo>
                      <a:pt x="72" y="123"/>
                      <a:pt x="69" y="124"/>
                      <a:pt x="65" y="122"/>
                    </a:cubicBezTo>
                    <a:cubicBezTo>
                      <a:pt x="61" y="120"/>
                      <a:pt x="60" y="114"/>
                      <a:pt x="60" y="109"/>
                    </a:cubicBezTo>
                    <a:cubicBezTo>
                      <a:pt x="60" y="106"/>
                      <a:pt x="57" y="101"/>
                      <a:pt x="54" y="100"/>
                    </a:cubicBezTo>
                    <a:cubicBezTo>
                      <a:pt x="53" y="100"/>
                      <a:pt x="52" y="99"/>
                      <a:pt x="51" y="98"/>
                    </a:cubicBezTo>
                    <a:cubicBezTo>
                      <a:pt x="50" y="97"/>
                      <a:pt x="51" y="95"/>
                      <a:pt x="50" y="93"/>
                    </a:cubicBezTo>
                    <a:cubicBezTo>
                      <a:pt x="50" y="93"/>
                      <a:pt x="47" y="87"/>
                      <a:pt x="45" y="85"/>
                    </a:cubicBezTo>
                    <a:cubicBezTo>
                      <a:pt x="44" y="84"/>
                      <a:pt x="44" y="85"/>
                      <a:pt x="44" y="87"/>
                    </a:cubicBezTo>
                    <a:cubicBezTo>
                      <a:pt x="45" y="89"/>
                      <a:pt x="46" y="92"/>
                      <a:pt x="44" y="94"/>
                    </a:cubicBezTo>
                    <a:cubicBezTo>
                      <a:pt x="42" y="97"/>
                      <a:pt x="37" y="98"/>
                      <a:pt x="35" y="95"/>
                    </a:cubicBezTo>
                    <a:cubicBezTo>
                      <a:pt x="33" y="89"/>
                      <a:pt x="34" y="82"/>
                      <a:pt x="32" y="75"/>
                    </a:cubicBezTo>
                    <a:cubicBezTo>
                      <a:pt x="32" y="74"/>
                      <a:pt x="31" y="69"/>
                      <a:pt x="30" y="73"/>
                    </a:cubicBezTo>
                    <a:cubicBezTo>
                      <a:pt x="28" y="82"/>
                      <a:pt x="25" y="90"/>
                      <a:pt x="25" y="99"/>
                    </a:cubicBezTo>
                    <a:cubicBezTo>
                      <a:pt x="25" y="105"/>
                      <a:pt x="24" y="107"/>
                      <a:pt x="21" y="109"/>
                    </a:cubicBezTo>
                    <a:cubicBezTo>
                      <a:pt x="18" y="112"/>
                      <a:pt x="8" y="114"/>
                      <a:pt x="5" y="110"/>
                    </a:cubicBezTo>
                    <a:cubicBezTo>
                      <a:pt x="2" y="102"/>
                      <a:pt x="24" y="59"/>
                      <a:pt x="25" y="57"/>
                    </a:cubicBezTo>
                    <a:cubicBezTo>
                      <a:pt x="26" y="53"/>
                      <a:pt x="23" y="51"/>
                      <a:pt x="23" y="49"/>
                    </a:cubicBezTo>
                    <a:cubicBezTo>
                      <a:pt x="21" y="45"/>
                      <a:pt x="23" y="40"/>
                      <a:pt x="25" y="38"/>
                    </a:cubicBezTo>
                    <a:cubicBezTo>
                      <a:pt x="27" y="35"/>
                      <a:pt x="29" y="36"/>
                      <a:pt x="3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ïśḷîdé"/>
              <p:cNvSpPr/>
              <p:nvPr/>
            </p:nvSpPr>
            <p:spPr bwMode="auto">
              <a:xfrm>
                <a:off x="3240088" y="2522538"/>
                <a:ext cx="392113" cy="304800"/>
              </a:xfrm>
              <a:custGeom>
                <a:avLst/>
                <a:gdLst>
                  <a:gd name="T0" fmla="*/ 112 w 119"/>
                  <a:gd name="T1" fmla="*/ 15 h 92"/>
                  <a:gd name="T2" fmla="*/ 111 w 119"/>
                  <a:gd name="T3" fmla="*/ 29 h 92"/>
                  <a:gd name="T4" fmla="*/ 97 w 119"/>
                  <a:gd name="T5" fmla="*/ 36 h 92"/>
                  <a:gd name="T6" fmla="*/ 83 w 119"/>
                  <a:gd name="T7" fmla="*/ 40 h 92"/>
                  <a:gd name="T8" fmla="*/ 85 w 119"/>
                  <a:gd name="T9" fmla="*/ 59 h 92"/>
                  <a:gd name="T10" fmla="*/ 68 w 119"/>
                  <a:gd name="T11" fmla="*/ 55 h 92"/>
                  <a:gd name="T12" fmla="*/ 50 w 119"/>
                  <a:gd name="T13" fmla="*/ 41 h 92"/>
                  <a:gd name="T14" fmla="*/ 52 w 119"/>
                  <a:gd name="T15" fmla="*/ 39 h 92"/>
                  <a:gd name="T16" fmla="*/ 69 w 119"/>
                  <a:gd name="T17" fmla="*/ 42 h 92"/>
                  <a:gd name="T18" fmla="*/ 55 w 119"/>
                  <a:gd name="T19" fmla="*/ 37 h 92"/>
                  <a:gd name="T20" fmla="*/ 51 w 119"/>
                  <a:gd name="T21" fmla="*/ 24 h 92"/>
                  <a:gd name="T22" fmla="*/ 66 w 119"/>
                  <a:gd name="T23" fmla="*/ 24 h 92"/>
                  <a:gd name="T24" fmla="*/ 56 w 119"/>
                  <a:gd name="T25" fmla="*/ 20 h 92"/>
                  <a:gd name="T26" fmla="*/ 46 w 119"/>
                  <a:gd name="T27" fmla="*/ 13 h 92"/>
                  <a:gd name="T28" fmla="*/ 52 w 119"/>
                  <a:gd name="T29" fmla="*/ 5 h 92"/>
                  <a:gd name="T30" fmla="*/ 60 w 119"/>
                  <a:gd name="T31" fmla="*/ 1 h 92"/>
                  <a:gd name="T32" fmla="*/ 66 w 119"/>
                  <a:gd name="T33" fmla="*/ 6 h 92"/>
                  <a:gd name="T34" fmla="*/ 74 w 119"/>
                  <a:gd name="T35" fmla="*/ 2 h 92"/>
                  <a:gd name="T36" fmla="*/ 91 w 119"/>
                  <a:gd name="T37" fmla="*/ 4 h 92"/>
                  <a:gd name="T38" fmla="*/ 104 w 119"/>
                  <a:gd name="T39" fmla="*/ 3 h 92"/>
                  <a:gd name="T40" fmla="*/ 63 w 119"/>
                  <a:gd name="T41" fmla="*/ 15 h 92"/>
                  <a:gd name="T42" fmla="*/ 66 w 119"/>
                  <a:gd name="T43" fmla="*/ 15 h 92"/>
                  <a:gd name="T44" fmla="*/ 65 w 119"/>
                  <a:gd name="T45" fmla="*/ 13 h 92"/>
                  <a:gd name="T46" fmla="*/ 38 w 119"/>
                  <a:gd name="T47" fmla="*/ 16 h 92"/>
                  <a:gd name="T48" fmla="*/ 34 w 119"/>
                  <a:gd name="T49" fmla="*/ 28 h 92"/>
                  <a:gd name="T50" fmla="*/ 38 w 119"/>
                  <a:gd name="T51" fmla="*/ 16 h 92"/>
                  <a:gd name="T52" fmla="*/ 90 w 119"/>
                  <a:gd name="T53" fmla="*/ 20 h 92"/>
                  <a:gd name="T54" fmla="*/ 89 w 119"/>
                  <a:gd name="T55" fmla="*/ 18 h 92"/>
                  <a:gd name="T56" fmla="*/ 89 w 119"/>
                  <a:gd name="T57" fmla="*/ 21 h 92"/>
                  <a:gd name="T58" fmla="*/ 78 w 119"/>
                  <a:gd name="T59" fmla="*/ 24 h 92"/>
                  <a:gd name="T60" fmla="*/ 81 w 119"/>
                  <a:gd name="T61" fmla="*/ 24 h 92"/>
                  <a:gd name="T62" fmla="*/ 80 w 119"/>
                  <a:gd name="T63" fmla="*/ 22 h 92"/>
                  <a:gd name="T64" fmla="*/ 92 w 119"/>
                  <a:gd name="T65" fmla="*/ 25 h 92"/>
                  <a:gd name="T66" fmla="*/ 92 w 119"/>
                  <a:gd name="T67" fmla="*/ 24 h 92"/>
                  <a:gd name="T68" fmla="*/ 92 w 119"/>
                  <a:gd name="T69" fmla="*/ 25 h 92"/>
                  <a:gd name="T70" fmla="*/ 22 w 119"/>
                  <a:gd name="T71" fmla="*/ 46 h 92"/>
                  <a:gd name="T72" fmla="*/ 32 w 119"/>
                  <a:gd name="T73" fmla="*/ 50 h 92"/>
                  <a:gd name="T74" fmla="*/ 42 w 119"/>
                  <a:gd name="T75" fmla="*/ 48 h 92"/>
                  <a:gd name="T76" fmla="*/ 45 w 119"/>
                  <a:gd name="T77" fmla="*/ 39 h 92"/>
                  <a:gd name="T78" fmla="*/ 54 w 119"/>
                  <a:gd name="T79" fmla="*/ 53 h 92"/>
                  <a:gd name="T80" fmla="*/ 50 w 119"/>
                  <a:gd name="T81" fmla="*/ 62 h 92"/>
                  <a:gd name="T82" fmla="*/ 56 w 119"/>
                  <a:gd name="T83" fmla="*/ 74 h 92"/>
                  <a:gd name="T84" fmla="*/ 35 w 119"/>
                  <a:gd name="T85" fmla="*/ 67 h 92"/>
                  <a:gd name="T86" fmla="*/ 10 w 119"/>
                  <a:gd name="T87" fmla="*/ 92 h 92"/>
                  <a:gd name="T88" fmla="*/ 5 w 119"/>
                  <a:gd name="T89" fmla="*/ 79 h 92"/>
                  <a:gd name="T90" fmla="*/ 3 w 119"/>
                  <a:gd name="T91" fmla="*/ 71 h 92"/>
                  <a:gd name="T92" fmla="*/ 5 w 119"/>
                  <a:gd name="T93" fmla="*/ 64 h 92"/>
                  <a:gd name="T94" fmla="*/ 20 w 119"/>
                  <a:gd name="T95" fmla="*/ 66 h 92"/>
                  <a:gd name="T96" fmla="*/ 25 w 119"/>
                  <a:gd name="T97" fmla="*/ 59 h 92"/>
                  <a:gd name="T98" fmla="*/ 10 w 119"/>
                  <a:gd name="T99" fmla="*/ 3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19" h="92">
                    <a:moveTo>
                      <a:pt x="109" y="1"/>
                    </a:moveTo>
                    <a:cubicBezTo>
                      <a:pt x="119" y="0"/>
                      <a:pt x="117" y="13"/>
                      <a:pt x="112" y="15"/>
                    </a:cubicBezTo>
                    <a:cubicBezTo>
                      <a:pt x="108" y="18"/>
                      <a:pt x="98" y="12"/>
                      <a:pt x="96" y="16"/>
                    </a:cubicBezTo>
                    <a:cubicBezTo>
                      <a:pt x="95" y="21"/>
                      <a:pt x="111" y="18"/>
                      <a:pt x="111" y="29"/>
                    </a:cubicBezTo>
                    <a:cubicBezTo>
                      <a:pt x="111" y="31"/>
                      <a:pt x="110" y="33"/>
                      <a:pt x="109" y="34"/>
                    </a:cubicBezTo>
                    <a:cubicBezTo>
                      <a:pt x="106" y="38"/>
                      <a:pt x="102" y="35"/>
                      <a:pt x="97" y="36"/>
                    </a:cubicBezTo>
                    <a:cubicBezTo>
                      <a:pt x="95" y="36"/>
                      <a:pt x="92" y="37"/>
                      <a:pt x="90" y="37"/>
                    </a:cubicBezTo>
                    <a:cubicBezTo>
                      <a:pt x="87" y="38"/>
                      <a:pt x="82" y="37"/>
                      <a:pt x="83" y="40"/>
                    </a:cubicBezTo>
                    <a:cubicBezTo>
                      <a:pt x="84" y="42"/>
                      <a:pt x="89" y="43"/>
                      <a:pt x="90" y="46"/>
                    </a:cubicBezTo>
                    <a:cubicBezTo>
                      <a:pt x="93" y="51"/>
                      <a:pt x="88" y="58"/>
                      <a:pt x="85" y="59"/>
                    </a:cubicBezTo>
                    <a:cubicBezTo>
                      <a:pt x="82" y="59"/>
                      <a:pt x="77" y="56"/>
                      <a:pt x="73" y="56"/>
                    </a:cubicBezTo>
                    <a:cubicBezTo>
                      <a:pt x="71" y="56"/>
                      <a:pt x="69" y="56"/>
                      <a:pt x="68" y="55"/>
                    </a:cubicBezTo>
                    <a:cubicBezTo>
                      <a:pt x="62" y="54"/>
                      <a:pt x="59" y="50"/>
                      <a:pt x="55" y="47"/>
                    </a:cubicBezTo>
                    <a:cubicBezTo>
                      <a:pt x="54" y="46"/>
                      <a:pt x="50" y="44"/>
                      <a:pt x="50" y="41"/>
                    </a:cubicBezTo>
                    <a:cubicBezTo>
                      <a:pt x="50" y="41"/>
                      <a:pt x="50" y="41"/>
                      <a:pt x="51" y="40"/>
                    </a:cubicBezTo>
                    <a:cubicBezTo>
                      <a:pt x="51" y="40"/>
                      <a:pt x="52" y="39"/>
                      <a:pt x="52" y="39"/>
                    </a:cubicBezTo>
                    <a:cubicBezTo>
                      <a:pt x="56" y="39"/>
                      <a:pt x="64" y="44"/>
                      <a:pt x="69" y="45"/>
                    </a:cubicBezTo>
                    <a:cubicBezTo>
                      <a:pt x="72" y="46"/>
                      <a:pt x="71" y="43"/>
                      <a:pt x="69" y="42"/>
                    </a:cubicBezTo>
                    <a:cubicBezTo>
                      <a:pt x="67" y="41"/>
                      <a:pt x="64" y="39"/>
                      <a:pt x="61" y="38"/>
                    </a:cubicBezTo>
                    <a:cubicBezTo>
                      <a:pt x="59" y="37"/>
                      <a:pt x="57" y="37"/>
                      <a:pt x="55" y="37"/>
                    </a:cubicBezTo>
                    <a:cubicBezTo>
                      <a:pt x="47" y="36"/>
                      <a:pt x="43" y="27"/>
                      <a:pt x="45" y="24"/>
                    </a:cubicBezTo>
                    <a:cubicBezTo>
                      <a:pt x="47" y="22"/>
                      <a:pt x="49" y="23"/>
                      <a:pt x="51" y="24"/>
                    </a:cubicBezTo>
                    <a:cubicBezTo>
                      <a:pt x="55" y="26"/>
                      <a:pt x="61" y="27"/>
                      <a:pt x="65" y="27"/>
                    </a:cubicBezTo>
                    <a:cubicBezTo>
                      <a:pt x="66" y="27"/>
                      <a:pt x="68" y="26"/>
                      <a:pt x="66" y="24"/>
                    </a:cubicBezTo>
                    <a:cubicBezTo>
                      <a:pt x="65" y="23"/>
                      <a:pt x="62" y="24"/>
                      <a:pt x="60" y="23"/>
                    </a:cubicBezTo>
                    <a:cubicBezTo>
                      <a:pt x="58" y="23"/>
                      <a:pt x="57" y="22"/>
                      <a:pt x="56" y="20"/>
                    </a:cubicBezTo>
                    <a:cubicBezTo>
                      <a:pt x="56" y="18"/>
                      <a:pt x="55" y="17"/>
                      <a:pt x="53" y="18"/>
                    </a:cubicBezTo>
                    <a:cubicBezTo>
                      <a:pt x="50" y="21"/>
                      <a:pt x="45" y="18"/>
                      <a:pt x="46" y="13"/>
                    </a:cubicBezTo>
                    <a:cubicBezTo>
                      <a:pt x="47" y="11"/>
                      <a:pt x="49" y="8"/>
                      <a:pt x="51" y="7"/>
                    </a:cubicBezTo>
                    <a:cubicBezTo>
                      <a:pt x="52" y="6"/>
                      <a:pt x="50" y="5"/>
                      <a:pt x="52" y="5"/>
                    </a:cubicBezTo>
                    <a:cubicBezTo>
                      <a:pt x="54" y="5"/>
                      <a:pt x="55" y="5"/>
                      <a:pt x="56" y="4"/>
                    </a:cubicBezTo>
                    <a:cubicBezTo>
                      <a:pt x="58" y="4"/>
                      <a:pt x="58" y="2"/>
                      <a:pt x="60" y="1"/>
                    </a:cubicBezTo>
                    <a:cubicBezTo>
                      <a:pt x="61" y="1"/>
                      <a:pt x="63" y="1"/>
                      <a:pt x="64" y="2"/>
                    </a:cubicBezTo>
                    <a:cubicBezTo>
                      <a:pt x="65" y="3"/>
                      <a:pt x="65" y="6"/>
                      <a:pt x="66" y="6"/>
                    </a:cubicBezTo>
                    <a:cubicBezTo>
                      <a:pt x="68" y="6"/>
                      <a:pt x="68" y="2"/>
                      <a:pt x="69" y="2"/>
                    </a:cubicBezTo>
                    <a:cubicBezTo>
                      <a:pt x="71" y="1"/>
                      <a:pt x="73" y="1"/>
                      <a:pt x="74" y="2"/>
                    </a:cubicBezTo>
                    <a:cubicBezTo>
                      <a:pt x="75" y="4"/>
                      <a:pt x="77" y="5"/>
                      <a:pt x="79" y="5"/>
                    </a:cubicBezTo>
                    <a:cubicBezTo>
                      <a:pt x="81" y="6"/>
                      <a:pt x="89" y="5"/>
                      <a:pt x="91" y="4"/>
                    </a:cubicBezTo>
                    <a:cubicBezTo>
                      <a:pt x="92" y="3"/>
                      <a:pt x="92" y="3"/>
                      <a:pt x="93" y="3"/>
                    </a:cubicBezTo>
                    <a:cubicBezTo>
                      <a:pt x="96" y="3"/>
                      <a:pt x="102" y="3"/>
                      <a:pt x="104" y="3"/>
                    </a:cubicBezTo>
                    <a:cubicBezTo>
                      <a:pt x="106" y="3"/>
                      <a:pt x="108" y="1"/>
                      <a:pt x="109" y="1"/>
                    </a:cubicBezTo>
                    <a:close/>
                    <a:moveTo>
                      <a:pt x="63" y="15"/>
                    </a:moveTo>
                    <a:cubicBezTo>
                      <a:pt x="63" y="15"/>
                      <a:pt x="63" y="15"/>
                      <a:pt x="64" y="15"/>
                    </a:cubicBezTo>
                    <a:cubicBezTo>
                      <a:pt x="65" y="15"/>
                      <a:pt x="65" y="16"/>
                      <a:pt x="66" y="15"/>
                    </a:cubicBezTo>
                    <a:cubicBezTo>
                      <a:pt x="66" y="15"/>
                      <a:pt x="66" y="14"/>
                      <a:pt x="66" y="14"/>
                    </a:cubicBezTo>
                    <a:cubicBezTo>
                      <a:pt x="66" y="13"/>
                      <a:pt x="65" y="13"/>
                      <a:pt x="65" y="13"/>
                    </a:cubicBezTo>
                    <a:cubicBezTo>
                      <a:pt x="63" y="13"/>
                      <a:pt x="63" y="14"/>
                      <a:pt x="63" y="15"/>
                    </a:cubicBezTo>
                    <a:close/>
                    <a:moveTo>
                      <a:pt x="38" y="16"/>
                    </a:moveTo>
                    <a:cubicBezTo>
                      <a:pt x="42" y="16"/>
                      <a:pt x="43" y="20"/>
                      <a:pt x="41" y="22"/>
                    </a:cubicBezTo>
                    <a:cubicBezTo>
                      <a:pt x="39" y="24"/>
                      <a:pt x="36" y="27"/>
                      <a:pt x="34" y="28"/>
                    </a:cubicBezTo>
                    <a:cubicBezTo>
                      <a:pt x="30" y="29"/>
                      <a:pt x="26" y="24"/>
                      <a:pt x="27" y="22"/>
                    </a:cubicBezTo>
                    <a:cubicBezTo>
                      <a:pt x="28" y="19"/>
                      <a:pt x="34" y="16"/>
                      <a:pt x="38" y="16"/>
                    </a:cubicBezTo>
                    <a:close/>
                    <a:moveTo>
                      <a:pt x="89" y="21"/>
                    </a:moveTo>
                    <a:cubicBezTo>
                      <a:pt x="89" y="21"/>
                      <a:pt x="89" y="21"/>
                      <a:pt x="90" y="20"/>
                    </a:cubicBezTo>
                    <a:cubicBezTo>
                      <a:pt x="90" y="20"/>
                      <a:pt x="90" y="19"/>
                      <a:pt x="90" y="18"/>
                    </a:cubicBezTo>
                    <a:cubicBezTo>
                      <a:pt x="90" y="18"/>
                      <a:pt x="90" y="18"/>
                      <a:pt x="89" y="18"/>
                    </a:cubicBezTo>
                    <a:cubicBezTo>
                      <a:pt x="88" y="18"/>
                      <a:pt x="88" y="19"/>
                      <a:pt x="88" y="19"/>
                    </a:cubicBezTo>
                    <a:cubicBezTo>
                      <a:pt x="88" y="20"/>
                      <a:pt x="88" y="20"/>
                      <a:pt x="89" y="21"/>
                    </a:cubicBezTo>
                    <a:close/>
                    <a:moveTo>
                      <a:pt x="80" y="22"/>
                    </a:moveTo>
                    <a:cubicBezTo>
                      <a:pt x="79" y="22"/>
                      <a:pt x="78" y="23"/>
                      <a:pt x="78" y="24"/>
                    </a:cubicBezTo>
                    <a:cubicBezTo>
                      <a:pt x="78" y="25"/>
                      <a:pt x="78" y="25"/>
                      <a:pt x="79" y="25"/>
                    </a:cubicBezTo>
                    <a:cubicBezTo>
                      <a:pt x="80" y="25"/>
                      <a:pt x="80" y="24"/>
                      <a:pt x="81" y="24"/>
                    </a:cubicBezTo>
                    <a:cubicBezTo>
                      <a:pt x="82" y="24"/>
                      <a:pt x="82" y="23"/>
                      <a:pt x="82" y="23"/>
                    </a:cubicBezTo>
                    <a:cubicBezTo>
                      <a:pt x="82" y="22"/>
                      <a:pt x="81" y="21"/>
                      <a:pt x="80" y="22"/>
                    </a:cubicBezTo>
                    <a:close/>
                    <a:moveTo>
                      <a:pt x="92" y="25"/>
                    </a:moveTo>
                    <a:cubicBezTo>
                      <a:pt x="92" y="25"/>
                      <a:pt x="92" y="25"/>
                      <a:pt x="92" y="25"/>
                    </a:cubicBezTo>
                    <a:cubicBezTo>
                      <a:pt x="93" y="25"/>
                      <a:pt x="93" y="25"/>
                      <a:pt x="93" y="24"/>
                    </a:cubicBezTo>
                    <a:cubicBezTo>
                      <a:pt x="93" y="24"/>
                      <a:pt x="93" y="24"/>
                      <a:pt x="92" y="24"/>
                    </a:cubicBezTo>
                    <a:cubicBezTo>
                      <a:pt x="92" y="24"/>
                      <a:pt x="92" y="24"/>
                      <a:pt x="92" y="24"/>
                    </a:cubicBezTo>
                    <a:cubicBezTo>
                      <a:pt x="91" y="24"/>
                      <a:pt x="91" y="25"/>
                      <a:pt x="92" y="25"/>
                    </a:cubicBezTo>
                    <a:close/>
                    <a:moveTo>
                      <a:pt x="10" y="39"/>
                    </a:moveTo>
                    <a:cubicBezTo>
                      <a:pt x="14" y="38"/>
                      <a:pt x="18" y="44"/>
                      <a:pt x="22" y="46"/>
                    </a:cubicBezTo>
                    <a:cubicBezTo>
                      <a:pt x="24" y="48"/>
                      <a:pt x="26" y="48"/>
                      <a:pt x="29" y="49"/>
                    </a:cubicBezTo>
                    <a:cubicBezTo>
                      <a:pt x="30" y="49"/>
                      <a:pt x="31" y="50"/>
                      <a:pt x="32" y="50"/>
                    </a:cubicBezTo>
                    <a:cubicBezTo>
                      <a:pt x="33" y="51"/>
                      <a:pt x="33" y="51"/>
                      <a:pt x="34" y="51"/>
                    </a:cubicBezTo>
                    <a:cubicBezTo>
                      <a:pt x="37" y="51"/>
                      <a:pt x="42" y="51"/>
                      <a:pt x="42" y="48"/>
                    </a:cubicBezTo>
                    <a:cubicBezTo>
                      <a:pt x="41" y="46"/>
                      <a:pt x="40" y="46"/>
                      <a:pt x="40" y="45"/>
                    </a:cubicBezTo>
                    <a:cubicBezTo>
                      <a:pt x="39" y="42"/>
                      <a:pt x="42" y="39"/>
                      <a:pt x="45" y="39"/>
                    </a:cubicBezTo>
                    <a:cubicBezTo>
                      <a:pt x="46" y="39"/>
                      <a:pt x="47" y="40"/>
                      <a:pt x="47" y="41"/>
                    </a:cubicBezTo>
                    <a:cubicBezTo>
                      <a:pt x="50" y="44"/>
                      <a:pt x="55" y="51"/>
                      <a:pt x="54" y="53"/>
                    </a:cubicBezTo>
                    <a:cubicBezTo>
                      <a:pt x="54" y="54"/>
                      <a:pt x="52" y="56"/>
                      <a:pt x="51" y="57"/>
                    </a:cubicBezTo>
                    <a:cubicBezTo>
                      <a:pt x="49" y="59"/>
                      <a:pt x="47" y="61"/>
                      <a:pt x="50" y="62"/>
                    </a:cubicBezTo>
                    <a:cubicBezTo>
                      <a:pt x="54" y="63"/>
                      <a:pt x="59" y="66"/>
                      <a:pt x="59" y="69"/>
                    </a:cubicBezTo>
                    <a:cubicBezTo>
                      <a:pt x="60" y="71"/>
                      <a:pt x="58" y="73"/>
                      <a:pt x="56" y="74"/>
                    </a:cubicBezTo>
                    <a:cubicBezTo>
                      <a:pt x="52" y="75"/>
                      <a:pt x="43" y="69"/>
                      <a:pt x="41" y="67"/>
                    </a:cubicBezTo>
                    <a:cubicBezTo>
                      <a:pt x="39" y="66"/>
                      <a:pt x="38" y="63"/>
                      <a:pt x="35" y="67"/>
                    </a:cubicBezTo>
                    <a:cubicBezTo>
                      <a:pt x="31" y="70"/>
                      <a:pt x="25" y="80"/>
                      <a:pt x="21" y="85"/>
                    </a:cubicBezTo>
                    <a:cubicBezTo>
                      <a:pt x="20" y="88"/>
                      <a:pt x="14" y="92"/>
                      <a:pt x="10" y="92"/>
                    </a:cubicBezTo>
                    <a:cubicBezTo>
                      <a:pt x="9" y="91"/>
                      <a:pt x="8" y="90"/>
                      <a:pt x="7" y="90"/>
                    </a:cubicBezTo>
                    <a:cubicBezTo>
                      <a:pt x="3" y="86"/>
                      <a:pt x="5" y="84"/>
                      <a:pt x="5" y="79"/>
                    </a:cubicBezTo>
                    <a:cubicBezTo>
                      <a:pt x="5" y="78"/>
                      <a:pt x="5" y="76"/>
                      <a:pt x="4" y="75"/>
                    </a:cubicBezTo>
                    <a:cubicBezTo>
                      <a:pt x="4" y="73"/>
                      <a:pt x="3" y="72"/>
                      <a:pt x="3" y="71"/>
                    </a:cubicBezTo>
                    <a:cubicBezTo>
                      <a:pt x="3" y="69"/>
                      <a:pt x="3" y="67"/>
                      <a:pt x="3" y="65"/>
                    </a:cubicBezTo>
                    <a:cubicBezTo>
                      <a:pt x="4" y="65"/>
                      <a:pt x="4" y="64"/>
                      <a:pt x="5" y="64"/>
                    </a:cubicBezTo>
                    <a:cubicBezTo>
                      <a:pt x="9" y="63"/>
                      <a:pt x="11" y="72"/>
                      <a:pt x="14" y="73"/>
                    </a:cubicBezTo>
                    <a:cubicBezTo>
                      <a:pt x="17" y="71"/>
                      <a:pt x="18" y="68"/>
                      <a:pt x="20" y="66"/>
                    </a:cubicBezTo>
                    <a:cubicBezTo>
                      <a:pt x="21" y="64"/>
                      <a:pt x="23" y="63"/>
                      <a:pt x="24" y="62"/>
                    </a:cubicBezTo>
                    <a:cubicBezTo>
                      <a:pt x="25" y="61"/>
                      <a:pt x="25" y="60"/>
                      <a:pt x="25" y="59"/>
                    </a:cubicBezTo>
                    <a:cubicBezTo>
                      <a:pt x="24" y="57"/>
                      <a:pt x="21" y="57"/>
                      <a:pt x="19" y="56"/>
                    </a:cubicBezTo>
                    <a:cubicBezTo>
                      <a:pt x="14" y="54"/>
                      <a:pt x="0" y="45"/>
                      <a:pt x="10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ṣlíḑé"/>
              <p:cNvSpPr/>
              <p:nvPr/>
            </p:nvSpPr>
            <p:spPr bwMode="auto">
              <a:xfrm>
                <a:off x="1806576" y="3094038"/>
                <a:ext cx="854075" cy="1260475"/>
              </a:xfrm>
              <a:custGeom>
                <a:avLst/>
                <a:gdLst>
                  <a:gd name="T0" fmla="*/ 26 w 259"/>
                  <a:gd name="T1" fmla="*/ 117 h 382"/>
                  <a:gd name="T2" fmla="*/ 36 w 259"/>
                  <a:gd name="T3" fmla="*/ 122 h 382"/>
                  <a:gd name="T4" fmla="*/ 58 w 259"/>
                  <a:gd name="T5" fmla="*/ 91 h 382"/>
                  <a:gd name="T6" fmla="*/ 50 w 259"/>
                  <a:gd name="T7" fmla="*/ 135 h 382"/>
                  <a:gd name="T8" fmla="*/ 39 w 259"/>
                  <a:gd name="T9" fmla="*/ 175 h 382"/>
                  <a:gd name="T10" fmla="*/ 45 w 259"/>
                  <a:gd name="T11" fmla="*/ 171 h 382"/>
                  <a:gd name="T12" fmla="*/ 65 w 259"/>
                  <a:gd name="T13" fmla="*/ 189 h 382"/>
                  <a:gd name="T14" fmla="*/ 58 w 259"/>
                  <a:gd name="T15" fmla="*/ 215 h 382"/>
                  <a:gd name="T16" fmla="*/ 72 w 259"/>
                  <a:gd name="T17" fmla="*/ 198 h 382"/>
                  <a:gd name="T18" fmla="*/ 95 w 259"/>
                  <a:gd name="T19" fmla="*/ 243 h 382"/>
                  <a:gd name="T20" fmla="*/ 108 w 259"/>
                  <a:gd name="T21" fmla="*/ 288 h 382"/>
                  <a:gd name="T22" fmla="*/ 111 w 259"/>
                  <a:gd name="T23" fmla="*/ 279 h 382"/>
                  <a:gd name="T24" fmla="*/ 111 w 259"/>
                  <a:gd name="T25" fmla="*/ 258 h 382"/>
                  <a:gd name="T26" fmla="*/ 155 w 259"/>
                  <a:gd name="T27" fmla="*/ 325 h 382"/>
                  <a:gd name="T28" fmla="*/ 165 w 259"/>
                  <a:gd name="T29" fmla="*/ 322 h 382"/>
                  <a:gd name="T30" fmla="*/ 155 w 259"/>
                  <a:gd name="T31" fmla="*/ 296 h 382"/>
                  <a:gd name="T32" fmla="*/ 227 w 259"/>
                  <a:gd name="T33" fmla="*/ 354 h 382"/>
                  <a:gd name="T34" fmla="*/ 258 w 259"/>
                  <a:gd name="T35" fmla="*/ 369 h 382"/>
                  <a:gd name="T36" fmla="*/ 141 w 259"/>
                  <a:gd name="T37" fmla="*/ 353 h 382"/>
                  <a:gd name="T38" fmla="*/ 173 w 259"/>
                  <a:gd name="T39" fmla="*/ 349 h 382"/>
                  <a:gd name="T40" fmla="*/ 153 w 259"/>
                  <a:gd name="T41" fmla="*/ 346 h 382"/>
                  <a:gd name="T42" fmla="*/ 88 w 259"/>
                  <a:gd name="T43" fmla="*/ 315 h 382"/>
                  <a:gd name="T44" fmla="*/ 130 w 259"/>
                  <a:gd name="T45" fmla="*/ 320 h 382"/>
                  <a:gd name="T46" fmla="*/ 131 w 259"/>
                  <a:gd name="T47" fmla="*/ 314 h 382"/>
                  <a:gd name="T48" fmla="*/ 53 w 259"/>
                  <a:gd name="T49" fmla="*/ 268 h 382"/>
                  <a:gd name="T50" fmla="*/ 62 w 259"/>
                  <a:gd name="T51" fmla="*/ 270 h 382"/>
                  <a:gd name="T52" fmla="*/ 83 w 259"/>
                  <a:gd name="T53" fmla="*/ 270 h 382"/>
                  <a:gd name="T54" fmla="*/ 12 w 259"/>
                  <a:gd name="T55" fmla="*/ 205 h 382"/>
                  <a:gd name="T56" fmla="*/ 43 w 259"/>
                  <a:gd name="T57" fmla="*/ 215 h 382"/>
                  <a:gd name="T58" fmla="*/ 2 w 259"/>
                  <a:gd name="T59" fmla="*/ 151 h 382"/>
                  <a:gd name="T60" fmla="*/ 21 w 259"/>
                  <a:gd name="T61" fmla="*/ 157 h 382"/>
                  <a:gd name="T62" fmla="*/ 3 w 259"/>
                  <a:gd name="T63" fmla="*/ 89 h 382"/>
                  <a:gd name="T64" fmla="*/ 49 w 259"/>
                  <a:gd name="T65" fmla="*/ 9 h 382"/>
                  <a:gd name="T66" fmla="*/ 45 w 259"/>
                  <a:gd name="T67" fmla="*/ 62 h 382"/>
                  <a:gd name="T68" fmla="*/ 60 w 259"/>
                  <a:gd name="T69" fmla="*/ 51 h 382"/>
                  <a:gd name="T70" fmla="*/ 59 w 259"/>
                  <a:gd name="T71" fmla="*/ 71 h 382"/>
                  <a:gd name="T72" fmla="*/ 30 w 259"/>
                  <a:gd name="T73" fmla="*/ 111 h 382"/>
                  <a:gd name="T74" fmla="*/ 7 w 259"/>
                  <a:gd name="T75" fmla="*/ 31 h 382"/>
                  <a:gd name="T76" fmla="*/ 10 w 259"/>
                  <a:gd name="T77" fmla="*/ 31 h 382"/>
                  <a:gd name="T78" fmla="*/ 27 w 259"/>
                  <a:gd name="T79" fmla="*/ 52 h 382"/>
                  <a:gd name="T80" fmla="*/ 42 w 259"/>
                  <a:gd name="T81" fmla="*/ 8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59" h="382">
                    <a:moveTo>
                      <a:pt x="5" y="88"/>
                    </a:moveTo>
                    <a:cubicBezTo>
                      <a:pt x="12" y="97"/>
                      <a:pt x="19" y="107"/>
                      <a:pt x="26" y="117"/>
                    </a:cubicBezTo>
                    <a:cubicBezTo>
                      <a:pt x="26" y="118"/>
                      <a:pt x="27" y="120"/>
                      <a:pt x="28" y="122"/>
                    </a:cubicBezTo>
                    <a:cubicBezTo>
                      <a:pt x="30" y="125"/>
                      <a:pt x="36" y="127"/>
                      <a:pt x="36" y="122"/>
                    </a:cubicBezTo>
                    <a:cubicBezTo>
                      <a:pt x="36" y="114"/>
                      <a:pt x="51" y="94"/>
                      <a:pt x="57" y="89"/>
                    </a:cubicBezTo>
                    <a:cubicBezTo>
                      <a:pt x="58" y="88"/>
                      <a:pt x="58" y="88"/>
                      <a:pt x="58" y="91"/>
                    </a:cubicBezTo>
                    <a:cubicBezTo>
                      <a:pt x="57" y="94"/>
                      <a:pt x="57" y="99"/>
                      <a:pt x="57" y="102"/>
                    </a:cubicBezTo>
                    <a:cubicBezTo>
                      <a:pt x="57" y="110"/>
                      <a:pt x="53" y="130"/>
                      <a:pt x="50" y="135"/>
                    </a:cubicBezTo>
                    <a:cubicBezTo>
                      <a:pt x="48" y="140"/>
                      <a:pt x="48" y="140"/>
                      <a:pt x="46" y="144"/>
                    </a:cubicBezTo>
                    <a:cubicBezTo>
                      <a:pt x="44" y="148"/>
                      <a:pt x="35" y="170"/>
                      <a:pt x="39" y="175"/>
                    </a:cubicBezTo>
                    <a:cubicBezTo>
                      <a:pt x="40" y="177"/>
                      <a:pt x="42" y="177"/>
                      <a:pt x="44" y="176"/>
                    </a:cubicBezTo>
                    <a:cubicBezTo>
                      <a:pt x="45" y="175"/>
                      <a:pt x="45" y="173"/>
                      <a:pt x="45" y="171"/>
                    </a:cubicBezTo>
                    <a:cubicBezTo>
                      <a:pt x="47" y="160"/>
                      <a:pt x="57" y="138"/>
                      <a:pt x="58" y="142"/>
                    </a:cubicBezTo>
                    <a:cubicBezTo>
                      <a:pt x="60" y="154"/>
                      <a:pt x="65" y="177"/>
                      <a:pt x="65" y="189"/>
                    </a:cubicBezTo>
                    <a:cubicBezTo>
                      <a:pt x="65" y="193"/>
                      <a:pt x="64" y="198"/>
                      <a:pt x="63" y="201"/>
                    </a:cubicBezTo>
                    <a:cubicBezTo>
                      <a:pt x="61" y="207"/>
                      <a:pt x="59" y="210"/>
                      <a:pt x="58" y="215"/>
                    </a:cubicBezTo>
                    <a:cubicBezTo>
                      <a:pt x="57" y="224"/>
                      <a:pt x="62" y="233"/>
                      <a:pt x="69" y="229"/>
                    </a:cubicBezTo>
                    <a:cubicBezTo>
                      <a:pt x="72" y="227"/>
                      <a:pt x="66" y="215"/>
                      <a:pt x="72" y="198"/>
                    </a:cubicBezTo>
                    <a:cubicBezTo>
                      <a:pt x="73" y="196"/>
                      <a:pt x="74" y="193"/>
                      <a:pt x="75" y="196"/>
                    </a:cubicBezTo>
                    <a:cubicBezTo>
                      <a:pt x="82" y="212"/>
                      <a:pt x="91" y="225"/>
                      <a:pt x="95" y="243"/>
                    </a:cubicBezTo>
                    <a:cubicBezTo>
                      <a:pt x="96" y="247"/>
                      <a:pt x="96" y="250"/>
                      <a:pt x="97" y="255"/>
                    </a:cubicBezTo>
                    <a:cubicBezTo>
                      <a:pt x="97" y="265"/>
                      <a:pt x="95" y="283"/>
                      <a:pt x="108" y="288"/>
                    </a:cubicBezTo>
                    <a:cubicBezTo>
                      <a:pt x="109" y="289"/>
                      <a:pt x="111" y="288"/>
                      <a:pt x="112" y="288"/>
                    </a:cubicBezTo>
                    <a:cubicBezTo>
                      <a:pt x="115" y="285"/>
                      <a:pt x="112" y="281"/>
                      <a:pt x="111" y="279"/>
                    </a:cubicBezTo>
                    <a:cubicBezTo>
                      <a:pt x="109" y="276"/>
                      <a:pt x="105" y="264"/>
                      <a:pt x="105" y="257"/>
                    </a:cubicBezTo>
                    <a:cubicBezTo>
                      <a:pt x="105" y="250"/>
                      <a:pt x="108" y="254"/>
                      <a:pt x="111" y="258"/>
                    </a:cubicBezTo>
                    <a:cubicBezTo>
                      <a:pt x="118" y="266"/>
                      <a:pt x="136" y="283"/>
                      <a:pt x="138" y="285"/>
                    </a:cubicBezTo>
                    <a:cubicBezTo>
                      <a:pt x="149" y="300"/>
                      <a:pt x="148" y="318"/>
                      <a:pt x="155" y="325"/>
                    </a:cubicBezTo>
                    <a:cubicBezTo>
                      <a:pt x="159" y="329"/>
                      <a:pt x="166" y="334"/>
                      <a:pt x="170" y="332"/>
                    </a:cubicBezTo>
                    <a:cubicBezTo>
                      <a:pt x="172" y="327"/>
                      <a:pt x="167" y="325"/>
                      <a:pt x="165" y="322"/>
                    </a:cubicBezTo>
                    <a:cubicBezTo>
                      <a:pt x="162" y="317"/>
                      <a:pt x="155" y="303"/>
                      <a:pt x="153" y="297"/>
                    </a:cubicBezTo>
                    <a:cubicBezTo>
                      <a:pt x="153" y="295"/>
                      <a:pt x="154" y="296"/>
                      <a:pt x="155" y="296"/>
                    </a:cubicBezTo>
                    <a:cubicBezTo>
                      <a:pt x="159" y="298"/>
                      <a:pt x="165" y="303"/>
                      <a:pt x="168" y="304"/>
                    </a:cubicBezTo>
                    <a:cubicBezTo>
                      <a:pt x="206" y="322"/>
                      <a:pt x="208" y="330"/>
                      <a:pt x="227" y="354"/>
                    </a:cubicBezTo>
                    <a:cubicBezTo>
                      <a:pt x="232" y="360"/>
                      <a:pt x="250" y="360"/>
                      <a:pt x="258" y="368"/>
                    </a:cubicBezTo>
                    <a:cubicBezTo>
                      <a:pt x="259" y="369"/>
                      <a:pt x="259" y="369"/>
                      <a:pt x="258" y="369"/>
                    </a:cubicBezTo>
                    <a:cubicBezTo>
                      <a:pt x="228" y="381"/>
                      <a:pt x="183" y="382"/>
                      <a:pt x="141" y="354"/>
                    </a:cubicBezTo>
                    <a:cubicBezTo>
                      <a:pt x="140" y="353"/>
                      <a:pt x="139" y="352"/>
                      <a:pt x="141" y="353"/>
                    </a:cubicBezTo>
                    <a:cubicBezTo>
                      <a:pt x="144" y="353"/>
                      <a:pt x="153" y="355"/>
                      <a:pt x="157" y="355"/>
                    </a:cubicBezTo>
                    <a:cubicBezTo>
                      <a:pt x="160" y="355"/>
                      <a:pt x="174" y="354"/>
                      <a:pt x="173" y="349"/>
                    </a:cubicBezTo>
                    <a:cubicBezTo>
                      <a:pt x="173" y="346"/>
                      <a:pt x="168" y="346"/>
                      <a:pt x="165" y="346"/>
                    </a:cubicBezTo>
                    <a:cubicBezTo>
                      <a:pt x="161" y="346"/>
                      <a:pt x="158" y="346"/>
                      <a:pt x="153" y="346"/>
                    </a:cubicBezTo>
                    <a:cubicBezTo>
                      <a:pt x="135" y="346"/>
                      <a:pt x="121" y="340"/>
                      <a:pt x="108" y="331"/>
                    </a:cubicBezTo>
                    <a:cubicBezTo>
                      <a:pt x="102" y="327"/>
                      <a:pt x="93" y="320"/>
                      <a:pt x="88" y="315"/>
                    </a:cubicBezTo>
                    <a:cubicBezTo>
                      <a:pt x="87" y="314"/>
                      <a:pt x="88" y="313"/>
                      <a:pt x="89" y="313"/>
                    </a:cubicBezTo>
                    <a:cubicBezTo>
                      <a:pt x="100" y="313"/>
                      <a:pt x="119" y="316"/>
                      <a:pt x="130" y="320"/>
                    </a:cubicBezTo>
                    <a:cubicBezTo>
                      <a:pt x="132" y="320"/>
                      <a:pt x="133" y="320"/>
                      <a:pt x="134" y="318"/>
                    </a:cubicBezTo>
                    <a:cubicBezTo>
                      <a:pt x="134" y="315"/>
                      <a:pt x="134" y="314"/>
                      <a:pt x="131" y="314"/>
                    </a:cubicBezTo>
                    <a:cubicBezTo>
                      <a:pt x="118" y="311"/>
                      <a:pt x="78" y="302"/>
                      <a:pt x="61" y="279"/>
                    </a:cubicBezTo>
                    <a:cubicBezTo>
                      <a:pt x="58" y="276"/>
                      <a:pt x="55" y="272"/>
                      <a:pt x="53" y="268"/>
                    </a:cubicBezTo>
                    <a:cubicBezTo>
                      <a:pt x="52" y="266"/>
                      <a:pt x="53" y="266"/>
                      <a:pt x="54" y="267"/>
                    </a:cubicBezTo>
                    <a:cubicBezTo>
                      <a:pt x="57" y="267"/>
                      <a:pt x="60" y="270"/>
                      <a:pt x="62" y="270"/>
                    </a:cubicBezTo>
                    <a:cubicBezTo>
                      <a:pt x="65" y="272"/>
                      <a:pt x="84" y="279"/>
                      <a:pt x="86" y="277"/>
                    </a:cubicBezTo>
                    <a:cubicBezTo>
                      <a:pt x="89" y="274"/>
                      <a:pt x="85" y="271"/>
                      <a:pt x="83" y="270"/>
                    </a:cubicBezTo>
                    <a:cubicBezTo>
                      <a:pt x="73" y="262"/>
                      <a:pt x="60" y="260"/>
                      <a:pt x="49" y="251"/>
                    </a:cubicBezTo>
                    <a:cubicBezTo>
                      <a:pt x="31" y="236"/>
                      <a:pt x="23" y="220"/>
                      <a:pt x="12" y="205"/>
                    </a:cubicBezTo>
                    <a:cubicBezTo>
                      <a:pt x="13" y="200"/>
                      <a:pt x="31" y="213"/>
                      <a:pt x="34" y="214"/>
                    </a:cubicBezTo>
                    <a:cubicBezTo>
                      <a:pt x="36" y="215"/>
                      <a:pt x="41" y="217"/>
                      <a:pt x="43" y="215"/>
                    </a:cubicBezTo>
                    <a:cubicBezTo>
                      <a:pt x="48" y="212"/>
                      <a:pt x="39" y="207"/>
                      <a:pt x="38" y="206"/>
                    </a:cubicBezTo>
                    <a:cubicBezTo>
                      <a:pt x="22" y="197"/>
                      <a:pt x="12" y="181"/>
                      <a:pt x="2" y="151"/>
                    </a:cubicBezTo>
                    <a:cubicBezTo>
                      <a:pt x="1" y="149"/>
                      <a:pt x="0" y="146"/>
                      <a:pt x="3" y="147"/>
                    </a:cubicBezTo>
                    <a:cubicBezTo>
                      <a:pt x="6" y="149"/>
                      <a:pt x="15" y="161"/>
                      <a:pt x="21" y="157"/>
                    </a:cubicBezTo>
                    <a:cubicBezTo>
                      <a:pt x="25" y="155"/>
                      <a:pt x="17" y="147"/>
                      <a:pt x="15" y="143"/>
                    </a:cubicBezTo>
                    <a:cubicBezTo>
                      <a:pt x="6" y="127"/>
                      <a:pt x="4" y="110"/>
                      <a:pt x="3" y="89"/>
                    </a:cubicBezTo>
                    <a:cubicBezTo>
                      <a:pt x="3" y="87"/>
                      <a:pt x="4" y="87"/>
                      <a:pt x="5" y="88"/>
                    </a:cubicBezTo>
                    <a:close/>
                    <a:moveTo>
                      <a:pt x="49" y="9"/>
                    </a:moveTo>
                    <a:cubicBezTo>
                      <a:pt x="50" y="19"/>
                      <a:pt x="48" y="38"/>
                      <a:pt x="45" y="48"/>
                    </a:cubicBezTo>
                    <a:cubicBezTo>
                      <a:pt x="44" y="51"/>
                      <a:pt x="42" y="60"/>
                      <a:pt x="45" y="62"/>
                    </a:cubicBezTo>
                    <a:cubicBezTo>
                      <a:pt x="48" y="63"/>
                      <a:pt x="49" y="60"/>
                      <a:pt x="51" y="59"/>
                    </a:cubicBezTo>
                    <a:cubicBezTo>
                      <a:pt x="54" y="56"/>
                      <a:pt x="57" y="53"/>
                      <a:pt x="60" y="51"/>
                    </a:cubicBezTo>
                    <a:cubicBezTo>
                      <a:pt x="64" y="48"/>
                      <a:pt x="65" y="49"/>
                      <a:pt x="63" y="53"/>
                    </a:cubicBezTo>
                    <a:cubicBezTo>
                      <a:pt x="62" y="58"/>
                      <a:pt x="60" y="66"/>
                      <a:pt x="59" y="71"/>
                    </a:cubicBezTo>
                    <a:cubicBezTo>
                      <a:pt x="53" y="86"/>
                      <a:pt x="39" y="97"/>
                      <a:pt x="33" y="111"/>
                    </a:cubicBezTo>
                    <a:cubicBezTo>
                      <a:pt x="32" y="113"/>
                      <a:pt x="31" y="114"/>
                      <a:pt x="30" y="111"/>
                    </a:cubicBezTo>
                    <a:cubicBezTo>
                      <a:pt x="25" y="103"/>
                      <a:pt x="23" y="99"/>
                      <a:pt x="19" y="94"/>
                    </a:cubicBezTo>
                    <a:cubicBezTo>
                      <a:pt x="8" y="78"/>
                      <a:pt x="4" y="50"/>
                      <a:pt x="7" y="31"/>
                    </a:cubicBezTo>
                    <a:cubicBezTo>
                      <a:pt x="8" y="31"/>
                      <a:pt x="8" y="30"/>
                      <a:pt x="8" y="30"/>
                    </a:cubicBezTo>
                    <a:cubicBezTo>
                      <a:pt x="9" y="30"/>
                      <a:pt x="9" y="30"/>
                      <a:pt x="10" y="31"/>
                    </a:cubicBezTo>
                    <a:cubicBezTo>
                      <a:pt x="14" y="37"/>
                      <a:pt x="18" y="46"/>
                      <a:pt x="21" y="54"/>
                    </a:cubicBezTo>
                    <a:cubicBezTo>
                      <a:pt x="22" y="58"/>
                      <a:pt x="27" y="56"/>
                      <a:pt x="27" y="52"/>
                    </a:cubicBezTo>
                    <a:cubicBezTo>
                      <a:pt x="27" y="48"/>
                      <a:pt x="27" y="44"/>
                      <a:pt x="28" y="39"/>
                    </a:cubicBezTo>
                    <a:cubicBezTo>
                      <a:pt x="32" y="27"/>
                      <a:pt x="38" y="16"/>
                      <a:pt x="42" y="8"/>
                    </a:cubicBezTo>
                    <a:cubicBezTo>
                      <a:pt x="45" y="3"/>
                      <a:pt x="48" y="0"/>
                      <a:pt x="49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ïṣlîďê"/>
              <p:cNvSpPr/>
              <p:nvPr/>
            </p:nvSpPr>
            <p:spPr bwMode="auto">
              <a:xfrm>
                <a:off x="2805113" y="3090863"/>
                <a:ext cx="854075" cy="1263650"/>
              </a:xfrm>
              <a:custGeom>
                <a:avLst/>
                <a:gdLst>
                  <a:gd name="T0" fmla="*/ 233 w 259"/>
                  <a:gd name="T1" fmla="*/ 118 h 383"/>
                  <a:gd name="T2" fmla="*/ 223 w 259"/>
                  <a:gd name="T3" fmla="*/ 123 h 383"/>
                  <a:gd name="T4" fmla="*/ 201 w 259"/>
                  <a:gd name="T5" fmla="*/ 92 h 383"/>
                  <a:gd name="T6" fmla="*/ 209 w 259"/>
                  <a:gd name="T7" fmla="*/ 136 h 383"/>
                  <a:gd name="T8" fmla="*/ 220 w 259"/>
                  <a:gd name="T9" fmla="*/ 176 h 383"/>
                  <a:gd name="T10" fmla="*/ 214 w 259"/>
                  <a:gd name="T11" fmla="*/ 172 h 383"/>
                  <a:gd name="T12" fmla="*/ 194 w 259"/>
                  <a:gd name="T13" fmla="*/ 190 h 383"/>
                  <a:gd name="T14" fmla="*/ 201 w 259"/>
                  <a:gd name="T15" fmla="*/ 216 h 383"/>
                  <a:gd name="T16" fmla="*/ 187 w 259"/>
                  <a:gd name="T17" fmla="*/ 199 h 383"/>
                  <a:gd name="T18" fmla="*/ 164 w 259"/>
                  <a:gd name="T19" fmla="*/ 244 h 383"/>
                  <a:gd name="T20" fmla="*/ 151 w 259"/>
                  <a:gd name="T21" fmla="*/ 289 h 383"/>
                  <a:gd name="T22" fmla="*/ 148 w 259"/>
                  <a:gd name="T23" fmla="*/ 280 h 383"/>
                  <a:gd name="T24" fmla="*/ 148 w 259"/>
                  <a:gd name="T25" fmla="*/ 259 h 383"/>
                  <a:gd name="T26" fmla="*/ 104 w 259"/>
                  <a:gd name="T27" fmla="*/ 326 h 383"/>
                  <a:gd name="T28" fmla="*/ 94 w 259"/>
                  <a:gd name="T29" fmla="*/ 323 h 383"/>
                  <a:gd name="T30" fmla="*/ 104 w 259"/>
                  <a:gd name="T31" fmla="*/ 297 h 383"/>
                  <a:gd name="T32" fmla="*/ 32 w 259"/>
                  <a:gd name="T33" fmla="*/ 355 h 383"/>
                  <a:gd name="T34" fmla="*/ 1 w 259"/>
                  <a:gd name="T35" fmla="*/ 370 h 383"/>
                  <a:gd name="T36" fmla="*/ 118 w 259"/>
                  <a:gd name="T37" fmla="*/ 354 h 383"/>
                  <a:gd name="T38" fmla="*/ 86 w 259"/>
                  <a:gd name="T39" fmla="*/ 350 h 383"/>
                  <a:gd name="T40" fmla="*/ 106 w 259"/>
                  <a:gd name="T41" fmla="*/ 347 h 383"/>
                  <a:gd name="T42" fmla="*/ 171 w 259"/>
                  <a:gd name="T43" fmla="*/ 316 h 383"/>
                  <a:gd name="T44" fmla="*/ 129 w 259"/>
                  <a:gd name="T45" fmla="*/ 321 h 383"/>
                  <a:gd name="T46" fmla="*/ 128 w 259"/>
                  <a:gd name="T47" fmla="*/ 315 h 383"/>
                  <a:gd name="T48" fmla="*/ 206 w 259"/>
                  <a:gd name="T49" fmla="*/ 269 h 383"/>
                  <a:gd name="T50" fmla="*/ 197 w 259"/>
                  <a:gd name="T51" fmla="*/ 271 h 383"/>
                  <a:gd name="T52" fmla="*/ 176 w 259"/>
                  <a:gd name="T53" fmla="*/ 271 h 383"/>
                  <a:gd name="T54" fmla="*/ 247 w 259"/>
                  <a:gd name="T55" fmla="*/ 206 h 383"/>
                  <a:gd name="T56" fmla="*/ 216 w 259"/>
                  <a:gd name="T57" fmla="*/ 216 h 383"/>
                  <a:gd name="T58" fmla="*/ 257 w 259"/>
                  <a:gd name="T59" fmla="*/ 152 h 383"/>
                  <a:gd name="T60" fmla="*/ 237 w 259"/>
                  <a:gd name="T61" fmla="*/ 158 h 383"/>
                  <a:gd name="T62" fmla="*/ 256 w 259"/>
                  <a:gd name="T63" fmla="*/ 90 h 383"/>
                  <a:gd name="T64" fmla="*/ 210 w 259"/>
                  <a:gd name="T65" fmla="*/ 10 h 383"/>
                  <a:gd name="T66" fmla="*/ 214 w 259"/>
                  <a:gd name="T67" fmla="*/ 63 h 383"/>
                  <a:gd name="T68" fmla="*/ 198 w 259"/>
                  <a:gd name="T69" fmla="*/ 52 h 383"/>
                  <a:gd name="T70" fmla="*/ 200 w 259"/>
                  <a:gd name="T71" fmla="*/ 72 h 383"/>
                  <a:gd name="T72" fmla="*/ 226 w 259"/>
                  <a:gd name="T73" fmla="*/ 112 h 383"/>
                  <a:gd name="T74" fmla="*/ 229 w 259"/>
                  <a:gd name="T75" fmla="*/ 112 h 383"/>
                  <a:gd name="T76" fmla="*/ 252 w 259"/>
                  <a:gd name="T77" fmla="*/ 40 h 383"/>
                  <a:gd name="T78" fmla="*/ 248 w 259"/>
                  <a:gd name="T79" fmla="*/ 34 h 383"/>
                  <a:gd name="T80" fmla="*/ 232 w 259"/>
                  <a:gd name="T81" fmla="*/ 53 h 383"/>
                  <a:gd name="T82" fmla="*/ 217 w 259"/>
                  <a:gd name="T83" fmla="*/ 9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9" h="383">
                    <a:moveTo>
                      <a:pt x="254" y="89"/>
                    </a:moveTo>
                    <a:cubicBezTo>
                      <a:pt x="247" y="98"/>
                      <a:pt x="240" y="108"/>
                      <a:pt x="233" y="118"/>
                    </a:cubicBezTo>
                    <a:cubicBezTo>
                      <a:pt x="233" y="119"/>
                      <a:pt x="232" y="121"/>
                      <a:pt x="231" y="123"/>
                    </a:cubicBezTo>
                    <a:cubicBezTo>
                      <a:pt x="228" y="126"/>
                      <a:pt x="223" y="128"/>
                      <a:pt x="223" y="123"/>
                    </a:cubicBezTo>
                    <a:cubicBezTo>
                      <a:pt x="223" y="115"/>
                      <a:pt x="208" y="95"/>
                      <a:pt x="202" y="90"/>
                    </a:cubicBezTo>
                    <a:cubicBezTo>
                      <a:pt x="201" y="89"/>
                      <a:pt x="201" y="89"/>
                      <a:pt x="201" y="92"/>
                    </a:cubicBezTo>
                    <a:cubicBezTo>
                      <a:pt x="202" y="95"/>
                      <a:pt x="202" y="100"/>
                      <a:pt x="202" y="103"/>
                    </a:cubicBezTo>
                    <a:cubicBezTo>
                      <a:pt x="202" y="111"/>
                      <a:pt x="206" y="131"/>
                      <a:pt x="209" y="136"/>
                    </a:cubicBezTo>
                    <a:cubicBezTo>
                      <a:pt x="211" y="141"/>
                      <a:pt x="211" y="141"/>
                      <a:pt x="213" y="145"/>
                    </a:cubicBezTo>
                    <a:cubicBezTo>
                      <a:pt x="215" y="149"/>
                      <a:pt x="223" y="171"/>
                      <a:pt x="220" y="176"/>
                    </a:cubicBezTo>
                    <a:cubicBezTo>
                      <a:pt x="219" y="178"/>
                      <a:pt x="217" y="178"/>
                      <a:pt x="215" y="177"/>
                    </a:cubicBezTo>
                    <a:cubicBezTo>
                      <a:pt x="214" y="176"/>
                      <a:pt x="214" y="174"/>
                      <a:pt x="214" y="172"/>
                    </a:cubicBezTo>
                    <a:cubicBezTo>
                      <a:pt x="212" y="161"/>
                      <a:pt x="202" y="139"/>
                      <a:pt x="201" y="143"/>
                    </a:cubicBezTo>
                    <a:cubicBezTo>
                      <a:pt x="199" y="155"/>
                      <a:pt x="194" y="178"/>
                      <a:pt x="194" y="190"/>
                    </a:cubicBezTo>
                    <a:cubicBezTo>
                      <a:pt x="194" y="194"/>
                      <a:pt x="195" y="199"/>
                      <a:pt x="196" y="202"/>
                    </a:cubicBezTo>
                    <a:cubicBezTo>
                      <a:pt x="198" y="208"/>
                      <a:pt x="200" y="211"/>
                      <a:pt x="201" y="216"/>
                    </a:cubicBezTo>
                    <a:cubicBezTo>
                      <a:pt x="202" y="225"/>
                      <a:pt x="197" y="234"/>
                      <a:pt x="190" y="230"/>
                    </a:cubicBezTo>
                    <a:cubicBezTo>
                      <a:pt x="187" y="228"/>
                      <a:pt x="193" y="216"/>
                      <a:pt x="187" y="199"/>
                    </a:cubicBezTo>
                    <a:cubicBezTo>
                      <a:pt x="186" y="197"/>
                      <a:pt x="185" y="194"/>
                      <a:pt x="184" y="197"/>
                    </a:cubicBezTo>
                    <a:cubicBezTo>
                      <a:pt x="177" y="213"/>
                      <a:pt x="168" y="226"/>
                      <a:pt x="164" y="244"/>
                    </a:cubicBezTo>
                    <a:cubicBezTo>
                      <a:pt x="163" y="248"/>
                      <a:pt x="163" y="251"/>
                      <a:pt x="162" y="256"/>
                    </a:cubicBezTo>
                    <a:cubicBezTo>
                      <a:pt x="162" y="266"/>
                      <a:pt x="164" y="284"/>
                      <a:pt x="151" y="289"/>
                    </a:cubicBezTo>
                    <a:cubicBezTo>
                      <a:pt x="150" y="290"/>
                      <a:pt x="148" y="289"/>
                      <a:pt x="147" y="289"/>
                    </a:cubicBezTo>
                    <a:cubicBezTo>
                      <a:pt x="144" y="286"/>
                      <a:pt x="147" y="282"/>
                      <a:pt x="148" y="280"/>
                    </a:cubicBezTo>
                    <a:cubicBezTo>
                      <a:pt x="149" y="277"/>
                      <a:pt x="154" y="265"/>
                      <a:pt x="154" y="258"/>
                    </a:cubicBezTo>
                    <a:cubicBezTo>
                      <a:pt x="154" y="251"/>
                      <a:pt x="151" y="255"/>
                      <a:pt x="148" y="259"/>
                    </a:cubicBezTo>
                    <a:cubicBezTo>
                      <a:pt x="141" y="267"/>
                      <a:pt x="123" y="284"/>
                      <a:pt x="121" y="286"/>
                    </a:cubicBezTo>
                    <a:cubicBezTo>
                      <a:pt x="110" y="301"/>
                      <a:pt x="111" y="319"/>
                      <a:pt x="104" y="326"/>
                    </a:cubicBezTo>
                    <a:cubicBezTo>
                      <a:pt x="100" y="330"/>
                      <a:pt x="93" y="335"/>
                      <a:pt x="89" y="333"/>
                    </a:cubicBezTo>
                    <a:cubicBezTo>
                      <a:pt x="87" y="328"/>
                      <a:pt x="92" y="326"/>
                      <a:pt x="94" y="323"/>
                    </a:cubicBezTo>
                    <a:cubicBezTo>
                      <a:pt x="96" y="318"/>
                      <a:pt x="104" y="304"/>
                      <a:pt x="105" y="298"/>
                    </a:cubicBezTo>
                    <a:cubicBezTo>
                      <a:pt x="106" y="296"/>
                      <a:pt x="105" y="297"/>
                      <a:pt x="104" y="297"/>
                    </a:cubicBezTo>
                    <a:cubicBezTo>
                      <a:pt x="100" y="299"/>
                      <a:pt x="94" y="304"/>
                      <a:pt x="91" y="305"/>
                    </a:cubicBezTo>
                    <a:cubicBezTo>
                      <a:pt x="53" y="323"/>
                      <a:pt x="51" y="331"/>
                      <a:pt x="32" y="355"/>
                    </a:cubicBezTo>
                    <a:cubicBezTo>
                      <a:pt x="27" y="361"/>
                      <a:pt x="9" y="361"/>
                      <a:pt x="1" y="369"/>
                    </a:cubicBezTo>
                    <a:cubicBezTo>
                      <a:pt x="0" y="370"/>
                      <a:pt x="0" y="370"/>
                      <a:pt x="1" y="370"/>
                    </a:cubicBezTo>
                    <a:cubicBezTo>
                      <a:pt x="31" y="382"/>
                      <a:pt x="76" y="383"/>
                      <a:pt x="118" y="355"/>
                    </a:cubicBezTo>
                    <a:cubicBezTo>
                      <a:pt x="119" y="354"/>
                      <a:pt x="119" y="353"/>
                      <a:pt x="118" y="354"/>
                    </a:cubicBezTo>
                    <a:cubicBezTo>
                      <a:pt x="115" y="354"/>
                      <a:pt x="106" y="356"/>
                      <a:pt x="102" y="356"/>
                    </a:cubicBezTo>
                    <a:cubicBezTo>
                      <a:pt x="99" y="356"/>
                      <a:pt x="85" y="355"/>
                      <a:pt x="86" y="350"/>
                    </a:cubicBezTo>
                    <a:cubicBezTo>
                      <a:pt x="86" y="347"/>
                      <a:pt x="91" y="347"/>
                      <a:pt x="94" y="347"/>
                    </a:cubicBezTo>
                    <a:cubicBezTo>
                      <a:pt x="98" y="347"/>
                      <a:pt x="101" y="347"/>
                      <a:pt x="106" y="347"/>
                    </a:cubicBezTo>
                    <a:cubicBezTo>
                      <a:pt x="124" y="347"/>
                      <a:pt x="137" y="341"/>
                      <a:pt x="151" y="332"/>
                    </a:cubicBezTo>
                    <a:cubicBezTo>
                      <a:pt x="157" y="328"/>
                      <a:pt x="166" y="321"/>
                      <a:pt x="171" y="316"/>
                    </a:cubicBezTo>
                    <a:cubicBezTo>
                      <a:pt x="172" y="315"/>
                      <a:pt x="171" y="314"/>
                      <a:pt x="170" y="314"/>
                    </a:cubicBezTo>
                    <a:cubicBezTo>
                      <a:pt x="159" y="314"/>
                      <a:pt x="140" y="317"/>
                      <a:pt x="129" y="321"/>
                    </a:cubicBezTo>
                    <a:cubicBezTo>
                      <a:pt x="127" y="321"/>
                      <a:pt x="126" y="321"/>
                      <a:pt x="125" y="319"/>
                    </a:cubicBezTo>
                    <a:cubicBezTo>
                      <a:pt x="125" y="316"/>
                      <a:pt x="125" y="315"/>
                      <a:pt x="128" y="315"/>
                    </a:cubicBezTo>
                    <a:cubicBezTo>
                      <a:pt x="141" y="312"/>
                      <a:pt x="181" y="303"/>
                      <a:pt x="198" y="280"/>
                    </a:cubicBezTo>
                    <a:cubicBezTo>
                      <a:pt x="201" y="277"/>
                      <a:pt x="204" y="273"/>
                      <a:pt x="206" y="269"/>
                    </a:cubicBezTo>
                    <a:cubicBezTo>
                      <a:pt x="207" y="267"/>
                      <a:pt x="206" y="267"/>
                      <a:pt x="205" y="268"/>
                    </a:cubicBezTo>
                    <a:cubicBezTo>
                      <a:pt x="202" y="268"/>
                      <a:pt x="199" y="271"/>
                      <a:pt x="197" y="271"/>
                    </a:cubicBezTo>
                    <a:cubicBezTo>
                      <a:pt x="194" y="273"/>
                      <a:pt x="175" y="280"/>
                      <a:pt x="173" y="278"/>
                    </a:cubicBezTo>
                    <a:cubicBezTo>
                      <a:pt x="170" y="275"/>
                      <a:pt x="174" y="272"/>
                      <a:pt x="176" y="271"/>
                    </a:cubicBezTo>
                    <a:cubicBezTo>
                      <a:pt x="186" y="263"/>
                      <a:pt x="199" y="261"/>
                      <a:pt x="210" y="252"/>
                    </a:cubicBezTo>
                    <a:cubicBezTo>
                      <a:pt x="228" y="237"/>
                      <a:pt x="236" y="221"/>
                      <a:pt x="247" y="206"/>
                    </a:cubicBezTo>
                    <a:cubicBezTo>
                      <a:pt x="246" y="201"/>
                      <a:pt x="228" y="214"/>
                      <a:pt x="225" y="215"/>
                    </a:cubicBezTo>
                    <a:cubicBezTo>
                      <a:pt x="223" y="216"/>
                      <a:pt x="218" y="218"/>
                      <a:pt x="216" y="216"/>
                    </a:cubicBezTo>
                    <a:cubicBezTo>
                      <a:pt x="211" y="213"/>
                      <a:pt x="220" y="208"/>
                      <a:pt x="221" y="207"/>
                    </a:cubicBezTo>
                    <a:cubicBezTo>
                      <a:pt x="237" y="198"/>
                      <a:pt x="247" y="182"/>
                      <a:pt x="257" y="152"/>
                    </a:cubicBezTo>
                    <a:cubicBezTo>
                      <a:pt x="258" y="150"/>
                      <a:pt x="259" y="147"/>
                      <a:pt x="256" y="148"/>
                    </a:cubicBezTo>
                    <a:cubicBezTo>
                      <a:pt x="253" y="150"/>
                      <a:pt x="244" y="162"/>
                      <a:pt x="237" y="158"/>
                    </a:cubicBezTo>
                    <a:cubicBezTo>
                      <a:pt x="234" y="156"/>
                      <a:pt x="242" y="148"/>
                      <a:pt x="244" y="144"/>
                    </a:cubicBezTo>
                    <a:cubicBezTo>
                      <a:pt x="253" y="128"/>
                      <a:pt x="255" y="111"/>
                      <a:pt x="256" y="90"/>
                    </a:cubicBezTo>
                    <a:cubicBezTo>
                      <a:pt x="256" y="88"/>
                      <a:pt x="255" y="88"/>
                      <a:pt x="254" y="89"/>
                    </a:cubicBezTo>
                    <a:close/>
                    <a:moveTo>
                      <a:pt x="210" y="10"/>
                    </a:moveTo>
                    <a:cubicBezTo>
                      <a:pt x="209" y="20"/>
                      <a:pt x="211" y="39"/>
                      <a:pt x="214" y="49"/>
                    </a:cubicBezTo>
                    <a:cubicBezTo>
                      <a:pt x="215" y="52"/>
                      <a:pt x="217" y="61"/>
                      <a:pt x="214" y="63"/>
                    </a:cubicBezTo>
                    <a:cubicBezTo>
                      <a:pt x="211" y="64"/>
                      <a:pt x="210" y="61"/>
                      <a:pt x="208" y="60"/>
                    </a:cubicBezTo>
                    <a:cubicBezTo>
                      <a:pt x="205" y="57"/>
                      <a:pt x="202" y="54"/>
                      <a:pt x="198" y="52"/>
                    </a:cubicBezTo>
                    <a:cubicBezTo>
                      <a:pt x="195" y="49"/>
                      <a:pt x="194" y="50"/>
                      <a:pt x="196" y="54"/>
                    </a:cubicBezTo>
                    <a:cubicBezTo>
                      <a:pt x="197" y="59"/>
                      <a:pt x="199" y="67"/>
                      <a:pt x="200" y="72"/>
                    </a:cubicBezTo>
                    <a:cubicBezTo>
                      <a:pt x="204" y="82"/>
                      <a:pt x="212" y="91"/>
                      <a:pt x="218" y="99"/>
                    </a:cubicBezTo>
                    <a:cubicBezTo>
                      <a:pt x="221" y="104"/>
                      <a:pt x="224" y="108"/>
                      <a:pt x="226" y="112"/>
                    </a:cubicBezTo>
                    <a:cubicBezTo>
                      <a:pt x="226" y="113"/>
                      <a:pt x="226" y="114"/>
                      <a:pt x="227" y="114"/>
                    </a:cubicBezTo>
                    <a:cubicBezTo>
                      <a:pt x="228" y="114"/>
                      <a:pt x="229" y="113"/>
                      <a:pt x="229" y="112"/>
                    </a:cubicBezTo>
                    <a:cubicBezTo>
                      <a:pt x="231" y="107"/>
                      <a:pt x="236" y="100"/>
                      <a:pt x="240" y="95"/>
                    </a:cubicBezTo>
                    <a:cubicBezTo>
                      <a:pt x="248" y="82"/>
                      <a:pt x="253" y="62"/>
                      <a:pt x="252" y="40"/>
                    </a:cubicBezTo>
                    <a:cubicBezTo>
                      <a:pt x="252" y="37"/>
                      <a:pt x="252" y="34"/>
                      <a:pt x="252" y="32"/>
                    </a:cubicBezTo>
                    <a:cubicBezTo>
                      <a:pt x="250" y="30"/>
                      <a:pt x="249" y="32"/>
                      <a:pt x="248" y="34"/>
                    </a:cubicBezTo>
                    <a:cubicBezTo>
                      <a:pt x="245" y="40"/>
                      <a:pt x="241" y="48"/>
                      <a:pt x="238" y="55"/>
                    </a:cubicBezTo>
                    <a:cubicBezTo>
                      <a:pt x="237" y="59"/>
                      <a:pt x="232" y="57"/>
                      <a:pt x="232" y="53"/>
                    </a:cubicBezTo>
                    <a:cubicBezTo>
                      <a:pt x="232" y="52"/>
                      <a:pt x="232" y="50"/>
                      <a:pt x="232" y="49"/>
                    </a:cubicBezTo>
                    <a:cubicBezTo>
                      <a:pt x="234" y="36"/>
                      <a:pt x="222" y="19"/>
                      <a:pt x="217" y="9"/>
                    </a:cubicBezTo>
                    <a:cubicBezTo>
                      <a:pt x="214" y="4"/>
                      <a:pt x="212" y="0"/>
                      <a:pt x="210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ŝľîḋé"/>
              <p:cNvSpPr/>
              <p:nvPr/>
            </p:nvSpPr>
            <p:spPr bwMode="auto">
              <a:xfrm>
                <a:off x="2428876" y="3054351"/>
                <a:ext cx="204788" cy="217488"/>
              </a:xfrm>
              <a:custGeom>
                <a:avLst/>
                <a:gdLst>
                  <a:gd name="T0" fmla="*/ 37 w 62"/>
                  <a:gd name="T1" fmla="*/ 3 h 66"/>
                  <a:gd name="T2" fmla="*/ 50 w 62"/>
                  <a:gd name="T3" fmla="*/ 57 h 66"/>
                  <a:gd name="T4" fmla="*/ 13 w 62"/>
                  <a:gd name="T5" fmla="*/ 59 h 66"/>
                  <a:gd name="T6" fmla="*/ 9 w 62"/>
                  <a:gd name="T7" fmla="*/ 56 h 66"/>
                  <a:gd name="T8" fmla="*/ 9 w 62"/>
                  <a:gd name="T9" fmla="*/ 48 h 66"/>
                  <a:gd name="T10" fmla="*/ 21 w 62"/>
                  <a:gd name="T11" fmla="*/ 47 h 66"/>
                  <a:gd name="T12" fmla="*/ 28 w 62"/>
                  <a:gd name="T13" fmla="*/ 52 h 66"/>
                  <a:gd name="T14" fmla="*/ 37 w 62"/>
                  <a:gd name="T15" fmla="*/ 43 h 66"/>
                  <a:gd name="T16" fmla="*/ 36 w 62"/>
                  <a:gd name="T17" fmla="*/ 41 h 66"/>
                  <a:gd name="T18" fmla="*/ 29 w 62"/>
                  <a:gd name="T19" fmla="*/ 43 h 66"/>
                  <a:gd name="T20" fmla="*/ 9 w 62"/>
                  <a:gd name="T21" fmla="*/ 12 h 66"/>
                  <a:gd name="T22" fmla="*/ 37 w 62"/>
                  <a:gd name="T23" fmla="*/ 3 h 66"/>
                  <a:gd name="T24" fmla="*/ 26 w 62"/>
                  <a:gd name="T25" fmla="*/ 18 h 66"/>
                  <a:gd name="T26" fmla="*/ 32 w 62"/>
                  <a:gd name="T27" fmla="*/ 29 h 66"/>
                  <a:gd name="T28" fmla="*/ 37 w 62"/>
                  <a:gd name="T29" fmla="*/ 27 h 66"/>
                  <a:gd name="T30" fmla="*/ 37 w 62"/>
                  <a:gd name="T31" fmla="*/ 24 h 66"/>
                  <a:gd name="T32" fmla="*/ 34 w 62"/>
                  <a:gd name="T33" fmla="*/ 17 h 66"/>
                  <a:gd name="T34" fmla="*/ 26 w 62"/>
                  <a:gd name="T35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2" h="66">
                    <a:moveTo>
                      <a:pt x="37" y="3"/>
                    </a:moveTo>
                    <a:cubicBezTo>
                      <a:pt x="60" y="9"/>
                      <a:pt x="62" y="41"/>
                      <a:pt x="50" y="57"/>
                    </a:cubicBezTo>
                    <a:cubicBezTo>
                      <a:pt x="43" y="66"/>
                      <a:pt x="23" y="66"/>
                      <a:pt x="13" y="59"/>
                    </a:cubicBezTo>
                    <a:cubicBezTo>
                      <a:pt x="12" y="59"/>
                      <a:pt x="11" y="57"/>
                      <a:pt x="9" y="56"/>
                    </a:cubicBezTo>
                    <a:cubicBezTo>
                      <a:pt x="8" y="54"/>
                      <a:pt x="5" y="49"/>
                      <a:pt x="9" y="48"/>
                    </a:cubicBezTo>
                    <a:cubicBezTo>
                      <a:pt x="12" y="47"/>
                      <a:pt x="19" y="46"/>
                      <a:pt x="21" y="47"/>
                    </a:cubicBezTo>
                    <a:cubicBezTo>
                      <a:pt x="24" y="48"/>
                      <a:pt x="25" y="51"/>
                      <a:pt x="28" y="52"/>
                    </a:cubicBezTo>
                    <a:cubicBezTo>
                      <a:pt x="32" y="52"/>
                      <a:pt x="36" y="47"/>
                      <a:pt x="37" y="43"/>
                    </a:cubicBezTo>
                    <a:cubicBezTo>
                      <a:pt x="37" y="41"/>
                      <a:pt x="37" y="41"/>
                      <a:pt x="36" y="41"/>
                    </a:cubicBezTo>
                    <a:cubicBezTo>
                      <a:pt x="33" y="41"/>
                      <a:pt x="31" y="43"/>
                      <a:pt x="29" y="43"/>
                    </a:cubicBezTo>
                    <a:cubicBezTo>
                      <a:pt x="11" y="46"/>
                      <a:pt x="0" y="26"/>
                      <a:pt x="9" y="12"/>
                    </a:cubicBezTo>
                    <a:cubicBezTo>
                      <a:pt x="16" y="3"/>
                      <a:pt x="27" y="0"/>
                      <a:pt x="37" y="3"/>
                    </a:cubicBezTo>
                    <a:close/>
                    <a:moveTo>
                      <a:pt x="26" y="18"/>
                    </a:moveTo>
                    <a:cubicBezTo>
                      <a:pt x="24" y="23"/>
                      <a:pt x="25" y="30"/>
                      <a:pt x="32" y="29"/>
                    </a:cubicBezTo>
                    <a:cubicBezTo>
                      <a:pt x="34" y="29"/>
                      <a:pt x="36" y="28"/>
                      <a:pt x="37" y="27"/>
                    </a:cubicBezTo>
                    <a:cubicBezTo>
                      <a:pt x="37" y="26"/>
                      <a:pt x="37" y="25"/>
                      <a:pt x="37" y="24"/>
                    </a:cubicBezTo>
                    <a:cubicBezTo>
                      <a:pt x="36" y="21"/>
                      <a:pt x="36" y="18"/>
                      <a:pt x="34" y="17"/>
                    </a:cubicBezTo>
                    <a:cubicBezTo>
                      <a:pt x="31" y="16"/>
                      <a:pt x="27" y="15"/>
                      <a:pt x="2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íSlîḋê"/>
              <p:cNvSpPr/>
              <p:nvPr/>
            </p:nvSpPr>
            <p:spPr bwMode="auto">
              <a:xfrm>
                <a:off x="2195513" y="3054351"/>
                <a:ext cx="128588" cy="207963"/>
              </a:xfrm>
              <a:custGeom>
                <a:avLst/>
                <a:gdLst>
                  <a:gd name="T0" fmla="*/ 21 w 39"/>
                  <a:gd name="T1" fmla="*/ 1 h 63"/>
                  <a:gd name="T2" fmla="*/ 28 w 39"/>
                  <a:gd name="T3" fmla="*/ 1 h 63"/>
                  <a:gd name="T4" fmla="*/ 30 w 39"/>
                  <a:gd name="T5" fmla="*/ 9 h 63"/>
                  <a:gd name="T6" fmla="*/ 29 w 39"/>
                  <a:gd name="T7" fmla="*/ 45 h 63"/>
                  <a:gd name="T8" fmla="*/ 38 w 39"/>
                  <a:gd name="T9" fmla="*/ 48 h 63"/>
                  <a:gd name="T10" fmla="*/ 37 w 39"/>
                  <a:gd name="T11" fmla="*/ 61 h 63"/>
                  <a:gd name="T12" fmla="*/ 22 w 39"/>
                  <a:gd name="T13" fmla="*/ 62 h 63"/>
                  <a:gd name="T14" fmla="*/ 1 w 39"/>
                  <a:gd name="T15" fmla="*/ 60 h 63"/>
                  <a:gd name="T16" fmla="*/ 0 w 39"/>
                  <a:gd name="T17" fmla="*/ 51 h 63"/>
                  <a:gd name="T18" fmla="*/ 3 w 39"/>
                  <a:gd name="T19" fmla="*/ 47 h 63"/>
                  <a:gd name="T20" fmla="*/ 8 w 39"/>
                  <a:gd name="T21" fmla="*/ 47 h 63"/>
                  <a:gd name="T22" fmla="*/ 9 w 39"/>
                  <a:gd name="T23" fmla="*/ 43 h 63"/>
                  <a:gd name="T24" fmla="*/ 9 w 39"/>
                  <a:gd name="T25" fmla="*/ 30 h 63"/>
                  <a:gd name="T26" fmla="*/ 9 w 39"/>
                  <a:gd name="T27" fmla="*/ 24 h 63"/>
                  <a:gd name="T28" fmla="*/ 8 w 39"/>
                  <a:gd name="T29" fmla="*/ 23 h 63"/>
                  <a:gd name="T30" fmla="*/ 3 w 39"/>
                  <a:gd name="T31" fmla="*/ 23 h 63"/>
                  <a:gd name="T32" fmla="*/ 1 w 39"/>
                  <a:gd name="T33" fmla="*/ 22 h 63"/>
                  <a:gd name="T34" fmla="*/ 1 w 39"/>
                  <a:gd name="T35" fmla="*/ 11 h 63"/>
                  <a:gd name="T36" fmla="*/ 7 w 39"/>
                  <a:gd name="T37" fmla="*/ 8 h 63"/>
                  <a:gd name="T38" fmla="*/ 15 w 39"/>
                  <a:gd name="T39" fmla="*/ 5 h 63"/>
                  <a:gd name="T40" fmla="*/ 21 w 39"/>
                  <a:gd name="T41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9" h="63">
                    <a:moveTo>
                      <a:pt x="21" y="1"/>
                    </a:moveTo>
                    <a:cubicBezTo>
                      <a:pt x="23" y="0"/>
                      <a:pt x="27" y="0"/>
                      <a:pt x="28" y="1"/>
                    </a:cubicBezTo>
                    <a:cubicBezTo>
                      <a:pt x="30" y="2"/>
                      <a:pt x="30" y="6"/>
                      <a:pt x="30" y="9"/>
                    </a:cubicBezTo>
                    <a:cubicBezTo>
                      <a:pt x="29" y="21"/>
                      <a:pt x="29" y="33"/>
                      <a:pt x="29" y="45"/>
                    </a:cubicBezTo>
                    <a:cubicBezTo>
                      <a:pt x="29" y="48"/>
                      <a:pt x="36" y="45"/>
                      <a:pt x="38" y="48"/>
                    </a:cubicBezTo>
                    <a:cubicBezTo>
                      <a:pt x="39" y="51"/>
                      <a:pt x="39" y="59"/>
                      <a:pt x="37" y="61"/>
                    </a:cubicBezTo>
                    <a:cubicBezTo>
                      <a:pt x="34" y="63"/>
                      <a:pt x="26" y="62"/>
                      <a:pt x="22" y="62"/>
                    </a:cubicBezTo>
                    <a:cubicBezTo>
                      <a:pt x="17" y="62"/>
                      <a:pt x="4" y="63"/>
                      <a:pt x="1" y="60"/>
                    </a:cubicBezTo>
                    <a:cubicBezTo>
                      <a:pt x="0" y="59"/>
                      <a:pt x="0" y="54"/>
                      <a:pt x="0" y="51"/>
                    </a:cubicBezTo>
                    <a:cubicBezTo>
                      <a:pt x="1" y="49"/>
                      <a:pt x="1" y="47"/>
                      <a:pt x="3" y="47"/>
                    </a:cubicBezTo>
                    <a:cubicBezTo>
                      <a:pt x="4" y="47"/>
                      <a:pt x="6" y="47"/>
                      <a:pt x="8" y="47"/>
                    </a:cubicBezTo>
                    <a:cubicBezTo>
                      <a:pt x="10" y="46"/>
                      <a:pt x="9" y="45"/>
                      <a:pt x="9" y="43"/>
                    </a:cubicBezTo>
                    <a:cubicBezTo>
                      <a:pt x="9" y="39"/>
                      <a:pt x="9" y="35"/>
                      <a:pt x="9" y="30"/>
                    </a:cubicBezTo>
                    <a:cubicBezTo>
                      <a:pt x="9" y="28"/>
                      <a:pt x="9" y="26"/>
                      <a:pt x="9" y="24"/>
                    </a:cubicBezTo>
                    <a:cubicBezTo>
                      <a:pt x="9" y="23"/>
                      <a:pt x="9" y="23"/>
                      <a:pt x="8" y="23"/>
                    </a:cubicBezTo>
                    <a:cubicBezTo>
                      <a:pt x="6" y="23"/>
                      <a:pt x="4" y="23"/>
                      <a:pt x="3" y="23"/>
                    </a:cubicBezTo>
                    <a:cubicBezTo>
                      <a:pt x="2" y="23"/>
                      <a:pt x="1" y="22"/>
                      <a:pt x="1" y="22"/>
                    </a:cubicBezTo>
                    <a:cubicBezTo>
                      <a:pt x="0" y="19"/>
                      <a:pt x="0" y="13"/>
                      <a:pt x="1" y="11"/>
                    </a:cubicBezTo>
                    <a:cubicBezTo>
                      <a:pt x="2" y="8"/>
                      <a:pt x="4" y="9"/>
                      <a:pt x="7" y="8"/>
                    </a:cubicBezTo>
                    <a:cubicBezTo>
                      <a:pt x="9" y="7"/>
                      <a:pt x="13" y="6"/>
                      <a:pt x="15" y="5"/>
                    </a:cubicBezTo>
                    <a:cubicBezTo>
                      <a:pt x="18" y="4"/>
                      <a:pt x="19" y="2"/>
                      <a:pt x="2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ïsľïḑé"/>
              <p:cNvSpPr/>
              <p:nvPr/>
            </p:nvSpPr>
            <p:spPr bwMode="auto">
              <a:xfrm>
                <a:off x="2771776" y="3038476"/>
                <a:ext cx="165100" cy="217488"/>
              </a:xfrm>
              <a:custGeom>
                <a:avLst/>
                <a:gdLst>
                  <a:gd name="T0" fmla="*/ 49 w 50"/>
                  <a:gd name="T1" fmla="*/ 20 h 66"/>
                  <a:gd name="T2" fmla="*/ 47 w 50"/>
                  <a:gd name="T3" fmla="*/ 32 h 66"/>
                  <a:gd name="T4" fmla="*/ 21 w 50"/>
                  <a:gd name="T5" fmla="*/ 50 h 66"/>
                  <a:gd name="T6" fmla="*/ 20 w 50"/>
                  <a:gd name="T7" fmla="*/ 51 h 66"/>
                  <a:gd name="T8" fmla="*/ 21 w 50"/>
                  <a:gd name="T9" fmla="*/ 52 h 66"/>
                  <a:gd name="T10" fmla="*/ 33 w 50"/>
                  <a:gd name="T11" fmla="*/ 52 h 66"/>
                  <a:gd name="T12" fmla="*/ 36 w 50"/>
                  <a:gd name="T13" fmla="*/ 50 h 66"/>
                  <a:gd name="T14" fmla="*/ 37 w 50"/>
                  <a:gd name="T15" fmla="*/ 47 h 66"/>
                  <a:gd name="T16" fmla="*/ 50 w 50"/>
                  <a:gd name="T17" fmla="*/ 47 h 66"/>
                  <a:gd name="T18" fmla="*/ 50 w 50"/>
                  <a:gd name="T19" fmla="*/ 66 h 66"/>
                  <a:gd name="T20" fmla="*/ 2 w 50"/>
                  <a:gd name="T21" fmla="*/ 66 h 66"/>
                  <a:gd name="T22" fmla="*/ 13 w 50"/>
                  <a:gd name="T23" fmla="*/ 39 h 66"/>
                  <a:gd name="T24" fmla="*/ 17 w 50"/>
                  <a:gd name="T25" fmla="*/ 36 h 66"/>
                  <a:gd name="T26" fmla="*/ 30 w 50"/>
                  <a:gd name="T27" fmla="*/ 23 h 66"/>
                  <a:gd name="T28" fmla="*/ 21 w 50"/>
                  <a:gd name="T29" fmla="*/ 18 h 66"/>
                  <a:gd name="T30" fmla="*/ 18 w 50"/>
                  <a:gd name="T31" fmla="*/ 25 h 66"/>
                  <a:gd name="T32" fmla="*/ 3 w 50"/>
                  <a:gd name="T33" fmla="*/ 25 h 66"/>
                  <a:gd name="T34" fmla="*/ 6 w 50"/>
                  <a:gd name="T35" fmla="*/ 13 h 66"/>
                  <a:gd name="T36" fmla="*/ 49 w 50"/>
                  <a:gd name="T37" fmla="*/ 2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" h="66">
                    <a:moveTo>
                      <a:pt x="49" y="20"/>
                    </a:moveTo>
                    <a:cubicBezTo>
                      <a:pt x="50" y="24"/>
                      <a:pt x="49" y="29"/>
                      <a:pt x="47" y="32"/>
                    </a:cubicBezTo>
                    <a:cubicBezTo>
                      <a:pt x="41" y="40"/>
                      <a:pt x="28" y="43"/>
                      <a:pt x="21" y="50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20" y="52"/>
                      <a:pt x="20" y="52"/>
                      <a:pt x="21" y="52"/>
                    </a:cubicBezTo>
                    <a:cubicBezTo>
                      <a:pt x="23" y="52"/>
                      <a:pt x="29" y="53"/>
                      <a:pt x="33" y="52"/>
                    </a:cubicBezTo>
                    <a:cubicBezTo>
                      <a:pt x="35" y="52"/>
                      <a:pt x="35" y="52"/>
                      <a:pt x="36" y="50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2" y="66"/>
                      <a:pt x="2" y="66"/>
                      <a:pt x="2" y="66"/>
                    </a:cubicBezTo>
                    <a:cubicBezTo>
                      <a:pt x="0" y="48"/>
                      <a:pt x="11" y="41"/>
                      <a:pt x="13" y="39"/>
                    </a:cubicBezTo>
                    <a:cubicBezTo>
                      <a:pt x="15" y="38"/>
                      <a:pt x="15" y="38"/>
                      <a:pt x="17" y="36"/>
                    </a:cubicBezTo>
                    <a:cubicBezTo>
                      <a:pt x="21" y="33"/>
                      <a:pt x="30" y="28"/>
                      <a:pt x="30" y="23"/>
                    </a:cubicBezTo>
                    <a:cubicBezTo>
                      <a:pt x="29" y="19"/>
                      <a:pt x="25" y="16"/>
                      <a:pt x="21" y="18"/>
                    </a:cubicBezTo>
                    <a:cubicBezTo>
                      <a:pt x="19" y="19"/>
                      <a:pt x="20" y="23"/>
                      <a:pt x="18" y="25"/>
                    </a:cubicBezTo>
                    <a:cubicBezTo>
                      <a:pt x="16" y="27"/>
                      <a:pt x="4" y="27"/>
                      <a:pt x="3" y="25"/>
                    </a:cubicBezTo>
                    <a:cubicBezTo>
                      <a:pt x="0" y="22"/>
                      <a:pt x="4" y="15"/>
                      <a:pt x="6" y="13"/>
                    </a:cubicBezTo>
                    <a:cubicBezTo>
                      <a:pt x="16" y="0"/>
                      <a:pt x="43" y="4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ŝḻiďé"/>
              <p:cNvSpPr/>
              <p:nvPr/>
            </p:nvSpPr>
            <p:spPr bwMode="auto">
              <a:xfrm>
                <a:off x="1522413" y="2971801"/>
                <a:ext cx="2443163" cy="1690688"/>
              </a:xfrm>
              <a:custGeom>
                <a:avLst/>
                <a:gdLst>
                  <a:gd name="T0" fmla="*/ 61 w 741"/>
                  <a:gd name="T1" fmla="*/ 65 h 512"/>
                  <a:gd name="T2" fmla="*/ 21 w 741"/>
                  <a:gd name="T3" fmla="*/ 28 h 512"/>
                  <a:gd name="T4" fmla="*/ 2 w 741"/>
                  <a:gd name="T5" fmla="*/ 120 h 512"/>
                  <a:gd name="T6" fmla="*/ 10 w 741"/>
                  <a:gd name="T7" fmla="*/ 93 h 512"/>
                  <a:gd name="T8" fmla="*/ 64 w 741"/>
                  <a:gd name="T9" fmla="*/ 83 h 512"/>
                  <a:gd name="T10" fmla="*/ 62 w 741"/>
                  <a:gd name="T11" fmla="*/ 96 h 512"/>
                  <a:gd name="T12" fmla="*/ 65 w 741"/>
                  <a:gd name="T13" fmla="*/ 143 h 512"/>
                  <a:gd name="T14" fmla="*/ 71 w 741"/>
                  <a:gd name="T15" fmla="*/ 182 h 512"/>
                  <a:gd name="T16" fmla="*/ 19 w 741"/>
                  <a:gd name="T17" fmla="*/ 260 h 512"/>
                  <a:gd name="T18" fmla="*/ 73 w 741"/>
                  <a:gd name="T19" fmla="*/ 224 h 512"/>
                  <a:gd name="T20" fmla="*/ 92 w 741"/>
                  <a:gd name="T21" fmla="*/ 271 h 512"/>
                  <a:gd name="T22" fmla="*/ 31 w 741"/>
                  <a:gd name="T23" fmla="*/ 292 h 512"/>
                  <a:gd name="T24" fmla="*/ 95 w 741"/>
                  <a:gd name="T25" fmla="*/ 337 h 512"/>
                  <a:gd name="T26" fmla="*/ 63 w 741"/>
                  <a:gd name="T27" fmla="*/ 351 h 512"/>
                  <a:gd name="T28" fmla="*/ 115 w 741"/>
                  <a:gd name="T29" fmla="*/ 319 h 512"/>
                  <a:gd name="T30" fmla="*/ 95 w 741"/>
                  <a:gd name="T31" fmla="*/ 337 h 512"/>
                  <a:gd name="T32" fmla="*/ 126 w 741"/>
                  <a:gd name="T33" fmla="*/ 438 h 512"/>
                  <a:gd name="T34" fmla="*/ 158 w 741"/>
                  <a:gd name="T35" fmla="*/ 368 h 512"/>
                  <a:gd name="T36" fmla="*/ 153 w 741"/>
                  <a:gd name="T37" fmla="*/ 402 h 512"/>
                  <a:gd name="T38" fmla="*/ 159 w 741"/>
                  <a:gd name="T39" fmla="*/ 444 h 512"/>
                  <a:gd name="T40" fmla="*/ 210 w 741"/>
                  <a:gd name="T41" fmla="*/ 403 h 512"/>
                  <a:gd name="T42" fmla="*/ 197 w 741"/>
                  <a:gd name="T43" fmla="*/ 466 h 512"/>
                  <a:gd name="T44" fmla="*/ 248 w 741"/>
                  <a:gd name="T45" fmla="*/ 470 h 512"/>
                  <a:gd name="T46" fmla="*/ 272 w 741"/>
                  <a:gd name="T47" fmla="*/ 439 h 512"/>
                  <a:gd name="T48" fmla="*/ 208 w 741"/>
                  <a:gd name="T49" fmla="*/ 467 h 512"/>
                  <a:gd name="T50" fmla="*/ 335 w 741"/>
                  <a:gd name="T51" fmla="*/ 489 h 512"/>
                  <a:gd name="T52" fmla="*/ 340 w 741"/>
                  <a:gd name="T53" fmla="*/ 457 h 512"/>
                  <a:gd name="T54" fmla="*/ 321 w 741"/>
                  <a:gd name="T55" fmla="*/ 493 h 512"/>
                  <a:gd name="T56" fmla="*/ 427 w 741"/>
                  <a:gd name="T57" fmla="*/ 448 h 512"/>
                  <a:gd name="T58" fmla="*/ 455 w 741"/>
                  <a:gd name="T59" fmla="*/ 448 h 512"/>
                  <a:gd name="T60" fmla="*/ 463 w 741"/>
                  <a:gd name="T61" fmla="*/ 446 h 512"/>
                  <a:gd name="T62" fmla="*/ 407 w 741"/>
                  <a:gd name="T63" fmla="*/ 456 h 512"/>
                  <a:gd name="T64" fmla="*/ 501 w 741"/>
                  <a:gd name="T65" fmla="*/ 484 h 512"/>
                  <a:gd name="T66" fmla="*/ 521 w 741"/>
                  <a:gd name="T67" fmla="*/ 422 h 512"/>
                  <a:gd name="T68" fmla="*/ 527 w 741"/>
                  <a:gd name="T69" fmla="*/ 419 h 512"/>
                  <a:gd name="T70" fmla="*/ 512 w 741"/>
                  <a:gd name="T71" fmla="*/ 483 h 512"/>
                  <a:gd name="T72" fmla="*/ 587 w 741"/>
                  <a:gd name="T73" fmla="*/ 447 h 512"/>
                  <a:gd name="T74" fmla="*/ 534 w 741"/>
                  <a:gd name="T75" fmla="*/ 408 h 512"/>
                  <a:gd name="T76" fmla="*/ 603 w 741"/>
                  <a:gd name="T77" fmla="*/ 347 h 512"/>
                  <a:gd name="T78" fmla="*/ 621 w 741"/>
                  <a:gd name="T79" fmla="*/ 418 h 512"/>
                  <a:gd name="T80" fmla="*/ 578 w 741"/>
                  <a:gd name="T81" fmla="*/ 378 h 512"/>
                  <a:gd name="T82" fmla="*/ 687 w 741"/>
                  <a:gd name="T83" fmla="*/ 340 h 512"/>
                  <a:gd name="T84" fmla="*/ 609 w 741"/>
                  <a:gd name="T85" fmla="*/ 343 h 512"/>
                  <a:gd name="T86" fmla="*/ 633 w 741"/>
                  <a:gd name="T87" fmla="*/ 314 h 512"/>
                  <a:gd name="T88" fmla="*/ 656 w 741"/>
                  <a:gd name="T89" fmla="*/ 322 h 512"/>
                  <a:gd name="T90" fmla="*/ 679 w 741"/>
                  <a:gd name="T91" fmla="*/ 335 h 512"/>
                  <a:gd name="T92" fmla="*/ 695 w 741"/>
                  <a:gd name="T93" fmla="*/ 316 h 512"/>
                  <a:gd name="T94" fmla="*/ 677 w 741"/>
                  <a:gd name="T95" fmla="*/ 248 h 512"/>
                  <a:gd name="T96" fmla="*/ 715 w 741"/>
                  <a:gd name="T97" fmla="*/ 284 h 512"/>
                  <a:gd name="T98" fmla="*/ 703 w 741"/>
                  <a:gd name="T99" fmla="*/ 299 h 512"/>
                  <a:gd name="T100" fmla="*/ 657 w 741"/>
                  <a:gd name="T101" fmla="*/ 282 h 512"/>
                  <a:gd name="T102" fmla="*/ 673 w 741"/>
                  <a:gd name="T103" fmla="*/ 212 h 512"/>
                  <a:gd name="T104" fmla="*/ 717 w 741"/>
                  <a:gd name="T105" fmla="*/ 238 h 512"/>
                  <a:gd name="T106" fmla="*/ 735 w 741"/>
                  <a:gd name="T107" fmla="*/ 158 h 512"/>
                  <a:gd name="T108" fmla="*/ 683 w 741"/>
                  <a:gd name="T109" fmla="*/ 173 h 512"/>
                  <a:gd name="T110" fmla="*/ 684 w 741"/>
                  <a:gd name="T111" fmla="*/ 160 h 512"/>
                  <a:gd name="T112" fmla="*/ 738 w 741"/>
                  <a:gd name="T113" fmla="*/ 122 h 512"/>
                  <a:gd name="T114" fmla="*/ 689 w 741"/>
                  <a:gd name="T115" fmla="*/ 146 h 512"/>
                  <a:gd name="T116" fmla="*/ 681 w 741"/>
                  <a:gd name="T117" fmla="*/ 88 h 512"/>
                  <a:gd name="T118" fmla="*/ 723 w 741"/>
                  <a:gd name="T119" fmla="*/ 47 h 512"/>
                  <a:gd name="T120" fmla="*/ 670 w 741"/>
                  <a:gd name="T121" fmla="*/ 87 h 512"/>
                  <a:gd name="T122" fmla="*/ 660 w 741"/>
                  <a:gd name="T123" fmla="*/ 41 h 512"/>
                  <a:gd name="T124" fmla="*/ 691 w 741"/>
                  <a:gd name="T125" fmla="*/ 37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41" h="512">
                    <a:moveTo>
                      <a:pt x="63" y="7"/>
                    </a:moveTo>
                    <a:cubicBezTo>
                      <a:pt x="83" y="15"/>
                      <a:pt x="90" y="33"/>
                      <a:pt x="83" y="54"/>
                    </a:cubicBezTo>
                    <a:cubicBezTo>
                      <a:pt x="80" y="65"/>
                      <a:pt x="73" y="70"/>
                      <a:pt x="67" y="73"/>
                    </a:cubicBezTo>
                    <a:cubicBezTo>
                      <a:pt x="63" y="72"/>
                      <a:pt x="60" y="71"/>
                      <a:pt x="58" y="70"/>
                    </a:cubicBezTo>
                    <a:cubicBezTo>
                      <a:pt x="56" y="69"/>
                      <a:pt x="55" y="68"/>
                      <a:pt x="56" y="67"/>
                    </a:cubicBezTo>
                    <a:cubicBezTo>
                      <a:pt x="56" y="65"/>
                      <a:pt x="58" y="65"/>
                      <a:pt x="60" y="65"/>
                    </a:cubicBezTo>
                    <a:cubicBezTo>
                      <a:pt x="60" y="65"/>
                      <a:pt x="61" y="65"/>
                      <a:pt x="61" y="65"/>
                    </a:cubicBezTo>
                    <a:cubicBezTo>
                      <a:pt x="69" y="64"/>
                      <a:pt x="75" y="60"/>
                      <a:pt x="78" y="52"/>
                    </a:cubicBezTo>
                    <a:cubicBezTo>
                      <a:pt x="82" y="38"/>
                      <a:pt x="76" y="28"/>
                      <a:pt x="59" y="21"/>
                    </a:cubicBezTo>
                    <a:cubicBezTo>
                      <a:pt x="43" y="15"/>
                      <a:pt x="31" y="19"/>
                      <a:pt x="25" y="33"/>
                    </a:cubicBezTo>
                    <a:cubicBezTo>
                      <a:pt x="23" y="38"/>
                      <a:pt x="24" y="45"/>
                      <a:pt x="27" y="51"/>
                    </a:cubicBezTo>
                    <a:cubicBezTo>
                      <a:pt x="28" y="54"/>
                      <a:pt x="28" y="56"/>
                      <a:pt x="28" y="57"/>
                    </a:cubicBezTo>
                    <a:cubicBezTo>
                      <a:pt x="27" y="58"/>
                      <a:pt x="26" y="59"/>
                      <a:pt x="25" y="59"/>
                    </a:cubicBezTo>
                    <a:cubicBezTo>
                      <a:pt x="17" y="52"/>
                      <a:pt x="15" y="41"/>
                      <a:pt x="21" y="28"/>
                    </a:cubicBezTo>
                    <a:cubicBezTo>
                      <a:pt x="29" y="8"/>
                      <a:pt x="44" y="0"/>
                      <a:pt x="63" y="7"/>
                    </a:cubicBezTo>
                    <a:close/>
                    <a:moveTo>
                      <a:pt x="57" y="141"/>
                    </a:moveTo>
                    <a:cubicBezTo>
                      <a:pt x="9" y="135"/>
                      <a:pt x="9" y="135"/>
                      <a:pt x="9" y="135"/>
                    </a:cubicBezTo>
                    <a:cubicBezTo>
                      <a:pt x="7" y="135"/>
                      <a:pt x="6" y="135"/>
                      <a:pt x="5" y="137"/>
                    </a:cubicBezTo>
                    <a:cubicBezTo>
                      <a:pt x="4" y="139"/>
                      <a:pt x="4" y="139"/>
                      <a:pt x="2" y="139"/>
                    </a:cubicBezTo>
                    <a:cubicBezTo>
                      <a:pt x="1" y="139"/>
                      <a:pt x="0" y="138"/>
                      <a:pt x="0" y="135"/>
                    </a:cubicBezTo>
                    <a:cubicBezTo>
                      <a:pt x="2" y="120"/>
                      <a:pt x="2" y="120"/>
                      <a:pt x="2" y="120"/>
                    </a:cubicBezTo>
                    <a:cubicBezTo>
                      <a:pt x="2" y="117"/>
                      <a:pt x="3" y="116"/>
                      <a:pt x="5" y="116"/>
                    </a:cubicBezTo>
                    <a:cubicBezTo>
                      <a:pt x="6" y="116"/>
                      <a:pt x="7" y="117"/>
                      <a:pt x="7" y="119"/>
                    </a:cubicBezTo>
                    <a:cubicBezTo>
                      <a:pt x="8" y="120"/>
                      <a:pt x="9" y="122"/>
                      <a:pt x="11" y="122"/>
                    </a:cubicBezTo>
                    <a:cubicBezTo>
                      <a:pt x="34" y="125"/>
                      <a:pt x="34" y="125"/>
                      <a:pt x="34" y="125"/>
                    </a:cubicBezTo>
                    <a:cubicBezTo>
                      <a:pt x="38" y="94"/>
                      <a:pt x="38" y="94"/>
                      <a:pt x="38" y="94"/>
                    </a:cubicBezTo>
                    <a:cubicBezTo>
                      <a:pt x="15" y="91"/>
                      <a:pt x="15" y="91"/>
                      <a:pt x="15" y="91"/>
                    </a:cubicBezTo>
                    <a:cubicBezTo>
                      <a:pt x="13" y="91"/>
                      <a:pt x="11" y="91"/>
                      <a:pt x="10" y="93"/>
                    </a:cubicBezTo>
                    <a:cubicBezTo>
                      <a:pt x="10" y="94"/>
                      <a:pt x="9" y="95"/>
                      <a:pt x="8" y="95"/>
                    </a:cubicBezTo>
                    <a:cubicBezTo>
                      <a:pt x="6" y="95"/>
                      <a:pt x="5" y="93"/>
                      <a:pt x="5" y="91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8" y="73"/>
                      <a:pt x="9" y="71"/>
                      <a:pt x="10" y="72"/>
                    </a:cubicBezTo>
                    <a:cubicBezTo>
                      <a:pt x="12" y="72"/>
                      <a:pt x="12" y="73"/>
                      <a:pt x="13" y="74"/>
                    </a:cubicBezTo>
                    <a:cubicBezTo>
                      <a:pt x="13" y="76"/>
                      <a:pt x="14" y="77"/>
                      <a:pt x="16" y="77"/>
                    </a:cubicBezTo>
                    <a:cubicBezTo>
                      <a:pt x="64" y="83"/>
                      <a:pt x="64" y="83"/>
                      <a:pt x="64" y="83"/>
                    </a:cubicBezTo>
                    <a:cubicBezTo>
                      <a:pt x="65" y="83"/>
                      <a:pt x="66" y="82"/>
                      <a:pt x="67" y="81"/>
                    </a:cubicBezTo>
                    <a:cubicBezTo>
                      <a:pt x="68" y="79"/>
                      <a:pt x="69" y="79"/>
                      <a:pt x="70" y="79"/>
                    </a:cubicBezTo>
                    <a:cubicBezTo>
                      <a:pt x="72" y="79"/>
                      <a:pt x="73" y="80"/>
                      <a:pt x="72" y="83"/>
                    </a:cubicBezTo>
                    <a:cubicBezTo>
                      <a:pt x="71" y="98"/>
                      <a:pt x="71" y="98"/>
                      <a:pt x="71" y="98"/>
                    </a:cubicBezTo>
                    <a:cubicBezTo>
                      <a:pt x="70" y="101"/>
                      <a:pt x="69" y="102"/>
                      <a:pt x="68" y="102"/>
                    </a:cubicBezTo>
                    <a:cubicBezTo>
                      <a:pt x="66" y="102"/>
                      <a:pt x="65" y="101"/>
                      <a:pt x="65" y="99"/>
                    </a:cubicBezTo>
                    <a:cubicBezTo>
                      <a:pt x="64" y="97"/>
                      <a:pt x="63" y="97"/>
                      <a:pt x="62" y="96"/>
                    </a:cubicBezTo>
                    <a:cubicBezTo>
                      <a:pt x="44" y="94"/>
                      <a:pt x="44" y="94"/>
                      <a:pt x="44" y="94"/>
                    </a:cubicBezTo>
                    <a:cubicBezTo>
                      <a:pt x="40" y="125"/>
                      <a:pt x="40" y="125"/>
                      <a:pt x="40" y="125"/>
                    </a:cubicBezTo>
                    <a:cubicBezTo>
                      <a:pt x="58" y="127"/>
                      <a:pt x="58" y="127"/>
                      <a:pt x="58" y="127"/>
                    </a:cubicBezTo>
                    <a:cubicBezTo>
                      <a:pt x="60" y="128"/>
                      <a:pt x="61" y="127"/>
                      <a:pt x="62" y="125"/>
                    </a:cubicBezTo>
                    <a:cubicBezTo>
                      <a:pt x="63" y="124"/>
                      <a:pt x="64" y="123"/>
                      <a:pt x="65" y="123"/>
                    </a:cubicBezTo>
                    <a:cubicBezTo>
                      <a:pt x="67" y="123"/>
                      <a:pt x="67" y="125"/>
                      <a:pt x="67" y="128"/>
                    </a:cubicBezTo>
                    <a:cubicBezTo>
                      <a:pt x="65" y="143"/>
                      <a:pt x="65" y="143"/>
                      <a:pt x="65" y="143"/>
                    </a:cubicBezTo>
                    <a:cubicBezTo>
                      <a:pt x="65" y="145"/>
                      <a:pt x="64" y="146"/>
                      <a:pt x="62" y="146"/>
                    </a:cubicBezTo>
                    <a:cubicBezTo>
                      <a:pt x="61" y="146"/>
                      <a:pt x="60" y="145"/>
                      <a:pt x="60" y="143"/>
                    </a:cubicBezTo>
                    <a:cubicBezTo>
                      <a:pt x="59" y="142"/>
                      <a:pt x="58" y="141"/>
                      <a:pt x="57" y="141"/>
                    </a:cubicBezTo>
                    <a:close/>
                    <a:moveTo>
                      <a:pt x="42" y="221"/>
                    </a:moveTo>
                    <a:cubicBezTo>
                      <a:pt x="21" y="225"/>
                      <a:pt x="7" y="213"/>
                      <a:pt x="4" y="192"/>
                    </a:cubicBezTo>
                    <a:cubicBezTo>
                      <a:pt x="1" y="171"/>
                      <a:pt x="11" y="156"/>
                      <a:pt x="32" y="153"/>
                    </a:cubicBezTo>
                    <a:cubicBezTo>
                      <a:pt x="53" y="150"/>
                      <a:pt x="68" y="161"/>
                      <a:pt x="71" y="182"/>
                    </a:cubicBezTo>
                    <a:cubicBezTo>
                      <a:pt x="74" y="204"/>
                      <a:pt x="63" y="218"/>
                      <a:pt x="42" y="221"/>
                    </a:cubicBezTo>
                    <a:close/>
                    <a:moveTo>
                      <a:pt x="40" y="207"/>
                    </a:moveTo>
                    <a:cubicBezTo>
                      <a:pt x="58" y="205"/>
                      <a:pt x="67" y="196"/>
                      <a:pt x="65" y="183"/>
                    </a:cubicBezTo>
                    <a:cubicBezTo>
                      <a:pt x="63" y="171"/>
                      <a:pt x="52" y="165"/>
                      <a:pt x="34" y="167"/>
                    </a:cubicBezTo>
                    <a:cubicBezTo>
                      <a:pt x="16" y="170"/>
                      <a:pt x="7" y="179"/>
                      <a:pt x="9" y="191"/>
                    </a:cubicBezTo>
                    <a:cubicBezTo>
                      <a:pt x="11" y="204"/>
                      <a:pt x="22" y="210"/>
                      <a:pt x="40" y="207"/>
                    </a:cubicBezTo>
                    <a:close/>
                    <a:moveTo>
                      <a:pt x="19" y="260"/>
                    </a:moveTo>
                    <a:cubicBezTo>
                      <a:pt x="15" y="249"/>
                      <a:pt x="15" y="249"/>
                      <a:pt x="15" y="249"/>
                    </a:cubicBezTo>
                    <a:cubicBezTo>
                      <a:pt x="14" y="246"/>
                      <a:pt x="14" y="244"/>
                      <a:pt x="16" y="244"/>
                    </a:cubicBezTo>
                    <a:cubicBezTo>
                      <a:pt x="17" y="244"/>
                      <a:pt x="18" y="244"/>
                      <a:pt x="19" y="246"/>
                    </a:cubicBezTo>
                    <a:cubicBezTo>
                      <a:pt x="21" y="248"/>
                      <a:pt x="23" y="249"/>
                      <a:pt x="24" y="248"/>
                    </a:cubicBezTo>
                    <a:cubicBezTo>
                      <a:pt x="69" y="233"/>
                      <a:pt x="69" y="233"/>
                      <a:pt x="69" y="233"/>
                    </a:cubicBezTo>
                    <a:cubicBezTo>
                      <a:pt x="71" y="232"/>
                      <a:pt x="71" y="231"/>
                      <a:pt x="71" y="228"/>
                    </a:cubicBezTo>
                    <a:cubicBezTo>
                      <a:pt x="71" y="226"/>
                      <a:pt x="72" y="224"/>
                      <a:pt x="73" y="224"/>
                    </a:cubicBezTo>
                    <a:cubicBezTo>
                      <a:pt x="74" y="224"/>
                      <a:pt x="76" y="224"/>
                      <a:pt x="76" y="226"/>
                    </a:cubicBezTo>
                    <a:cubicBezTo>
                      <a:pt x="81" y="239"/>
                      <a:pt x="81" y="239"/>
                      <a:pt x="81" y="239"/>
                    </a:cubicBezTo>
                    <a:cubicBezTo>
                      <a:pt x="86" y="238"/>
                      <a:pt x="76" y="253"/>
                      <a:pt x="51" y="286"/>
                    </a:cubicBezTo>
                    <a:cubicBezTo>
                      <a:pt x="84" y="275"/>
                      <a:pt x="84" y="275"/>
                      <a:pt x="84" y="275"/>
                    </a:cubicBezTo>
                    <a:cubicBezTo>
                      <a:pt x="85" y="274"/>
                      <a:pt x="86" y="273"/>
                      <a:pt x="86" y="271"/>
                    </a:cubicBezTo>
                    <a:cubicBezTo>
                      <a:pt x="86" y="269"/>
                      <a:pt x="87" y="268"/>
                      <a:pt x="88" y="268"/>
                    </a:cubicBezTo>
                    <a:cubicBezTo>
                      <a:pt x="90" y="267"/>
                      <a:pt x="91" y="268"/>
                      <a:pt x="92" y="271"/>
                    </a:cubicBezTo>
                    <a:cubicBezTo>
                      <a:pt x="95" y="280"/>
                      <a:pt x="95" y="280"/>
                      <a:pt x="95" y="280"/>
                    </a:cubicBezTo>
                    <a:cubicBezTo>
                      <a:pt x="96" y="282"/>
                      <a:pt x="95" y="283"/>
                      <a:pt x="94" y="284"/>
                    </a:cubicBezTo>
                    <a:cubicBezTo>
                      <a:pt x="93" y="284"/>
                      <a:pt x="91" y="284"/>
                      <a:pt x="90" y="282"/>
                    </a:cubicBezTo>
                    <a:cubicBezTo>
                      <a:pt x="89" y="281"/>
                      <a:pt x="88" y="281"/>
                      <a:pt x="86" y="281"/>
                    </a:cubicBezTo>
                    <a:cubicBezTo>
                      <a:pt x="37" y="298"/>
                      <a:pt x="37" y="298"/>
                      <a:pt x="37" y="298"/>
                    </a:cubicBezTo>
                    <a:cubicBezTo>
                      <a:pt x="33" y="300"/>
                      <a:pt x="32" y="299"/>
                      <a:pt x="31" y="296"/>
                    </a:cubicBezTo>
                    <a:cubicBezTo>
                      <a:pt x="30" y="294"/>
                      <a:pt x="30" y="293"/>
                      <a:pt x="31" y="292"/>
                    </a:cubicBezTo>
                    <a:cubicBezTo>
                      <a:pt x="67" y="241"/>
                      <a:pt x="67" y="241"/>
                      <a:pt x="67" y="241"/>
                    </a:cubicBezTo>
                    <a:cubicBezTo>
                      <a:pt x="67" y="241"/>
                      <a:pt x="67" y="241"/>
                      <a:pt x="67" y="241"/>
                    </a:cubicBezTo>
                    <a:cubicBezTo>
                      <a:pt x="26" y="255"/>
                      <a:pt x="26" y="255"/>
                      <a:pt x="26" y="255"/>
                    </a:cubicBezTo>
                    <a:cubicBezTo>
                      <a:pt x="25" y="255"/>
                      <a:pt x="24" y="257"/>
                      <a:pt x="24" y="259"/>
                    </a:cubicBezTo>
                    <a:cubicBezTo>
                      <a:pt x="24" y="261"/>
                      <a:pt x="24" y="262"/>
                      <a:pt x="22" y="262"/>
                    </a:cubicBezTo>
                    <a:cubicBezTo>
                      <a:pt x="21" y="263"/>
                      <a:pt x="19" y="262"/>
                      <a:pt x="19" y="260"/>
                    </a:cubicBezTo>
                    <a:close/>
                    <a:moveTo>
                      <a:pt x="95" y="337"/>
                    </a:moveTo>
                    <a:cubicBezTo>
                      <a:pt x="104" y="351"/>
                      <a:pt x="104" y="351"/>
                      <a:pt x="104" y="351"/>
                    </a:cubicBezTo>
                    <a:cubicBezTo>
                      <a:pt x="106" y="354"/>
                      <a:pt x="107" y="356"/>
                      <a:pt x="105" y="357"/>
                    </a:cubicBezTo>
                    <a:cubicBezTo>
                      <a:pt x="105" y="358"/>
                      <a:pt x="103" y="358"/>
                      <a:pt x="100" y="360"/>
                    </a:cubicBezTo>
                    <a:cubicBezTo>
                      <a:pt x="96" y="362"/>
                      <a:pt x="95" y="362"/>
                      <a:pt x="95" y="363"/>
                    </a:cubicBezTo>
                    <a:cubicBezTo>
                      <a:pt x="93" y="364"/>
                      <a:pt x="91" y="366"/>
                      <a:pt x="88" y="368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79" y="369"/>
                      <a:pt x="70" y="363"/>
                      <a:pt x="63" y="351"/>
                    </a:cubicBezTo>
                    <a:cubicBezTo>
                      <a:pt x="51" y="332"/>
                      <a:pt x="53" y="314"/>
                      <a:pt x="71" y="303"/>
                    </a:cubicBezTo>
                    <a:cubicBezTo>
                      <a:pt x="88" y="292"/>
                      <a:pt x="107" y="296"/>
                      <a:pt x="120" y="315"/>
                    </a:cubicBezTo>
                    <a:cubicBezTo>
                      <a:pt x="128" y="327"/>
                      <a:pt x="130" y="337"/>
                      <a:pt x="125" y="341"/>
                    </a:cubicBezTo>
                    <a:cubicBezTo>
                      <a:pt x="119" y="345"/>
                      <a:pt x="119" y="345"/>
                      <a:pt x="119" y="345"/>
                    </a:cubicBezTo>
                    <a:cubicBezTo>
                      <a:pt x="117" y="346"/>
                      <a:pt x="116" y="345"/>
                      <a:pt x="115" y="344"/>
                    </a:cubicBezTo>
                    <a:cubicBezTo>
                      <a:pt x="114" y="343"/>
                      <a:pt x="114" y="342"/>
                      <a:pt x="115" y="340"/>
                    </a:cubicBezTo>
                    <a:cubicBezTo>
                      <a:pt x="120" y="333"/>
                      <a:pt x="120" y="326"/>
                      <a:pt x="115" y="319"/>
                    </a:cubicBezTo>
                    <a:cubicBezTo>
                      <a:pt x="107" y="307"/>
                      <a:pt x="94" y="305"/>
                      <a:pt x="79" y="315"/>
                    </a:cubicBezTo>
                    <a:cubicBezTo>
                      <a:pt x="64" y="325"/>
                      <a:pt x="61" y="337"/>
                      <a:pt x="68" y="349"/>
                    </a:cubicBezTo>
                    <a:cubicBezTo>
                      <a:pt x="72" y="357"/>
                      <a:pt x="79" y="358"/>
                      <a:pt x="86" y="354"/>
                    </a:cubicBezTo>
                    <a:cubicBezTo>
                      <a:pt x="91" y="350"/>
                      <a:pt x="91" y="350"/>
                      <a:pt x="91" y="350"/>
                    </a:cubicBezTo>
                    <a:cubicBezTo>
                      <a:pt x="94" y="349"/>
                      <a:pt x="94" y="346"/>
                      <a:pt x="91" y="343"/>
                    </a:cubicBezTo>
                    <a:cubicBezTo>
                      <a:pt x="88" y="338"/>
                      <a:pt x="88" y="335"/>
                      <a:pt x="90" y="334"/>
                    </a:cubicBezTo>
                    <a:cubicBezTo>
                      <a:pt x="91" y="333"/>
                      <a:pt x="93" y="334"/>
                      <a:pt x="95" y="337"/>
                    </a:cubicBezTo>
                    <a:close/>
                    <a:moveTo>
                      <a:pt x="164" y="412"/>
                    </a:moveTo>
                    <a:cubicBezTo>
                      <a:pt x="153" y="424"/>
                      <a:pt x="139" y="426"/>
                      <a:pt x="124" y="420"/>
                    </a:cubicBezTo>
                    <a:cubicBezTo>
                      <a:pt x="126" y="424"/>
                      <a:pt x="128" y="427"/>
                      <a:pt x="130" y="430"/>
                    </a:cubicBezTo>
                    <a:cubicBezTo>
                      <a:pt x="131" y="431"/>
                      <a:pt x="132" y="431"/>
                      <a:pt x="133" y="432"/>
                    </a:cubicBezTo>
                    <a:cubicBezTo>
                      <a:pt x="135" y="433"/>
                      <a:pt x="136" y="434"/>
                      <a:pt x="136" y="435"/>
                    </a:cubicBezTo>
                    <a:cubicBezTo>
                      <a:pt x="138" y="436"/>
                      <a:pt x="138" y="438"/>
                      <a:pt x="136" y="440"/>
                    </a:cubicBezTo>
                    <a:cubicBezTo>
                      <a:pt x="134" y="443"/>
                      <a:pt x="130" y="442"/>
                      <a:pt x="126" y="438"/>
                    </a:cubicBezTo>
                    <a:cubicBezTo>
                      <a:pt x="120" y="432"/>
                      <a:pt x="118" y="424"/>
                      <a:pt x="118" y="415"/>
                    </a:cubicBezTo>
                    <a:cubicBezTo>
                      <a:pt x="117" y="415"/>
                      <a:pt x="116" y="414"/>
                      <a:pt x="116" y="413"/>
                    </a:cubicBezTo>
                    <a:cubicBezTo>
                      <a:pt x="100" y="398"/>
                      <a:pt x="99" y="381"/>
                      <a:pt x="113" y="365"/>
                    </a:cubicBezTo>
                    <a:cubicBezTo>
                      <a:pt x="128" y="349"/>
                      <a:pt x="146" y="349"/>
                      <a:pt x="162" y="363"/>
                    </a:cubicBezTo>
                    <a:cubicBezTo>
                      <a:pt x="177" y="378"/>
                      <a:pt x="178" y="396"/>
                      <a:pt x="164" y="412"/>
                    </a:cubicBezTo>
                    <a:close/>
                    <a:moveTo>
                      <a:pt x="153" y="402"/>
                    </a:moveTo>
                    <a:cubicBezTo>
                      <a:pt x="165" y="389"/>
                      <a:pt x="167" y="376"/>
                      <a:pt x="158" y="368"/>
                    </a:cubicBezTo>
                    <a:cubicBezTo>
                      <a:pt x="148" y="359"/>
                      <a:pt x="136" y="362"/>
                      <a:pt x="124" y="375"/>
                    </a:cubicBezTo>
                    <a:cubicBezTo>
                      <a:pt x="111" y="388"/>
                      <a:pt x="110" y="400"/>
                      <a:pt x="119" y="409"/>
                    </a:cubicBezTo>
                    <a:cubicBezTo>
                      <a:pt x="120" y="406"/>
                      <a:pt x="122" y="404"/>
                      <a:pt x="124" y="401"/>
                    </a:cubicBezTo>
                    <a:cubicBezTo>
                      <a:pt x="126" y="399"/>
                      <a:pt x="128" y="398"/>
                      <a:pt x="129" y="399"/>
                    </a:cubicBezTo>
                    <a:cubicBezTo>
                      <a:pt x="131" y="401"/>
                      <a:pt x="130" y="403"/>
                      <a:pt x="128" y="405"/>
                    </a:cubicBezTo>
                    <a:cubicBezTo>
                      <a:pt x="126" y="407"/>
                      <a:pt x="125" y="410"/>
                      <a:pt x="125" y="412"/>
                    </a:cubicBezTo>
                    <a:cubicBezTo>
                      <a:pt x="133" y="416"/>
                      <a:pt x="143" y="413"/>
                      <a:pt x="153" y="402"/>
                    </a:cubicBezTo>
                    <a:close/>
                    <a:moveTo>
                      <a:pt x="205" y="410"/>
                    </a:moveTo>
                    <a:cubicBezTo>
                      <a:pt x="178" y="449"/>
                      <a:pt x="178" y="449"/>
                      <a:pt x="178" y="449"/>
                    </a:cubicBezTo>
                    <a:cubicBezTo>
                      <a:pt x="177" y="451"/>
                      <a:pt x="176" y="453"/>
                      <a:pt x="177" y="454"/>
                    </a:cubicBezTo>
                    <a:cubicBezTo>
                      <a:pt x="178" y="455"/>
                      <a:pt x="179" y="456"/>
                      <a:pt x="178" y="457"/>
                    </a:cubicBezTo>
                    <a:cubicBezTo>
                      <a:pt x="177" y="459"/>
                      <a:pt x="175" y="459"/>
                      <a:pt x="173" y="457"/>
                    </a:cubicBezTo>
                    <a:cubicBezTo>
                      <a:pt x="161" y="449"/>
                      <a:pt x="161" y="449"/>
                      <a:pt x="161" y="449"/>
                    </a:cubicBezTo>
                    <a:cubicBezTo>
                      <a:pt x="158" y="447"/>
                      <a:pt x="158" y="445"/>
                      <a:pt x="159" y="444"/>
                    </a:cubicBezTo>
                    <a:cubicBezTo>
                      <a:pt x="159" y="443"/>
                      <a:pt x="160" y="443"/>
                      <a:pt x="162" y="443"/>
                    </a:cubicBezTo>
                    <a:cubicBezTo>
                      <a:pt x="164" y="444"/>
                      <a:pt x="166" y="443"/>
                      <a:pt x="167" y="442"/>
                    </a:cubicBezTo>
                    <a:cubicBezTo>
                      <a:pt x="194" y="403"/>
                      <a:pt x="194" y="403"/>
                      <a:pt x="194" y="403"/>
                    </a:cubicBezTo>
                    <a:cubicBezTo>
                      <a:pt x="195" y="401"/>
                      <a:pt x="195" y="400"/>
                      <a:pt x="193" y="398"/>
                    </a:cubicBezTo>
                    <a:cubicBezTo>
                      <a:pt x="192" y="397"/>
                      <a:pt x="192" y="395"/>
                      <a:pt x="193" y="394"/>
                    </a:cubicBezTo>
                    <a:cubicBezTo>
                      <a:pt x="194" y="393"/>
                      <a:pt x="196" y="393"/>
                      <a:pt x="198" y="395"/>
                    </a:cubicBezTo>
                    <a:cubicBezTo>
                      <a:pt x="210" y="403"/>
                      <a:pt x="210" y="403"/>
                      <a:pt x="210" y="403"/>
                    </a:cubicBezTo>
                    <a:cubicBezTo>
                      <a:pt x="213" y="405"/>
                      <a:pt x="213" y="407"/>
                      <a:pt x="212" y="408"/>
                    </a:cubicBezTo>
                    <a:cubicBezTo>
                      <a:pt x="212" y="409"/>
                      <a:pt x="210" y="409"/>
                      <a:pt x="209" y="409"/>
                    </a:cubicBezTo>
                    <a:cubicBezTo>
                      <a:pt x="207" y="409"/>
                      <a:pt x="206" y="409"/>
                      <a:pt x="205" y="410"/>
                    </a:cubicBezTo>
                    <a:close/>
                    <a:moveTo>
                      <a:pt x="206" y="476"/>
                    </a:moveTo>
                    <a:cubicBezTo>
                      <a:pt x="196" y="471"/>
                      <a:pt x="196" y="471"/>
                      <a:pt x="196" y="471"/>
                    </a:cubicBezTo>
                    <a:cubicBezTo>
                      <a:pt x="193" y="470"/>
                      <a:pt x="192" y="469"/>
                      <a:pt x="193" y="467"/>
                    </a:cubicBezTo>
                    <a:cubicBezTo>
                      <a:pt x="193" y="466"/>
                      <a:pt x="195" y="466"/>
                      <a:pt x="197" y="466"/>
                    </a:cubicBezTo>
                    <a:cubicBezTo>
                      <a:pt x="199" y="466"/>
                      <a:pt x="201" y="466"/>
                      <a:pt x="202" y="464"/>
                    </a:cubicBezTo>
                    <a:cubicBezTo>
                      <a:pt x="221" y="420"/>
                      <a:pt x="221" y="420"/>
                      <a:pt x="221" y="420"/>
                    </a:cubicBezTo>
                    <a:cubicBezTo>
                      <a:pt x="222" y="419"/>
                      <a:pt x="221" y="418"/>
                      <a:pt x="219" y="416"/>
                    </a:cubicBezTo>
                    <a:cubicBezTo>
                      <a:pt x="217" y="414"/>
                      <a:pt x="217" y="413"/>
                      <a:pt x="217" y="412"/>
                    </a:cubicBezTo>
                    <a:cubicBezTo>
                      <a:pt x="218" y="410"/>
                      <a:pt x="219" y="410"/>
                      <a:pt x="221" y="411"/>
                    </a:cubicBezTo>
                    <a:cubicBezTo>
                      <a:pt x="233" y="416"/>
                      <a:pt x="233" y="416"/>
                      <a:pt x="233" y="416"/>
                    </a:cubicBezTo>
                    <a:cubicBezTo>
                      <a:pt x="236" y="412"/>
                      <a:pt x="241" y="430"/>
                      <a:pt x="248" y="470"/>
                    </a:cubicBezTo>
                    <a:cubicBezTo>
                      <a:pt x="262" y="438"/>
                      <a:pt x="262" y="438"/>
                      <a:pt x="262" y="438"/>
                    </a:cubicBezTo>
                    <a:cubicBezTo>
                      <a:pt x="263" y="437"/>
                      <a:pt x="262" y="436"/>
                      <a:pt x="261" y="434"/>
                    </a:cubicBezTo>
                    <a:cubicBezTo>
                      <a:pt x="259" y="433"/>
                      <a:pt x="259" y="432"/>
                      <a:pt x="260" y="430"/>
                    </a:cubicBezTo>
                    <a:cubicBezTo>
                      <a:pt x="260" y="429"/>
                      <a:pt x="262" y="429"/>
                      <a:pt x="265" y="430"/>
                    </a:cubicBezTo>
                    <a:cubicBezTo>
                      <a:pt x="273" y="434"/>
                      <a:pt x="273" y="434"/>
                      <a:pt x="273" y="434"/>
                    </a:cubicBezTo>
                    <a:cubicBezTo>
                      <a:pt x="275" y="435"/>
                      <a:pt x="276" y="436"/>
                      <a:pt x="275" y="437"/>
                    </a:cubicBezTo>
                    <a:cubicBezTo>
                      <a:pt x="275" y="439"/>
                      <a:pt x="274" y="439"/>
                      <a:pt x="272" y="439"/>
                    </a:cubicBezTo>
                    <a:cubicBezTo>
                      <a:pt x="270" y="439"/>
                      <a:pt x="269" y="440"/>
                      <a:pt x="268" y="441"/>
                    </a:cubicBezTo>
                    <a:cubicBezTo>
                      <a:pt x="247" y="489"/>
                      <a:pt x="247" y="489"/>
                      <a:pt x="247" y="489"/>
                    </a:cubicBezTo>
                    <a:cubicBezTo>
                      <a:pt x="245" y="492"/>
                      <a:pt x="244" y="493"/>
                      <a:pt x="241" y="492"/>
                    </a:cubicBezTo>
                    <a:cubicBezTo>
                      <a:pt x="240" y="491"/>
                      <a:pt x="238" y="490"/>
                      <a:pt x="238" y="489"/>
                    </a:cubicBezTo>
                    <a:cubicBezTo>
                      <a:pt x="226" y="428"/>
                      <a:pt x="226" y="428"/>
                      <a:pt x="226" y="428"/>
                    </a:cubicBezTo>
                    <a:cubicBezTo>
                      <a:pt x="225" y="428"/>
                      <a:pt x="225" y="428"/>
                      <a:pt x="225" y="428"/>
                    </a:cubicBezTo>
                    <a:cubicBezTo>
                      <a:pt x="208" y="467"/>
                      <a:pt x="208" y="467"/>
                      <a:pt x="208" y="467"/>
                    </a:cubicBezTo>
                    <a:cubicBezTo>
                      <a:pt x="207" y="468"/>
                      <a:pt x="207" y="470"/>
                      <a:pt x="209" y="472"/>
                    </a:cubicBezTo>
                    <a:cubicBezTo>
                      <a:pt x="211" y="473"/>
                      <a:pt x="211" y="474"/>
                      <a:pt x="211" y="475"/>
                    </a:cubicBezTo>
                    <a:cubicBezTo>
                      <a:pt x="210" y="477"/>
                      <a:pt x="209" y="477"/>
                      <a:pt x="206" y="476"/>
                    </a:cubicBezTo>
                    <a:close/>
                    <a:moveTo>
                      <a:pt x="316" y="476"/>
                    </a:moveTo>
                    <a:cubicBezTo>
                      <a:pt x="332" y="479"/>
                      <a:pt x="332" y="479"/>
                      <a:pt x="332" y="479"/>
                    </a:cubicBezTo>
                    <a:cubicBezTo>
                      <a:pt x="336" y="480"/>
                      <a:pt x="337" y="481"/>
                      <a:pt x="337" y="483"/>
                    </a:cubicBezTo>
                    <a:cubicBezTo>
                      <a:pt x="337" y="484"/>
                      <a:pt x="336" y="485"/>
                      <a:pt x="335" y="489"/>
                    </a:cubicBezTo>
                    <a:cubicBezTo>
                      <a:pt x="334" y="492"/>
                      <a:pt x="333" y="494"/>
                      <a:pt x="334" y="494"/>
                    </a:cubicBezTo>
                    <a:cubicBezTo>
                      <a:pt x="333" y="496"/>
                      <a:pt x="333" y="499"/>
                      <a:pt x="332" y="502"/>
                    </a:cubicBezTo>
                    <a:cubicBezTo>
                      <a:pt x="332" y="504"/>
                      <a:pt x="332" y="504"/>
                      <a:pt x="332" y="505"/>
                    </a:cubicBezTo>
                    <a:cubicBezTo>
                      <a:pt x="326" y="510"/>
                      <a:pt x="316" y="512"/>
                      <a:pt x="302" y="508"/>
                    </a:cubicBezTo>
                    <a:cubicBezTo>
                      <a:pt x="280" y="503"/>
                      <a:pt x="270" y="488"/>
                      <a:pt x="275" y="468"/>
                    </a:cubicBezTo>
                    <a:cubicBezTo>
                      <a:pt x="280" y="447"/>
                      <a:pt x="296" y="438"/>
                      <a:pt x="318" y="442"/>
                    </a:cubicBezTo>
                    <a:cubicBezTo>
                      <a:pt x="333" y="445"/>
                      <a:pt x="341" y="452"/>
                      <a:pt x="340" y="457"/>
                    </a:cubicBezTo>
                    <a:cubicBezTo>
                      <a:pt x="338" y="464"/>
                      <a:pt x="338" y="464"/>
                      <a:pt x="338" y="464"/>
                    </a:cubicBezTo>
                    <a:cubicBezTo>
                      <a:pt x="338" y="467"/>
                      <a:pt x="337" y="467"/>
                      <a:pt x="335" y="467"/>
                    </a:cubicBezTo>
                    <a:cubicBezTo>
                      <a:pt x="333" y="467"/>
                      <a:pt x="333" y="466"/>
                      <a:pt x="333" y="464"/>
                    </a:cubicBezTo>
                    <a:cubicBezTo>
                      <a:pt x="331" y="455"/>
                      <a:pt x="326" y="450"/>
                      <a:pt x="318" y="448"/>
                    </a:cubicBezTo>
                    <a:cubicBezTo>
                      <a:pt x="304" y="446"/>
                      <a:pt x="293" y="454"/>
                      <a:pt x="289" y="471"/>
                    </a:cubicBezTo>
                    <a:cubicBezTo>
                      <a:pt x="285" y="488"/>
                      <a:pt x="291" y="500"/>
                      <a:pt x="304" y="503"/>
                    </a:cubicBezTo>
                    <a:cubicBezTo>
                      <a:pt x="313" y="506"/>
                      <a:pt x="319" y="502"/>
                      <a:pt x="321" y="493"/>
                    </a:cubicBezTo>
                    <a:cubicBezTo>
                      <a:pt x="322" y="488"/>
                      <a:pt x="322" y="488"/>
                      <a:pt x="322" y="488"/>
                    </a:cubicBezTo>
                    <a:cubicBezTo>
                      <a:pt x="323" y="485"/>
                      <a:pt x="321" y="483"/>
                      <a:pt x="317" y="482"/>
                    </a:cubicBezTo>
                    <a:cubicBezTo>
                      <a:pt x="311" y="481"/>
                      <a:pt x="309" y="480"/>
                      <a:pt x="310" y="477"/>
                    </a:cubicBezTo>
                    <a:cubicBezTo>
                      <a:pt x="311" y="475"/>
                      <a:pt x="312" y="475"/>
                      <a:pt x="316" y="476"/>
                    </a:cubicBezTo>
                    <a:close/>
                    <a:moveTo>
                      <a:pt x="408" y="450"/>
                    </a:moveTo>
                    <a:cubicBezTo>
                      <a:pt x="423" y="447"/>
                      <a:pt x="423" y="447"/>
                      <a:pt x="423" y="447"/>
                    </a:cubicBezTo>
                    <a:cubicBezTo>
                      <a:pt x="425" y="446"/>
                      <a:pt x="427" y="447"/>
                      <a:pt x="427" y="448"/>
                    </a:cubicBezTo>
                    <a:cubicBezTo>
                      <a:pt x="428" y="450"/>
                      <a:pt x="427" y="451"/>
                      <a:pt x="425" y="452"/>
                    </a:cubicBezTo>
                    <a:cubicBezTo>
                      <a:pt x="424" y="453"/>
                      <a:pt x="423" y="453"/>
                      <a:pt x="423" y="454"/>
                    </a:cubicBezTo>
                    <a:cubicBezTo>
                      <a:pt x="425" y="467"/>
                      <a:pt x="427" y="477"/>
                      <a:pt x="429" y="486"/>
                    </a:cubicBezTo>
                    <a:cubicBezTo>
                      <a:pt x="433" y="500"/>
                      <a:pt x="440" y="506"/>
                      <a:pt x="452" y="502"/>
                    </a:cubicBezTo>
                    <a:cubicBezTo>
                      <a:pt x="463" y="500"/>
                      <a:pt x="468" y="492"/>
                      <a:pt x="465" y="478"/>
                    </a:cubicBezTo>
                    <a:cubicBezTo>
                      <a:pt x="463" y="474"/>
                      <a:pt x="462" y="469"/>
                      <a:pt x="460" y="461"/>
                    </a:cubicBezTo>
                    <a:cubicBezTo>
                      <a:pt x="457" y="454"/>
                      <a:pt x="456" y="450"/>
                      <a:pt x="455" y="448"/>
                    </a:cubicBezTo>
                    <a:cubicBezTo>
                      <a:pt x="454" y="447"/>
                      <a:pt x="453" y="446"/>
                      <a:pt x="451" y="446"/>
                    </a:cubicBezTo>
                    <a:cubicBezTo>
                      <a:pt x="449" y="445"/>
                      <a:pt x="448" y="444"/>
                      <a:pt x="447" y="443"/>
                    </a:cubicBezTo>
                    <a:cubicBezTo>
                      <a:pt x="447" y="442"/>
                      <a:pt x="448" y="441"/>
                      <a:pt x="449" y="440"/>
                    </a:cubicBezTo>
                    <a:cubicBezTo>
                      <a:pt x="463" y="437"/>
                      <a:pt x="463" y="437"/>
                      <a:pt x="463" y="437"/>
                    </a:cubicBezTo>
                    <a:cubicBezTo>
                      <a:pt x="464" y="437"/>
                      <a:pt x="466" y="437"/>
                      <a:pt x="466" y="439"/>
                    </a:cubicBezTo>
                    <a:cubicBezTo>
                      <a:pt x="466" y="439"/>
                      <a:pt x="466" y="440"/>
                      <a:pt x="464" y="441"/>
                    </a:cubicBezTo>
                    <a:cubicBezTo>
                      <a:pt x="463" y="443"/>
                      <a:pt x="462" y="444"/>
                      <a:pt x="463" y="446"/>
                    </a:cubicBezTo>
                    <a:cubicBezTo>
                      <a:pt x="463" y="447"/>
                      <a:pt x="463" y="448"/>
                      <a:pt x="464" y="451"/>
                    </a:cubicBezTo>
                    <a:cubicBezTo>
                      <a:pt x="466" y="457"/>
                      <a:pt x="469" y="465"/>
                      <a:pt x="471" y="474"/>
                    </a:cubicBezTo>
                    <a:cubicBezTo>
                      <a:pt x="476" y="492"/>
                      <a:pt x="469" y="504"/>
                      <a:pt x="450" y="508"/>
                    </a:cubicBezTo>
                    <a:cubicBezTo>
                      <a:pt x="432" y="512"/>
                      <a:pt x="421" y="507"/>
                      <a:pt x="416" y="491"/>
                    </a:cubicBezTo>
                    <a:cubicBezTo>
                      <a:pt x="415" y="486"/>
                      <a:pt x="414" y="480"/>
                      <a:pt x="413" y="473"/>
                    </a:cubicBezTo>
                    <a:cubicBezTo>
                      <a:pt x="412" y="466"/>
                      <a:pt x="411" y="461"/>
                      <a:pt x="411" y="458"/>
                    </a:cubicBezTo>
                    <a:cubicBezTo>
                      <a:pt x="410" y="457"/>
                      <a:pt x="409" y="456"/>
                      <a:pt x="407" y="456"/>
                    </a:cubicBezTo>
                    <a:cubicBezTo>
                      <a:pt x="405" y="456"/>
                      <a:pt x="405" y="455"/>
                      <a:pt x="405" y="454"/>
                    </a:cubicBezTo>
                    <a:cubicBezTo>
                      <a:pt x="404" y="452"/>
                      <a:pt x="405" y="451"/>
                      <a:pt x="408" y="450"/>
                    </a:cubicBezTo>
                    <a:close/>
                    <a:moveTo>
                      <a:pt x="513" y="488"/>
                    </a:moveTo>
                    <a:cubicBezTo>
                      <a:pt x="503" y="493"/>
                      <a:pt x="503" y="493"/>
                      <a:pt x="503" y="493"/>
                    </a:cubicBezTo>
                    <a:cubicBezTo>
                      <a:pt x="500" y="495"/>
                      <a:pt x="498" y="494"/>
                      <a:pt x="497" y="493"/>
                    </a:cubicBezTo>
                    <a:cubicBezTo>
                      <a:pt x="497" y="491"/>
                      <a:pt x="497" y="490"/>
                      <a:pt x="499" y="489"/>
                    </a:cubicBezTo>
                    <a:cubicBezTo>
                      <a:pt x="501" y="487"/>
                      <a:pt x="502" y="486"/>
                      <a:pt x="501" y="484"/>
                    </a:cubicBezTo>
                    <a:cubicBezTo>
                      <a:pt x="481" y="441"/>
                      <a:pt x="481" y="441"/>
                      <a:pt x="481" y="441"/>
                    </a:cubicBezTo>
                    <a:cubicBezTo>
                      <a:pt x="480" y="439"/>
                      <a:pt x="479" y="439"/>
                      <a:pt x="476" y="439"/>
                    </a:cubicBezTo>
                    <a:cubicBezTo>
                      <a:pt x="474" y="440"/>
                      <a:pt x="472" y="439"/>
                      <a:pt x="472" y="438"/>
                    </a:cubicBezTo>
                    <a:cubicBezTo>
                      <a:pt x="471" y="436"/>
                      <a:pt x="472" y="435"/>
                      <a:pt x="474" y="434"/>
                    </a:cubicBezTo>
                    <a:cubicBezTo>
                      <a:pt x="486" y="429"/>
                      <a:pt x="486" y="429"/>
                      <a:pt x="486" y="429"/>
                    </a:cubicBezTo>
                    <a:cubicBezTo>
                      <a:pt x="484" y="424"/>
                      <a:pt x="501" y="432"/>
                      <a:pt x="536" y="454"/>
                    </a:cubicBezTo>
                    <a:cubicBezTo>
                      <a:pt x="521" y="422"/>
                      <a:pt x="521" y="422"/>
                      <a:pt x="521" y="422"/>
                    </a:cubicBezTo>
                    <a:cubicBezTo>
                      <a:pt x="521" y="420"/>
                      <a:pt x="519" y="420"/>
                      <a:pt x="517" y="420"/>
                    </a:cubicBezTo>
                    <a:cubicBezTo>
                      <a:pt x="516" y="420"/>
                      <a:pt x="514" y="419"/>
                      <a:pt x="514" y="418"/>
                    </a:cubicBezTo>
                    <a:cubicBezTo>
                      <a:pt x="513" y="417"/>
                      <a:pt x="514" y="416"/>
                      <a:pt x="517" y="414"/>
                    </a:cubicBezTo>
                    <a:cubicBezTo>
                      <a:pt x="525" y="410"/>
                      <a:pt x="525" y="410"/>
                      <a:pt x="525" y="410"/>
                    </a:cubicBezTo>
                    <a:cubicBezTo>
                      <a:pt x="527" y="409"/>
                      <a:pt x="529" y="409"/>
                      <a:pt x="529" y="411"/>
                    </a:cubicBezTo>
                    <a:cubicBezTo>
                      <a:pt x="530" y="412"/>
                      <a:pt x="530" y="414"/>
                      <a:pt x="528" y="415"/>
                    </a:cubicBezTo>
                    <a:cubicBezTo>
                      <a:pt x="527" y="416"/>
                      <a:pt x="527" y="418"/>
                      <a:pt x="527" y="419"/>
                    </a:cubicBezTo>
                    <a:cubicBezTo>
                      <a:pt x="549" y="466"/>
                      <a:pt x="549" y="466"/>
                      <a:pt x="549" y="466"/>
                    </a:cubicBezTo>
                    <a:cubicBezTo>
                      <a:pt x="551" y="469"/>
                      <a:pt x="551" y="472"/>
                      <a:pt x="548" y="472"/>
                    </a:cubicBezTo>
                    <a:cubicBezTo>
                      <a:pt x="546" y="473"/>
                      <a:pt x="545" y="474"/>
                      <a:pt x="544" y="473"/>
                    </a:cubicBezTo>
                    <a:cubicBezTo>
                      <a:pt x="489" y="442"/>
                      <a:pt x="489" y="442"/>
                      <a:pt x="489" y="442"/>
                    </a:cubicBezTo>
                    <a:cubicBezTo>
                      <a:pt x="489" y="442"/>
                      <a:pt x="489" y="442"/>
                      <a:pt x="489" y="442"/>
                    </a:cubicBezTo>
                    <a:cubicBezTo>
                      <a:pt x="507" y="481"/>
                      <a:pt x="507" y="481"/>
                      <a:pt x="507" y="481"/>
                    </a:cubicBezTo>
                    <a:cubicBezTo>
                      <a:pt x="508" y="483"/>
                      <a:pt x="509" y="484"/>
                      <a:pt x="512" y="483"/>
                    </a:cubicBezTo>
                    <a:cubicBezTo>
                      <a:pt x="514" y="483"/>
                      <a:pt x="515" y="483"/>
                      <a:pt x="515" y="484"/>
                    </a:cubicBezTo>
                    <a:cubicBezTo>
                      <a:pt x="516" y="486"/>
                      <a:pt x="515" y="487"/>
                      <a:pt x="513" y="488"/>
                    </a:cubicBezTo>
                    <a:close/>
                    <a:moveTo>
                      <a:pt x="553" y="402"/>
                    </a:moveTo>
                    <a:cubicBezTo>
                      <a:pt x="581" y="440"/>
                      <a:pt x="581" y="440"/>
                      <a:pt x="581" y="440"/>
                    </a:cubicBezTo>
                    <a:cubicBezTo>
                      <a:pt x="582" y="442"/>
                      <a:pt x="584" y="443"/>
                      <a:pt x="585" y="442"/>
                    </a:cubicBezTo>
                    <a:cubicBezTo>
                      <a:pt x="587" y="442"/>
                      <a:pt x="588" y="442"/>
                      <a:pt x="589" y="443"/>
                    </a:cubicBezTo>
                    <a:cubicBezTo>
                      <a:pt x="590" y="444"/>
                      <a:pt x="589" y="446"/>
                      <a:pt x="587" y="447"/>
                    </a:cubicBezTo>
                    <a:cubicBezTo>
                      <a:pt x="575" y="456"/>
                      <a:pt x="575" y="456"/>
                      <a:pt x="575" y="456"/>
                    </a:cubicBezTo>
                    <a:cubicBezTo>
                      <a:pt x="572" y="458"/>
                      <a:pt x="571" y="458"/>
                      <a:pt x="570" y="456"/>
                    </a:cubicBezTo>
                    <a:cubicBezTo>
                      <a:pt x="569" y="456"/>
                      <a:pt x="569" y="454"/>
                      <a:pt x="570" y="453"/>
                    </a:cubicBezTo>
                    <a:cubicBezTo>
                      <a:pt x="571" y="451"/>
                      <a:pt x="571" y="450"/>
                      <a:pt x="570" y="448"/>
                    </a:cubicBezTo>
                    <a:cubicBezTo>
                      <a:pt x="542" y="410"/>
                      <a:pt x="542" y="410"/>
                      <a:pt x="542" y="410"/>
                    </a:cubicBezTo>
                    <a:cubicBezTo>
                      <a:pt x="541" y="408"/>
                      <a:pt x="540" y="408"/>
                      <a:pt x="538" y="409"/>
                    </a:cubicBezTo>
                    <a:cubicBezTo>
                      <a:pt x="536" y="409"/>
                      <a:pt x="535" y="409"/>
                      <a:pt x="534" y="408"/>
                    </a:cubicBezTo>
                    <a:cubicBezTo>
                      <a:pt x="533" y="406"/>
                      <a:pt x="534" y="405"/>
                      <a:pt x="536" y="403"/>
                    </a:cubicBezTo>
                    <a:cubicBezTo>
                      <a:pt x="548" y="394"/>
                      <a:pt x="548" y="394"/>
                      <a:pt x="548" y="394"/>
                    </a:cubicBezTo>
                    <a:cubicBezTo>
                      <a:pt x="551" y="393"/>
                      <a:pt x="552" y="392"/>
                      <a:pt x="553" y="394"/>
                    </a:cubicBezTo>
                    <a:cubicBezTo>
                      <a:pt x="554" y="395"/>
                      <a:pt x="554" y="396"/>
                      <a:pt x="553" y="398"/>
                    </a:cubicBezTo>
                    <a:cubicBezTo>
                      <a:pt x="552" y="399"/>
                      <a:pt x="552" y="401"/>
                      <a:pt x="553" y="402"/>
                    </a:cubicBezTo>
                    <a:close/>
                    <a:moveTo>
                      <a:pt x="594" y="355"/>
                    </a:moveTo>
                    <a:cubicBezTo>
                      <a:pt x="603" y="347"/>
                      <a:pt x="603" y="347"/>
                      <a:pt x="603" y="347"/>
                    </a:cubicBezTo>
                    <a:cubicBezTo>
                      <a:pt x="605" y="345"/>
                      <a:pt x="606" y="345"/>
                      <a:pt x="607" y="346"/>
                    </a:cubicBezTo>
                    <a:cubicBezTo>
                      <a:pt x="608" y="347"/>
                      <a:pt x="608" y="348"/>
                      <a:pt x="608" y="349"/>
                    </a:cubicBezTo>
                    <a:cubicBezTo>
                      <a:pt x="608" y="351"/>
                      <a:pt x="608" y="353"/>
                      <a:pt x="609" y="355"/>
                    </a:cubicBezTo>
                    <a:cubicBezTo>
                      <a:pt x="609" y="356"/>
                      <a:pt x="610" y="356"/>
                      <a:pt x="610" y="358"/>
                    </a:cubicBezTo>
                    <a:cubicBezTo>
                      <a:pt x="621" y="377"/>
                      <a:pt x="628" y="393"/>
                      <a:pt x="631" y="407"/>
                    </a:cubicBezTo>
                    <a:cubicBezTo>
                      <a:pt x="631" y="410"/>
                      <a:pt x="630" y="413"/>
                      <a:pt x="628" y="415"/>
                    </a:cubicBezTo>
                    <a:cubicBezTo>
                      <a:pt x="625" y="417"/>
                      <a:pt x="623" y="418"/>
                      <a:pt x="621" y="418"/>
                    </a:cubicBezTo>
                    <a:cubicBezTo>
                      <a:pt x="606" y="414"/>
                      <a:pt x="589" y="406"/>
                      <a:pt x="570" y="395"/>
                    </a:cubicBezTo>
                    <a:cubicBezTo>
                      <a:pt x="567" y="393"/>
                      <a:pt x="565" y="393"/>
                      <a:pt x="563" y="393"/>
                    </a:cubicBezTo>
                    <a:cubicBezTo>
                      <a:pt x="562" y="393"/>
                      <a:pt x="561" y="392"/>
                      <a:pt x="560" y="391"/>
                    </a:cubicBezTo>
                    <a:cubicBezTo>
                      <a:pt x="559" y="390"/>
                      <a:pt x="559" y="389"/>
                      <a:pt x="561" y="387"/>
                    </a:cubicBezTo>
                    <a:cubicBezTo>
                      <a:pt x="573" y="376"/>
                      <a:pt x="573" y="376"/>
                      <a:pt x="573" y="376"/>
                    </a:cubicBezTo>
                    <a:cubicBezTo>
                      <a:pt x="574" y="374"/>
                      <a:pt x="576" y="374"/>
                      <a:pt x="577" y="375"/>
                    </a:cubicBezTo>
                    <a:cubicBezTo>
                      <a:pt x="578" y="376"/>
                      <a:pt x="578" y="377"/>
                      <a:pt x="578" y="378"/>
                    </a:cubicBezTo>
                    <a:cubicBezTo>
                      <a:pt x="577" y="380"/>
                      <a:pt x="577" y="382"/>
                      <a:pt x="579" y="384"/>
                    </a:cubicBezTo>
                    <a:cubicBezTo>
                      <a:pt x="588" y="391"/>
                      <a:pt x="603" y="398"/>
                      <a:pt x="623" y="404"/>
                    </a:cubicBezTo>
                    <a:cubicBezTo>
                      <a:pt x="617" y="384"/>
                      <a:pt x="610" y="369"/>
                      <a:pt x="602" y="360"/>
                    </a:cubicBezTo>
                    <a:cubicBezTo>
                      <a:pt x="601" y="359"/>
                      <a:pt x="599" y="358"/>
                      <a:pt x="597" y="360"/>
                    </a:cubicBezTo>
                    <a:cubicBezTo>
                      <a:pt x="596" y="360"/>
                      <a:pt x="594" y="360"/>
                      <a:pt x="593" y="359"/>
                    </a:cubicBezTo>
                    <a:cubicBezTo>
                      <a:pt x="592" y="358"/>
                      <a:pt x="593" y="357"/>
                      <a:pt x="594" y="355"/>
                    </a:cubicBezTo>
                    <a:close/>
                    <a:moveTo>
                      <a:pt x="687" y="340"/>
                    </a:moveTo>
                    <a:cubicBezTo>
                      <a:pt x="663" y="376"/>
                      <a:pt x="663" y="376"/>
                      <a:pt x="663" y="376"/>
                    </a:cubicBezTo>
                    <a:cubicBezTo>
                      <a:pt x="661" y="378"/>
                      <a:pt x="659" y="379"/>
                      <a:pt x="658" y="378"/>
                    </a:cubicBezTo>
                    <a:cubicBezTo>
                      <a:pt x="657" y="377"/>
                      <a:pt x="657" y="376"/>
                      <a:pt x="657" y="374"/>
                    </a:cubicBezTo>
                    <a:cubicBezTo>
                      <a:pt x="658" y="372"/>
                      <a:pt x="657" y="371"/>
                      <a:pt x="656" y="370"/>
                    </a:cubicBezTo>
                    <a:cubicBezTo>
                      <a:pt x="616" y="343"/>
                      <a:pt x="616" y="343"/>
                      <a:pt x="616" y="343"/>
                    </a:cubicBezTo>
                    <a:cubicBezTo>
                      <a:pt x="615" y="342"/>
                      <a:pt x="614" y="342"/>
                      <a:pt x="612" y="343"/>
                    </a:cubicBezTo>
                    <a:cubicBezTo>
                      <a:pt x="611" y="344"/>
                      <a:pt x="610" y="344"/>
                      <a:pt x="609" y="343"/>
                    </a:cubicBezTo>
                    <a:cubicBezTo>
                      <a:pt x="607" y="342"/>
                      <a:pt x="607" y="341"/>
                      <a:pt x="609" y="338"/>
                    </a:cubicBezTo>
                    <a:cubicBezTo>
                      <a:pt x="632" y="304"/>
                      <a:pt x="632" y="304"/>
                      <a:pt x="632" y="304"/>
                    </a:cubicBezTo>
                    <a:cubicBezTo>
                      <a:pt x="634" y="301"/>
                      <a:pt x="638" y="301"/>
                      <a:pt x="643" y="305"/>
                    </a:cubicBezTo>
                    <a:cubicBezTo>
                      <a:pt x="645" y="306"/>
                      <a:pt x="645" y="307"/>
                      <a:pt x="644" y="308"/>
                    </a:cubicBezTo>
                    <a:cubicBezTo>
                      <a:pt x="644" y="309"/>
                      <a:pt x="643" y="309"/>
                      <a:pt x="642" y="309"/>
                    </a:cubicBezTo>
                    <a:cubicBezTo>
                      <a:pt x="641" y="310"/>
                      <a:pt x="639" y="310"/>
                      <a:pt x="638" y="311"/>
                    </a:cubicBezTo>
                    <a:cubicBezTo>
                      <a:pt x="636" y="311"/>
                      <a:pt x="635" y="312"/>
                      <a:pt x="633" y="314"/>
                    </a:cubicBezTo>
                    <a:cubicBezTo>
                      <a:pt x="632" y="315"/>
                      <a:pt x="630" y="318"/>
                      <a:pt x="628" y="321"/>
                    </a:cubicBezTo>
                    <a:cubicBezTo>
                      <a:pt x="622" y="328"/>
                      <a:pt x="622" y="332"/>
                      <a:pt x="627" y="334"/>
                    </a:cubicBezTo>
                    <a:cubicBezTo>
                      <a:pt x="639" y="342"/>
                      <a:pt x="639" y="342"/>
                      <a:pt x="639" y="342"/>
                    </a:cubicBezTo>
                    <a:cubicBezTo>
                      <a:pt x="648" y="329"/>
                      <a:pt x="648" y="329"/>
                      <a:pt x="648" y="329"/>
                    </a:cubicBezTo>
                    <a:cubicBezTo>
                      <a:pt x="649" y="328"/>
                      <a:pt x="650" y="326"/>
                      <a:pt x="650" y="324"/>
                    </a:cubicBezTo>
                    <a:cubicBezTo>
                      <a:pt x="650" y="322"/>
                      <a:pt x="650" y="322"/>
                      <a:pt x="650" y="321"/>
                    </a:cubicBezTo>
                    <a:cubicBezTo>
                      <a:pt x="651" y="320"/>
                      <a:pt x="653" y="320"/>
                      <a:pt x="656" y="322"/>
                    </a:cubicBezTo>
                    <a:cubicBezTo>
                      <a:pt x="661" y="325"/>
                      <a:pt x="662" y="327"/>
                      <a:pt x="660" y="328"/>
                    </a:cubicBezTo>
                    <a:cubicBezTo>
                      <a:pt x="660" y="329"/>
                      <a:pt x="659" y="329"/>
                      <a:pt x="658" y="329"/>
                    </a:cubicBezTo>
                    <a:cubicBezTo>
                      <a:pt x="656" y="330"/>
                      <a:pt x="654" y="331"/>
                      <a:pt x="653" y="333"/>
                    </a:cubicBezTo>
                    <a:cubicBezTo>
                      <a:pt x="644" y="345"/>
                      <a:pt x="644" y="345"/>
                      <a:pt x="644" y="345"/>
                    </a:cubicBezTo>
                    <a:cubicBezTo>
                      <a:pt x="657" y="355"/>
                      <a:pt x="657" y="355"/>
                      <a:pt x="657" y="355"/>
                    </a:cubicBezTo>
                    <a:cubicBezTo>
                      <a:pt x="664" y="360"/>
                      <a:pt x="668" y="361"/>
                      <a:pt x="669" y="356"/>
                    </a:cubicBezTo>
                    <a:cubicBezTo>
                      <a:pt x="677" y="345"/>
                      <a:pt x="680" y="338"/>
                      <a:pt x="679" y="335"/>
                    </a:cubicBezTo>
                    <a:cubicBezTo>
                      <a:pt x="678" y="332"/>
                      <a:pt x="678" y="330"/>
                      <a:pt x="678" y="329"/>
                    </a:cubicBezTo>
                    <a:cubicBezTo>
                      <a:pt x="679" y="328"/>
                      <a:pt x="681" y="328"/>
                      <a:pt x="682" y="329"/>
                    </a:cubicBezTo>
                    <a:cubicBezTo>
                      <a:pt x="688" y="333"/>
                      <a:pt x="690" y="337"/>
                      <a:pt x="687" y="340"/>
                    </a:cubicBezTo>
                    <a:close/>
                    <a:moveTo>
                      <a:pt x="707" y="303"/>
                    </a:moveTo>
                    <a:cubicBezTo>
                      <a:pt x="700" y="317"/>
                      <a:pt x="700" y="317"/>
                      <a:pt x="700" y="317"/>
                    </a:cubicBezTo>
                    <a:cubicBezTo>
                      <a:pt x="699" y="319"/>
                      <a:pt x="698" y="320"/>
                      <a:pt x="696" y="319"/>
                    </a:cubicBezTo>
                    <a:cubicBezTo>
                      <a:pt x="695" y="319"/>
                      <a:pt x="695" y="318"/>
                      <a:pt x="695" y="316"/>
                    </a:cubicBezTo>
                    <a:cubicBezTo>
                      <a:pt x="695" y="314"/>
                      <a:pt x="694" y="313"/>
                      <a:pt x="692" y="312"/>
                    </a:cubicBezTo>
                    <a:cubicBezTo>
                      <a:pt x="649" y="293"/>
                      <a:pt x="649" y="293"/>
                      <a:pt x="649" y="293"/>
                    </a:cubicBezTo>
                    <a:cubicBezTo>
                      <a:pt x="648" y="292"/>
                      <a:pt x="646" y="293"/>
                      <a:pt x="645" y="294"/>
                    </a:cubicBezTo>
                    <a:cubicBezTo>
                      <a:pt x="644" y="295"/>
                      <a:pt x="642" y="295"/>
                      <a:pt x="641" y="295"/>
                    </a:cubicBezTo>
                    <a:cubicBezTo>
                      <a:pt x="639" y="294"/>
                      <a:pt x="639" y="293"/>
                      <a:pt x="640" y="290"/>
                    </a:cubicBezTo>
                    <a:cubicBezTo>
                      <a:pt x="653" y="263"/>
                      <a:pt x="653" y="263"/>
                      <a:pt x="653" y="263"/>
                    </a:cubicBezTo>
                    <a:cubicBezTo>
                      <a:pt x="659" y="249"/>
                      <a:pt x="667" y="244"/>
                      <a:pt x="677" y="248"/>
                    </a:cubicBezTo>
                    <a:cubicBezTo>
                      <a:pt x="683" y="252"/>
                      <a:pt x="685" y="258"/>
                      <a:pt x="685" y="267"/>
                    </a:cubicBezTo>
                    <a:cubicBezTo>
                      <a:pt x="685" y="268"/>
                      <a:pt x="685" y="268"/>
                      <a:pt x="685" y="268"/>
                    </a:cubicBezTo>
                    <a:cubicBezTo>
                      <a:pt x="692" y="266"/>
                      <a:pt x="702" y="265"/>
                      <a:pt x="713" y="265"/>
                    </a:cubicBezTo>
                    <a:cubicBezTo>
                      <a:pt x="715" y="266"/>
                      <a:pt x="716" y="265"/>
                      <a:pt x="718" y="264"/>
                    </a:cubicBezTo>
                    <a:cubicBezTo>
                      <a:pt x="720" y="262"/>
                      <a:pt x="721" y="262"/>
                      <a:pt x="722" y="262"/>
                    </a:cubicBezTo>
                    <a:cubicBezTo>
                      <a:pt x="723" y="263"/>
                      <a:pt x="724" y="264"/>
                      <a:pt x="723" y="266"/>
                    </a:cubicBezTo>
                    <a:cubicBezTo>
                      <a:pt x="715" y="284"/>
                      <a:pt x="715" y="284"/>
                      <a:pt x="715" y="284"/>
                    </a:cubicBezTo>
                    <a:cubicBezTo>
                      <a:pt x="714" y="286"/>
                      <a:pt x="713" y="286"/>
                      <a:pt x="712" y="285"/>
                    </a:cubicBezTo>
                    <a:cubicBezTo>
                      <a:pt x="711" y="285"/>
                      <a:pt x="710" y="284"/>
                      <a:pt x="710" y="282"/>
                    </a:cubicBezTo>
                    <a:cubicBezTo>
                      <a:pt x="711" y="281"/>
                      <a:pt x="710" y="280"/>
                      <a:pt x="709" y="279"/>
                    </a:cubicBezTo>
                    <a:cubicBezTo>
                      <a:pt x="706" y="278"/>
                      <a:pt x="697" y="279"/>
                      <a:pt x="683" y="281"/>
                    </a:cubicBezTo>
                    <a:cubicBezTo>
                      <a:pt x="680" y="292"/>
                      <a:pt x="680" y="292"/>
                      <a:pt x="680" y="292"/>
                    </a:cubicBezTo>
                    <a:cubicBezTo>
                      <a:pt x="698" y="300"/>
                      <a:pt x="698" y="300"/>
                      <a:pt x="698" y="300"/>
                    </a:cubicBezTo>
                    <a:cubicBezTo>
                      <a:pt x="699" y="301"/>
                      <a:pt x="701" y="301"/>
                      <a:pt x="703" y="299"/>
                    </a:cubicBezTo>
                    <a:cubicBezTo>
                      <a:pt x="704" y="298"/>
                      <a:pt x="705" y="297"/>
                      <a:pt x="706" y="298"/>
                    </a:cubicBezTo>
                    <a:cubicBezTo>
                      <a:pt x="707" y="299"/>
                      <a:pt x="708" y="300"/>
                      <a:pt x="707" y="303"/>
                    </a:cubicBezTo>
                    <a:close/>
                    <a:moveTo>
                      <a:pt x="657" y="282"/>
                    </a:moveTo>
                    <a:cubicBezTo>
                      <a:pt x="675" y="290"/>
                      <a:pt x="675" y="290"/>
                      <a:pt x="675" y="290"/>
                    </a:cubicBezTo>
                    <a:cubicBezTo>
                      <a:pt x="680" y="274"/>
                      <a:pt x="679" y="265"/>
                      <a:pt x="671" y="262"/>
                    </a:cubicBezTo>
                    <a:cubicBezTo>
                      <a:pt x="665" y="259"/>
                      <a:pt x="659" y="262"/>
                      <a:pt x="655" y="272"/>
                    </a:cubicBezTo>
                    <a:cubicBezTo>
                      <a:pt x="653" y="277"/>
                      <a:pt x="653" y="281"/>
                      <a:pt x="657" y="282"/>
                    </a:cubicBezTo>
                    <a:close/>
                    <a:moveTo>
                      <a:pt x="683" y="239"/>
                    </a:moveTo>
                    <a:cubicBezTo>
                      <a:pt x="671" y="236"/>
                      <a:pt x="666" y="227"/>
                      <a:pt x="667" y="212"/>
                    </a:cubicBezTo>
                    <a:cubicBezTo>
                      <a:pt x="669" y="202"/>
                      <a:pt x="673" y="195"/>
                      <a:pt x="677" y="191"/>
                    </a:cubicBezTo>
                    <a:cubicBezTo>
                      <a:pt x="679" y="191"/>
                      <a:pt x="682" y="192"/>
                      <a:pt x="685" y="192"/>
                    </a:cubicBezTo>
                    <a:cubicBezTo>
                      <a:pt x="688" y="193"/>
                      <a:pt x="688" y="194"/>
                      <a:pt x="688" y="195"/>
                    </a:cubicBezTo>
                    <a:cubicBezTo>
                      <a:pt x="688" y="196"/>
                      <a:pt x="687" y="198"/>
                      <a:pt x="684" y="198"/>
                    </a:cubicBezTo>
                    <a:cubicBezTo>
                      <a:pt x="678" y="200"/>
                      <a:pt x="675" y="205"/>
                      <a:pt x="673" y="212"/>
                    </a:cubicBezTo>
                    <a:cubicBezTo>
                      <a:pt x="673" y="219"/>
                      <a:pt x="675" y="224"/>
                      <a:pt x="681" y="225"/>
                    </a:cubicBezTo>
                    <a:cubicBezTo>
                      <a:pt x="686" y="226"/>
                      <a:pt x="691" y="222"/>
                      <a:pt x="695" y="211"/>
                    </a:cubicBezTo>
                    <a:cubicBezTo>
                      <a:pt x="701" y="197"/>
                      <a:pt x="708" y="191"/>
                      <a:pt x="717" y="192"/>
                    </a:cubicBezTo>
                    <a:cubicBezTo>
                      <a:pt x="731" y="196"/>
                      <a:pt x="737" y="207"/>
                      <a:pt x="734" y="224"/>
                    </a:cubicBezTo>
                    <a:cubicBezTo>
                      <a:pt x="731" y="239"/>
                      <a:pt x="724" y="247"/>
                      <a:pt x="714" y="247"/>
                    </a:cubicBezTo>
                    <a:cubicBezTo>
                      <a:pt x="712" y="246"/>
                      <a:pt x="711" y="245"/>
                      <a:pt x="711" y="243"/>
                    </a:cubicBezTo>
                    <a:cubicBezTo>
                      <a:pt x="711" y="241"/>
                      <a:pt x="713" y="239"/>
                      <a:pt x="717" y="238"/>
                    </a:cubicBezTo>
                    <a:cubicBezTo>
                      <a:pt x="723" y="235"/>
                      <a:pt x="728" y="230"/>
                      <a:pt x="729" y="223"/>
                    </a:cubicBezTo>
                    <a:cubicBezTo>
                      <a:pt x="730" y="213"/>
                      <a:pt x="727" y="208"/>
                      <a:pt x="719" y="206"/>
                    </a:cubicBezTo>
                    <a:cubicBezTo>
                      <a:pt x="715" y="205"/>
                      <a:pt x="710" y="210"/>
                      <a:pt x="706" y="220"/>
                    </a:cubicBezTo>
                    <a:cubicBezTo>
                      <a:pt x="700" y="234"/>
                      <a:pt x="692" y="241"/>
                      <a:pt x="683" y="239"/>
                    </a:cubicBezTo>
                    <a:close/>
                    <a:moveTo>
                      <a:pt x="684" y="160"/>
                    </a:moveTo>
                    <a:cubicBezTo>
                      <a:pt x="731" y="160"/>
                      <a:pt x="731" y="160"/>
                      <a:pt x="731" y="160"/>
                    </a:cubicBezTo>
                    <a:cubicBezTo>
                      <a:pt x="733" y="160"/>
                      <a:pt x="735" y="160"/>
                      <a:pt x="735" y="158"/>
                    </a:cubicBezTo>
                    <a:cubicBezTo>
                      <a:pt x="736" y="156"/>
                      <a:pt x="737" y="156"/>
                      <a:pt x="738" y="156"/>
                    </a:cubicBezTo>
                    <a:cubicBezTo>
                      <a:pt x="740" y="156"/>
                      <a:pt x="741" y="157"/>
                      <a:pt x="741" y="160"/>
                    </a:cubicBezTo>
                    <a:cubicBezTo>
                      <a:pt x="740" y="175"/>
                      <a:pt x="740" y="175"/>
                      <a:pt x="740" y="175"/>
                    </a:cubicBezTo>
                    <a:cubicBezTo>
                      <a:pt x="740" y="178"/>
                      <a:pt x="739" y="179"/>
                      <a:pt x="737" y="179"/>
                    </a:cubicBezTo>
                    <a:cubicBezTo>
                      <a:pt x="736" y="179"/>
                      <a:pt x="735" y="178"/>
                      <a:pt x="735" y="177"/>
                    </a:cubicBezTo>
                    <a:cubicBezTo>
                      <a:pt x="734" y="175"/>
                      <a:pt x="733" y="174"/>
                      <a:pt x="731" y="174"/>
                    </a:cubicBezTo>
                    <a:cubicBezTo>
                      <a:pt x="683" y="173"/>
                      <a:pt x="683" y="173"/>
                      <a:pt x="683" y="173"/>
                    </a:cubicBezTo>
                    <a:cubicBezTo>
                      <a:pt x="682" y="173"/>
                      <a:pt x="681" y="174"/>
                      <a:pt x="680" y="176"/>
                    </a:cubicBezTo>
                    <a:cubicBezTo>
                      <a:pt x="679" y="178"/>
                      <a:pt x="678" y="178"/>
                      <a:pt x="677" y="178"/>
                    </a:cubicBezTo>
                    <a:cubicBezTo>
                      <a:pt x="675" y="178"/>
                      <a:pt x="675" y="177"/>
                      <a:pt x="675" y="174"/>
                    </a:cubicBezTo>
                    <a:cubicBezTo>
                      <a:pt x="675" y="159"/>
                      <a:pt x="675" y="159"/>
                      <a:pt x="675" y="159"/>
                    </a:cubicBezTo>
                    <a:cubicBezTo>
                      <a:pt x="675" y="156"/>
                      <a:pt x="676" y="155"/>
                      <a:pt x="677" y="155"/>
                    </a:cubicBezTo>
                    <a:cubicBezTo>
                      <a:pt x="679" y="155"/>
                      <a:pt x="680" y="155"/>
                      <a:pt x="681" y="157"/>
                    </a:cubicBezTo>
                    <a:cubicBezTo>
                      <a:pt x="681" y="159"/>
                      <a:pt x="682" y="160"/>
                      <a:pt x="684" y="160"/>
                    </a:cubicBezTo>
                    <a:close/>
                    <a:moveTo>
                      <a:pt x="682" y="111"/>
                    </a:moveTo>
                    <a:cubicBezTo>
                      <a:pt x="729" y="105"/>
                      <a:pt x="729" y="105"/>
                      <a:pt x="729" y="105"/>
                    </a:cubicBezTo>
                    <a:cubicBezTo>
                      <a:pt x="731" y="104"/>
                      <a:pt x="732" y="103"/>
                      <a:pt x="732" y="101"/>
                    </a:cubicBezTo>
                    <a:cubicBezTo>
                      <a:pt x="733" y="99"/>
                      <a:pt x="733" y="98"/>
                      <a:pt x="734" y="98"/>
                    </a:cubicBezTo>
                    <a:cubicBezTo>
                      <a:pt x="736" y="98"/>
                      <a:pt x="737" y="99"/>
                      <a:pt x="738" y="102"/>
                    </a:cubicBezTo>
                    <a:cubicBezTo>
                      <a:pt x="740" y="118"/>
                      <a:pt x="740" y="118"/>
                      <a:pt x="740" y="118"/>
                    </a:cubicBezTo>
                    <a:cubicBezTo>
                      <a:pt x="740" y="121"/>
                      <a:pt x="740" y="122"/>
                      <a:pt x="738" y="122"/>
                    </a:cubicBezTo>
                    <a:cubicBezTo>
                      <a:pt x="737" y="122"/>
                      <a:pt x="736" y="122"/>
                      <a:pt x="735" y="120"/>
                    </a:cubicBezTo>
                    <a:cubicBezTo>
                      <a:pt x="734" y="118"/>
                      <a:pt x="733" y="117"/>
                      <a:pt x="731" y="117"/>
                    </a:cubicBezTo>
                    <a:cubicBezTo>
                      <a:pt x="683" y="124"/>
                      <a:pt x="683" y="124"/>
                      <a:pt x="683" y="124"/>
                    </a:cubicBezTo>
                    <a:cubicBezTo>
                      <a:pt x="682" y="124"/>
                      <a:pt x="681" y="126"/>
                      <a:pt x="681" y="129"/>
                    </a:cubicBezTo>
                    <a:cubicBezTo>
                      <a:pt x="682" y="133"/>
                      <a:pt x="684" y="137"/>
                      <a:pt x="688" y="140"/>
                    </a:cubicBezTo>
                    <a:cubicBezTo>
                      <a:pt x="690" y="142"/>
                      <a:pt x="691" y="143"/>
                      <a:pt x="691" y="144"/>
                    </a:cubicBezTo>
                    <a:cubicBezTo>
                      <a:pt x="692" y="145"/>
                      <a:pt x="691" y="146"/>
                      <a:pt x="689" y="146"/>
                    </a:cubicBezTo>
                    <a:cubicBezTo>
                      <a:pt x="688" y="146"/>
                      <a:pt x="685" y="146"/>
                      <a:pt x="682" y="146"/>
                    </a:cubicBezTo>
                    <a:cubicBezTo>
                      <a:pt x="681" y="146"/>
                      <a:pt x="680" y="146"/>
                      <a:pt x="680" y="146"/>
                    </a:cubicBezTo>
                    <a:cubicBezTo>
                      <a:pt x="679" y="146"/>
                      <a:pt x="678" y="145"/>
                      <a:pt x="677" y="143"/>
                    </a:cubicBezTo>
                    <a:cubicBezTo>
                      <a:pt x="670" y="95"/>
                      <a:pt x="670" y="95"/>
                      <a:pt x="670" y="95"/>
                    </a:cubicBezTo>
                    <a:cubicBezTo>
                      <a:pt x="670" y="93"/>
                      <a:pt x="671" y="92"/>
                      <a:pt x="672" y="91"/>
                    </a:cubicBezTo>
                    <a:cubicBezTo>
                      <a:pt x="673" y="91"/>
                      <a:pt x="673" y="91"/>
                      <a:pt x="674" y="91"/>
                    </a:cubicBezTo>
                    <a:cubicBezTo>
                      <a:pt x="677" y="89"/>
                      <a:pt x="679" y="88"/>
                      <a:pt x="681" y="88"/>
                    </a:cubicBezTo>
                    <a:cubicBezTo>
                      <a:pt x="683" y="88"/>
                      <a:pt x="684" y="89"/>
                      <a:pt x="684" y="90"/>
                    </a:cubicBezTo>
                    <a:cubicBezTo>
                      <a:pt x="684" y="91"/>
                      <a:pt x="683" y="93"/>
                      <a:pt x="682" y="95"/>
                    </a:cubicBezTo>
                    <a:cubicBezTo>
                      <a:pt x="679" y="99"/>
                      <a:pt x="678" y="103"/>
                      <a:pt x="678" y="107"/>
                    </a:cubicBezTo>
                    <a:cubicBezTo>
                      <a:pt x="679" y="110"/>
                      <a:pt x="680" y="112"/>
                      <a:pt x="682" y="111"/>
                    </a:cubicBezTo>
                    <a:close/>
                    <a:moveTo>
                      <a:pt x="720" y="28"/>
                    </a:moveTo>
                    <a:cubicBezTo>
                      <a:pt x="725" y="43"/>
                      <a:pt x="725" y="43"/>
                      <a:pt x="725" y="43"/>
                    </a:cubicBezTo>
                    <a:cubicBezTo>
                      <a:pt x="726" y="45"/>
                      <a:pt x="725" y="47"/>
                      <a:pt x="723" y="47"/>
                    </a:cubicBezTo>
                    <a:cubicBezTo>
                      <a:pt x="722" y="48"/>
                      <a:pt x="721" y="47"/>
                      <a:pt x="720" y="46"/>
                    </a:cubicBezTo>
                    <a:cubicBezTo>
                      <a:pt x="719" y="44"/>
                      <a:pt x="717" y="44"/>
                      <a:pt x="716" y="45"/>
                    </a:cubicBezTo>
                    <a:cubicBezTo>
                      <a:pt x="700" y="50"/>
                      <a:pt x="700" y="50"/>
                      <a:pt x="700" y="50"/>
                    </a:cubicBezTo>
                    <a:cubicBezTo>
                      <a:pt x="695" y="59"/>
                      <a:pt x="688" y="69"/>
                      <a:pt x="676" y="81"/>
                    </a:cubicBezTo>
                    <a:cubicBezTo>
                      <a:pt x="676" y="82"/>
                      <a:pt x="676" y="83"/>
                      <a:pt x="676" y="85"/>
                    </a:cubicBezTo>
                    <a:cubicBezTo>
                      <a:pt x="676" y="86"/>
                      <a:pt x="675" y="87"/>
                      <a:pt x="673" y="88"/>
                    </a:cubicBezTo>
                    <a:cubicBezTo>
                      <a:pt x="672" y="88"/>
                      <a:pt x="671" y="88"/>
                      <a:pt x="670" y="87"/>
                    </a:cubicBezTo>
                    <a:cubicBezTo>
                      <a:pt x="664" y="68"/>
                      <a:pt x="664" y="68"/>
                      <a:pt x="664" y="68"/>
                    </a:cubicBezTo>
                    <a:cubicBezTo>
                      <a:pt x="664" y="66"/>
                      <a:pt x="664" y="65"/>
                      <a:pt x="665" y="64"/>
                    </a:cubicBezTo>
                    <a:cubicBezTo>
                      <a:pt x="667" y="64"/>
                      <a:pt x="668" y="64"/>
                      <a:pt x="670" y="66"/>
                    </a:cubicBezTo>
                    <a:cubicBezTo>
                      <a:pt x="670" y="67"/>
                      <a:pt x="670" y="67"/>
                      <a:pt x="671" y="67"/>
                    </a:cubicBezTo>
                    <a:cubicBezTo>
                      <a:pt x="675" y="64"/>
                      <a:pt x="681" y="56"/>
                      <a:pt x="690" y="43"/>
                    </a:cubicBezTo>
                    <a:cubicBezTo>
                      <a:pt x="674" y="39"/>
                      <a:pt x="665" y="37"/>
                      <a:pt x="662" y="37"/>
                    </a:cubicBezTo>
                    <a:cubicBezTo>
                      <a:pt x="661" y="38"/>
                      <a:pt x="660" y="39"/>
                      <a:pt x="660" y="41"/>
                    </a:cubicBezTo>
                    <a:cubicBezTo>
                      <a:pt x="660" y="43"/>
                      <a:pt x="660" y="44"/>
                      <a:pt x="658" y="44"/>
                    </a:cubicBezTo>
                    <a:cubicBezTo>
                      <a:pt x="657" y="45"/>
                      <a:pt x="656" y="44"/>
                      <a:pt x="655" y="42"/>
                    </a:cubicBezTo>
                    <a:cubicBezTo>
                      <a:pt x="651" y="29"/>
                      <a:pt x="651" y="29"/>
                      <a:pt x="651" y="29"/>
                    </a:cubicBezTo>
                    <a:cubicBezTo>
                      <a:pt x="650" y="28"/>
                      <a:pt x="650" y="27"/>
                      <a:pt x="652" y="26"/>
                    </a:cubicBezTo>
                    <a:cubicBezTo>
                      <a:pt x="653" y="26"/>
                      <a:pt x="654" y="26"/>
                      <a:pt x="655" y="27"/>
                    </a:cubicBezTo>
                    <a:cubicBezTo>
                      <a:pt x="656" y="28"/>
                      <a:pt x="658" y="29"/>
                      <a:pt x="660" y="29"/>
                    </a:cubicBezTo>
                    <a:cubicBezTo>
                      <a:pt x="667" y="30"/>
                      <a:pt x="677" y="33"/>
                      <a:pt x="691" y="37"/>
                    </a:cubicBezTo>
                    <a:cubicBezTo>
                      <a:pt x="692" y="37"/>
                      <a:pt x="693" y="38"/>
                      <a:pt x="694" y="38"/>
                    </a:cubicBezTo>
                    <a:cubicBezTo>
                      <a:pt x="711" y="32"/>
                      <a:pt x="711" y="32"/>
                      <a:pt x="711" y="32"/>
                    </a:cubicBezTo>
                    <a:cubicBezTo>
                      <a:pt x="713" y="31"/>
                      <a:pt x="714" y="30"/>
                      <a:pt x="714" y="28"/>
                    </a:cubicBezTo>
                    <a:cubicBezTo>
                      <a:pt x="714" y="27"/>
                      <a:pt x="715" y="26"/>
                      <a:pt x="716" y="25"/>
                    </a:cubicBezTo>
                    <a:cubicBezTo>
                      <a:pt x="717" y="25"/>
                      <a:pt x="719" y="26"/>
                      <a:pt x="720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iśḷíḋe"/>
              <p:cNvSpPr/>
              <p:nvPr/>
            </p:nvSpPr>
            <p:spPr bwMode="auto">
              <a:xfrm>
                <a:off x="3062288" y="3054351"/>
                <a:ext cx="204788" cy="217488"/>
              </a:xfrm>
              <a:custGeom>
                <a:avLst/>
                <a:gdLst>
                  <a:gd name="T0" fmla="*/ 38 w 62"/>
                  <a:gd name="T1" fmla="*/ 3 h 66"/>
                  <a:gd name="T2" fmla="*/ 50 w 62"/>
                  <a:gd name="T3" fmla="*/ 57 h 66"/>
                  <a:gd name="T4" fmla="*/ 14 w 62"/>
                  <a:gd name="T5" fmla="*/ 59 h 66"/>
                  <a:gd name="T6" fmla="*/ 10 w 62"/>
                  <a:gd name="T7" fmla="*/ 56 h 66"/>
                  <a:gd name="T8" fmla="*/ 9 w 62"/>
                  <a:gd name="T9" fmla="*/ 48 h 66"/>
                  <a:gd name="T10" fmla="*/ 22 w 62"/>
                  <a:gd name="T11" fmla="*/ 47 h 66"/>
                  <a:gd name="T12" fmla="*/ 29 w 62"/>
                  <a:gd name="T13" fmla="*/ 52 h 66"/>
                  <a:gd name="T14" fmla="*/ 37 w 62"/>
                  <a:gd name="T15" fmla="*/ 43 h 66"/>
                  <a:gd name="T16" fmla="*/ 36 w 62"/>
                  <a:gd name="T17" fmla="*/ 41 h 66"/>
                  <a:gd name="T18" fmla="*/ 30 w 62"/>
                  <a:gd name="T19" fmla="*/ 43 h 66"/>
                  <a:gd name="T20" fmla="*/ 10 w 62"/>
                  <a:gd name="T21" fmla="*/ 12 h 66"/>
                  <a:gd name="T22" fmla="*/ 38 w 62"/>
                  <a:gd name="T23" fmla="*/ 3 h 66"/>
                  <a:gd name="T24" fmla="*/ 27 w 62"/>
                  <a:gd name="T25" fmla="*/ 18 h 66"/>
                  <a:gd name="T26" fmla="*/ 33 w 62"/>
                  <a:gd name="T27" fmla="*/ 29 h 66"/>
                  <a:gd name="T28" fmla="*/ 37 w 62"/>
                  <a:gd name="T29" fmla="*/ 27 h 66"/>
                  <a:gd name="T30" fmla="*/ 37 w 62"/>
                  <a:gd name="T31" fmla="*/ 24 h 66"/>
                  <a:gd name="T32" fmla="*/ 34 w 62"/>
                  <a:gd name="T33" fmla="*/ 17 h 66"/>
                  <a:gd name="T34" fmla="*/ 27 w 62"/>
                  <a:gd name="T35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2" h="66">
                    <a:moveTo>
                      <a:pt x="38" y="3"/>
                    </a:moveTo>
                    <a:cubicBezTo>
                      <a:pt x="60" y="9"/>
                      <a:pt x="62" y="41"/>
                      <a:pt x="50" y="57"/>
                    </a:cubicBezTo>
                    <a:cubicBezTo>
                      <a:pt x="43" y="66"/>
                      <a:pt x="23" y="66"/>
                      <a:pt x="14" y="59"/>
                    </a:cubicBezTo>
                    <a:cubicBezTo>
                      <a:pt x="12" y="59"/>
                      <a:pt x="11" y="57"/>
                      <a:pt x="10" y="56"/>
                    </a:cubicBezTo>
                    <a:cubicBezTo>
                      <a:pt x="8" y="54"/>
                      <a:pt x="6" y="49"/>
                      <a:pt x="9" y="48"/>
                    </a:cubicBezTo>
                    <a:cubicBezTo>
                      <a:pt x="13" y="47"/>
                      <a:pt x="19" y="46"/>
                      <a:pt x="22" y="47"/>
                    </a:cubicBezTo>
                    <a:cubicBezTo>
                      <a:pt x="25" y="48"/>
                      <a:pt x="25" y="51"/>
                      <a:pt x="29" y="52"/>
                    </a:cubicBezTo>
                    <a:cubicBezTo>
                      <a:pt x="32" y="52"/>
                      <a:pt x="37" y="47"/>
                      <a:pt x="37" y="43"/>
                    </a:cubicBezTo>
                    <a:cubicBezTo>
                      <a:pt x="37" y="41"/>
                      <a:pt x="37" y="41"/>
                      <a:pt x="36" y="41"/>
                    </a:cubicBezTo>
                    <a:cubicBezTo>
                      <a:pt x="34" y="41"/>
                      <a:pt x="32" y="43"/>
                      <a:pt x="30" y="43"/>
                    </a:cubicBezTo>
                    <a:cubicBezTo>
                      <a:pt x="12" y="46"/>
                      <a:pt x="0" y="26"/>
                      <a:pt x="10" y="12"/>
                    </a:cubicBezTo>
                    <a:cubicBezTo>
                      <a:pt x="16" y="3"/>
                      <a:pt x="28" y="0"/>
                      <a:pt x="38" y="3"/>
                    </a:cubicBezTo>
                    <a:close/>
                    <a:moveTo>
                      <a:pt x="27" y="18"/>
                    </a:moveTo>
                    <a:cubicBezTo>
                      <a:pt x="24" y="23"/>
                      <a:pt x="26" y="30"/>
                      <a:pt x="33" y="29"/>
                    </a:cubicBezTo>
                    <a:cubicBezTo>
                      <a:pt x="35" y="29"/>
                      <a:pt x="37" y="28"/>
                      <a:pt x="37" y="27"/>
                    </a:cubicBezTo>
                    <a:cubicBezTo>
                      <a:pt x="38" y="26"/>
                      <a:pt x="38" y="25"/>
                      <a:pt x="37" y="24"/>
                    </a:cubicBezTo>
                    <a:cubicBezTo>
                      <a:pt x="37" y="21"/>
                      <a:pt x="37" y="18"/>
                      <a:pt x="34" y="17"/>
                    </a:cubicBezTo>
                    <a:cubicBezTo>
                      <a:pt x="32" y="16"/>
                      <a:pt x="28" y="15"/>
                      <a:pt x="2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íṧ1ïdé"/>
              <p:cNvSpPr/>
              <p:nvPr/>
            </p:nvSpPr>
            <p:spPr bwMode="auto">
              <a:xfrm>
                <a:off x="1901826" y="2965451"/>
                <a:ext cx="1662113" cy="1449388"/>
              </a:xfrm>
              <a:custGeom>
                <a:avLst/>
                <a:gdLst>
                  <a:gd name="T0" fmla="*/ 0 w 1047"/>
                  <a:gd name="T1" fmla="*/ 0 h 913"/>
                  <a:gd name="T2" fmla="*/ 1047 w 1047"/>
                  <a:gd name="T3" fmla="*/ 2 h 913"/>
                  <a:gd name="T4" fmla="*/ 523 w 1047"/>
                  <a:gd name="T5" fmla="*/ 913 h 913"/>
                  <a:gd name="T6" fmla="*/ 0 w 1047"/>
                  <a:gd name="T7" fmla="*/ 0 h 913"/>
                  <a:gd name="T8" fmla="*/ 0 w 1047"/>
                  <a:gd name="T9" fmla="*/ 0 h 913"/>
                  <a:gd name="T10" fmla="*/ 386 w 1047"/>
                  <a:gd name="T11" fmla="*/ 609 h 913"/>
                  <a:gd name="T12" fmla="*/ 436 w 1047"/>
                  <a:gd name="T13" fmla="*/ 524 h 913"/>
                  <a:gd name="T14" fmla="*/ 395 w 1047"/>
                  <a:gd name="T15" fmla="*/ 457 h 913"/>
                  <a:gd name="T16" fmla="*/ 380 w 1047"/>
                  <a:gd name="T17" fmla="*/ 457 h 913"/>
                  <a:gd name="T18" fmla="*/ 341 w 1047"/>
                  <a:gd name="T19" fmla="*/ 526 h 913"/>
                  <a:gd name="T20" fmla="*/ 386 w 1047"/>
                  <a:gd name="T21" fmla="*/ 609 h 913"/>
                  <a:gd name="T22" fmla="*/ 386 w 1047"/>
                  <a:gd name="T23" fmla="*/ 609 h 913"/>
                  <a:gd name="T24" fmla="*/ 455 w 1047"/>
                  <a:gd name="T25" fmla="*/ 493 h 913"/>
                  <a:gd name="T26" fmla="*/ 523 w 1047"/>
                  <a:gd name="T27" fmla="*/ 381 h 913"/>
                  <a:gd name="T28" fmla="*/ 590 w 1047"/>
                  <a:gd name="T29" fmla="*/ 493 h 913"/>
                  <a:gd name="T30" fmla="*/ 658 w 1047"/>
                  <a:gd name="T31" fmla="*/ 381 h 913"/>
                  <a:gd name="T32" fmla="*/ 725 w 1047"/>
                  <a:gd name="T33" fmla="*/ 495 h 913"/>
                  <a:gd name="T34" fmla="*/ 987 w 1047"/>
                  <a:gd name="T35" fmla="*/ 37 h 913"/>
                  <a:gd name="T36" fmla="*/ 60 w 1047"/>
                  <a:gd name="T37" fmla="*/ 37 h 913"/>
                  <a:gd name="T38" fmla="*/ 320 w 1047"/>
                  <a:gd name="T39" fmla="*/ 491 h 913"/>
                  <a:gd name="T40" fmla="*/ 388 w 1047"/>
                  <a:gd name="T41" fmla="*/ 381 h 913"/>
                  <a:gd name="T42" fmla="*/ 455 w 1047"/>
                  <a:gd name="T43" fmla="*/ 493 h 913"/>
                  <a:gd name="T44" fmla="*/ 455 w 1047"/>
                  <a:gd name="T45" fmla="*/ 493 h 913"/>
                  <a:gd name="T46" fmla="*/ 609 w 1047"/>
                  <a:gd name="T47" fmla="*/ 526 h 913"/>
                  <a:gd name="T48" fmla="*/ 658 w 1047"/>
                  <a:gd name="T49" fmla="*/ 611 h 913"/>
                  <a:gd name="T50" fmla="*/ 706 w 1047"/>
                  <a:gd name="T51" fmla="*/ 528 h 913"/>
                  <a:gd name="T52" fmla="*/ 665 w 1047"/>
                  <a:gd name="T53" fmla="*/ 457 h 913"/>
                  <a:gd name="T54" fmla="*/ 652 w 1047"/>
                  <a:gd name="T55" fmla="*/ 457 h 913"/>
                  <a:gd name="T56" fmla="*/ 609 w 1047"/>
                  <a:gd name="T57" fmla="*/ 526 h 913"/>
                  <a:gd name="T58" fmla="*/ 609 w 1047"/>
                  <a:gd name="T59" fmla="*/ 526 h 913"/>
                  <a:gd name="T60" fmla="*/ 638 w 1047"/>
                  <a:gd name="T61" fmla="*/ 645 h 913"/>
                  <a:gd name="T62" fmla="*/ 590 w 1047"/>
                  <a:gd name="T63" fmla="*/ 559 h 913"/>
                  <a:gd name="T64" fmla="*/ 523 w 1047"/>
                  <a:gd name="T65" fmla="*/ 665 h 913"/>
                  <a:gd name="T66" fmla="*/ 457 w 1047"/>
                  <a:gd name="T67" fmla="*/ 557 h 913"/>
                  <a:gd name="T68" fmla="*/ 407 w 1047"/>
                  <a:gd name="T69" fmla="*/ 645 h 913"/>
                  <a:gd name="T70" fmla="*/ 523 w 1047"/>
                  <a:gd name="T71" fmla="*/ 846 h 913"/>
                  <a:gd name="T72" fmla="*/ 638 w 1047"/>
                  <a:gd name="T73" fmla="*/ 645 h 913"/>
                  <a:gd name="T74" fmla="*/ 638 w 1047"/>
                  <a:gd name="T75" fmla="*/ 645 h 913"/>
                  <a:gd name="T76" fmla="*/ 571 w 1047"/>
                  <a:gd name="T77" fmla="*/ 526 h 913"/>
                  <a:gd name="T78" fmla="*/ 532 w 1047"/>
                  <a:gd name="T79" fmla="*/ 457 h 913"/>
                  <a:gd name="T80" fmla="*/ 515 w 1047"/>
                  <a:gd name="T81" fmla="*/ 457 h 913"/>
                  <a:gd name="T82" fmla="*/ 476 w 1047"/>
                  <a:gd name="T83" fmla="*/ 526 h 913"/>
                  <a:gd name="T84" fmla="*/ 523 w 1047"/>
                  <a:gd name="T85" fmla="*/ 609 h 913"/>
                  <a:gd name="T86" fmla="*/ 571 w 1047"/>
                  <a:gd name="T87" fmla="*/ 526 h 913"/>
                  <a:gd name="T88" fmla="*/ 571 w 1047"/>
                  <a:gd name="T89" fmla="*/ 526 h 9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047" h="913">
                    <a:moveTo>
                      <a:pt x="0" y="0"/>
                    </a:moveTo>
                    <a:lnTo>
                      <a:pt x="1047" y="2"/>
                    </a:lnTo>
                    <a:lnTo>
                      <a:pt x="523" y="91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386" y="609"/>
                    </a:moveTo>
                    <a:lnTo>
                      <a:pt x="436" y="524"/>
                    </a:lnTo>
                    <a:lnTo>
                      <a:pt x="395" y="457"/>
                    </a:lnTo>
                    <a:lnTo>
                      <a:pt x="380" y="457"/>
                    </a:lnTo>
                    <a:lnTo>
                      <a:pt x="341" y="526"/>
                    </a:lnTo>
                    <a:lnTo>
                      <a:pt x="386" y="609"/>
                    </a:lnTo>
                    <a:lnTo>
                      <a:pt x="386" y="609"/>
                    </a:lnTo>
                    <a:close/>
                    <a:moveTo>
                      <a:pt x="455" y="493"/>
                    </a:moveTo>
                    <a:lnTo>
                      <a:pt x="523" y="381"/>
                    </a:lnTo>
                    <a:lnTo>
                      <a:pt x="590" y="493"/>
                    </a:lnTo>
                    <a:lnTo>
                      <a:pt x="658" y="381"/>
                    </a:lnTo>
                    <a:lnTo>
                      <a:pt x="725" y="495"/>
                    </a:lnTo>
                    <a:lnTo>
                      <a:pt x="987" y="37"/>
                    </a:lnTo>
                    <a:lnTo>
                      <a:pt x="60" y="37"/>
                    </a:lnTo>
                    <a:lnTo>
                      <a:pt x="320" y="491"/>
                    </a:lnTo>
                    <a:lnTo>
                      <a:pt x="388" y="381"/>
                    </a:lnTo>
                    <a:lnTo>
                      <a:pt x="455" y="493"/>
                    </a:lnTo>
                    <a:lnTo>
                      <a:pt x="455" y="493"/>
                    </a:lnTo>
                    <a:close/>
                    <a:moveTo>
                      <a:pt x="609" y="526"/>
                    </a:moveTo>
                    <a:lnTo>
                      <a:pt x="658" y="611"/>
                    </a:lnTo>
                    <a:lnTo>
                      <a:pt x="706" y="528"/>
                    </a:lnTo>
                    <a:lnTo>
                      <a:pt x="665" y="457"/>
                    </a:lnTo>
                    <a:lnTo>
                      <a:pt x="652" y="457"/>
                    </a:lnTo>
                    <a:lnTo>
                      <a:pt x="609" y="526"/>
                    </a:lnTo>
                    <a:lnTo>
                      <a:pt x="609" y="526"/>
                    </a:lnTo>
                    <a:close/>
                    <a:moveTo>
                      <a:pt x="638" y="645"/>
                    </a:moveTo>
                    <a:lnTo>
                      <a:pt x="590" y="559"/>
                    </a:lnTo>
                    <a:lnTo>
                      <a:pt x="523" y="665"/>
                    </a:lnTo>
                    <a:lnTo>
                      <a:pt x="457" y="557"/>
                    </a:lnTo>
                    <a:lnTo>
                      <a:pt x="407" y="645"/>
                    </a:lnTo>
                    <a:lnTo>
                      <a:pt x="523" y="846"/>
                    </a:lnTo>
                    <a:lnTo>
                      <a:pt x="638" y="645"/>
                    </a:lnTo>
                    <a:lnTo>
                      <a:pt x="638" y="645"/>
                    </a:lnTo>
                    <a:close/>
                    <a:moveTo>
                      <a:pt x="571" y="526"/>
                    </a:moveTo>
                    <a:lnTo>
                      <a:pt x="532" y="457"/>
                    </a:lnTo>
                    <a:lnTo>
                      <a:pt x="515" y="457"/>
                    </a:lnTo>
                    <a:lnTo>
                      <a:pt x="476" y="526"/>
                    </a:lnTo>
                    <a:lnTo>
                      <a:pt x="523" y="609"/>
                    </a:lnTo>
                    <a:lnTo>
                      <a:pt x="571" y="526"/>
                    </a:lnTo>
                    <a:lnTo>
                      <a:pt x="571" y="5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îṡ1idê"/>
              <p:cNvSpPr/>
              <p:nvPr/>
            </p:nvSpPr>
            <p:spPr bwMode="auto">
              <a:xfrm>
                <a:off x="1344613" y="2017713"/>
                <a:ext cx="2822575" cy="2825750"/>
              </a:xfrm>
              <a:custGeom>
                <a:avLst/>
                <a:gdLst>
                  <a:gd name="T0" fmla="*/ 428 w 856"/>
                  <a:gd name="T1" fmla="*/ 856 h 856"/>
                  <a:gd name="T2" fmla="*/ 0 w 856"/>
                  <a:gd name="T3" fmla="*/ 428 h 856"/>
                  <a:gd name="T4" fmla="*/ 428 w 856"/>
                  <a:gd name="T5" fmla="*/ 0 h 856"/>
                  <a:gd name="T6" fmla="*/ 856 w 856"/>
                  <a:gd name="T7" fmla="*/ 428 h 856"/>
                  <a:gd name="T8" fmla="*/ 428 w 856"/>
                  <a:gd name="T9" fmla="*/ 856 h 856"/>
                  <a:gd name="T10" fmla="*/ 428 w 856"/>
                  <a:gd name="T11" fmla="*/ 827 h 856"/>
                  <a:gd name="T12" fmla="*/ 29 w 856"/>
                  <a:gd name="T13" fmla="*/ 428 h 856"/>
                  <a:gd name="T14" fmla="*/ 428 w 856"/>
                  <a:gd name="T15" fmla="*/ 29 h 856"/>
                  <a:gd name="T16" fmla="*/ 827 w 856"/>
                  <a:gd name="T17" fmla="*/ 428 h 856"/>
                  <a:gd name="T18" fmla="*/ 428 w 856"/>
                  <a:gd name="T19" fmla="*/ 827 h 8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6" h="856">
                    <a:moveTo>
                      <a:pt x="428" y="856"/>
                    </a:moveTo>
                    <a:cubicBezTo>
                      <a:pt x="192" y="856"/>
                      <a:pt x="0" y="664"/>
                      <a:pt x="0" y="428"/>
                    </a:cubicBezTo>
                    <a:cubicBezTo>
                      <a:pt x="0" y="192"/>
                      <a:pt x="192" y="0"/>
                      <a:pt x="428" y="0"/>
                    </a:cubicBezTo>
                    <a:cubicBezTo>
                      <a:pt x="664" y="0"/>
                      <a:pt x="856" y="192"/>
                      <a:pt x="856" y="428"/>
                    </a:cubicBezTo>
                    <a:cubicBezTo>
                      <a:pt x="856" y="664"/>
                      <a:pt x="664" y="856"/>
                      <a:pt x="428" y="856"/>
                    </a:cubicBezTo>
                    <a:close/>
                    <a:moveTo>
                      <a:pt x="428" y="827"/>
                    </a:moveTo>
                    <a:cubicBezTo>
                      <a:pt x="208" y="827"/>
                      <a:pt x="29" y="648"/>
                      <a:pt x="29" y="428"/>
                    </a:cubicBezTo>
                    <a:cubicBezTo>
                      <a:pt x="29" y="208"/>
                      <a:pt x="208" y="29"/>
                      <a:pt x="428" y="29"/>
                    </a:cubicBezTo>
                    <a:cubicBezTo>
                      <a:pt x="648" y="29"/>
                      <a:pt x="827" y="208"/>
                      <a:pt x="827" y="428"/>
                    </a:cubicBezTo>
                    <a:cubicBezTo>
                      <a:pt x="827" y="648"/>
                      <a:pt x="648" y="827"/>
                      <a:pt x="428" y="8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" name="íṡľíḑè"/>
              <p:cNvSpPr/>
              <p:nvPr/>
            </p:nvSpPr>
            <p:spPr bwMode="auto">
              <a:xfrm>
                <a:off x="2132013" y="2693988"/>
                <a:ext cx="1239838" cy="344488"/>
              </a:xfrm>
              <a:custGeom>
                <a:avLst/>
                <a:gdLst>
                  <a:gd name="T0" fmla="*/ 172 w 376"/>
                  <a:gd name="T1" fmla="*/ 28 h 104"/>
                  <a:gd name="T2" fmla="*/ 365 w 376"/>
                  <a:gd name="T3" fmla="*/ 86 h 104"/>
                  <a:gd name="T4" fmla="*/ 34 w 376"/>
                  <a:gd name="T5" fmla="*/ 81 h 104"/>
                  <a:gd name="T6" fmla="*/ 157 w 376"/>
                  <a:gd name="T7" fmla="*/ 56 h 104"/>
                  <a:gd name="T8" fmla="*/ 324 w 376"/>
                  <a:gd name="T9" fmla="*/ 64 h 104"/>
                  <a:gd name="T10" fmla="*/ 323 w 376"/>
                  <a:gd name="T11" fmla="*/ 64 h 104"/>
                  <a:gd name="T12" fmla="*/ 325 w 376"/>
                  <a:gd name="T13" fmla="*/ 82 h 104"/>
                  <a:gd name="T14" fmla="*/ 309 w 376"/>
                  <a:gd name="T15" fmla="*/ 73 h 104"/>
                  <a:gd name="T16" fmla="*/ 147 w 376"/>
                  <a:gd name="T17" fmla="*/ 78 h 104"/>
                  <a:gd name="T18" fmla="*/ 169 w 376"/>
                  <a:gd name="T19" fmla="*/ 49 h 104"/>
                  <a:gd name="T20" fmla="*/ 119 w 376"/>
                  <a:gd name="T21" fmla="*/ 17 h 104"/>
                  <a:gd name="T22" fmla="*/ 142 w 376"/>
                  <a:gd name="T23" fmla="*/ 14 h 104"/>
                  <a:gd name="T24" fmla="*/ 223 w 376"/>
                  <a:gd name="T25" fmla="*/ 68 h 104"/>
                  <a:gd name="T26" fmla="*/ 216 w 376"/>
                  <a:gd name="T27" fmla="*/ 74 h 104"/>
                  <a:gd name="T28" fmla="*/ 220 w 376"/>
                  <a:gd name="T29" fmla="*/ 82 h 104"/>
                  <a:gd name="T30" fmla="*/ 237 w 376"/>
                  <a:gd name="T31" fmla="*/ 82 h 104"/>
                  <a:gd name="T32" fmla="*/ 268 w 376"/>
                  <a:gd name="T33" fmla="*/ 78 h 104"/>
                  <a:gd name="T34" fmla="*/ 265 w 376"/>
                  <a:gd name="T35" fmla="*/ 76 h 104"/>
                  <a:gd name="T36" fmla="*/ 37 w 376"/>
                  <a:gd name="T37" fmla="*/ 68 h 104"/>
                  <a:gd name="T38" fmla="*/ 180 w 376"/>
                  <a:gd name="T39" fmla="*/ 80 h 104"/>
                  <a:gd name="T40" fmla="*/ 126 w 376"/>
                  <a:gd name="T41" fmla="*/ 81 h 104"/>
                  <a:gd name="T42" fmla="*/ 304 w 376"/>
                  <a:gd name="T43" fmla="*/ 82 h 104"/>
                  <a:gd name="T44" fmla="*/ 78 w 376"/>
                  <a:gd name="T45" fmla="*/ 82 h 104"/>
                  <a:gd name="T46" fmla="*/ 39 w 376"/>
                  <a:gd name="T47" fmla="*/ 79 h 104"/>
                  <a:gd name="T48" fmla="*/ 211 w 376"/>
                  <a:gd name="T49" fmla="*/ 81 h 104"/>
                  <a:gd name="T50" fmla="*/ 98 w 376"/>
                  <a:gd name="T51" fmla="*/ 75 h 104"/>
                  <a:gd name="T52" fmla="*/ 293 w 376"/>
                  <a:gd name="T53" fmla="*/ 76 h 104"/>
                  <a:gd name="T54" fmla="*/ 277 w 376"/>
                  <a:gd name="T55" fmla="*/ 83 h 104"/>
                  <a:gd name="T56" fmla="*/ 168 w 376"/>
                  <a:gd name="T57" fmla="*/ 73 h 104"/>
                  <a:gd name="T58" fmla="*/ 260 w 376"/>
                  <a:gd name="T59" fmla="*/ 74 h 104"/>
                  <a:gd name="T60" fmla="*/ 159 w 376"/>
                  <a:gd name="T61" fmla="*/ 72 h 104"/>
                  <a:gd name="T62" fmla="*/ 106 w 376"/>
                  <a:gd name="T63" fmla="*/ 70 h 104"/>
                  <a:gd name="T64" fmla="*/ 202 w 376"/>
                  <a:gd name="T65" fmla="*/ 69 h 104"/>
                  <a:gd name="T66" fmla="*/ 150 w 376"/>
                  <a:gd name="T67" fmla="*/ 67 h 104"/>
                  <a:gd name="T68" fmla="*/ 159 w 376"/>
                  <a:gd name="T69" fmla="*/ 66 h 104"/>
                  <a:gd name="T70" fmla="*/ 232 w 376"/>
                  <a:gd name="T71" fmla="*/ 64 h 104"/>
                  <a:gd name="T72" fmla="*/ 274 w 376"/>
                  <a:gd name="T73" fmla="*/ 65 h 104"/>
                  <a:gd name="T74" fmla="*/ 141 w 376"/>
                  <a:gd name="T75" fmla="*/ 67 h 104"/>
                  <a:gd name="T76" fmla="*/ 264 w 376"/>
                  <a:gd name="T77" fmla="*/ 63 h 104"/>
                  <a:gd name="T78" fmla="*/ 42 w 376"/>
                  <a:gd name="T79" fmla="*/ 61 h 104"/>
                  <a:gd name="T80" fmla="*/ 123 w 376"/>
                  <a:gd name="T81" fmla="*/ 62 h 104"/>
                  <a:gd name="T82" fmla="*/ 211 w 376"/>
                  <a:gd name="T83" fmla="*/ 63 h 104"/>
                  <a:gd name="T84" fmla="*/ 179 w 376"/>
                  <a:gd name="T85" fmla="*/ 73 h 104"/>
                  <a:gd name="T86" fmla="*/ 258 w 376"/>
                  <a:gd name="T87" fmla="*/ 56 h 104"/>
                  <a:gd name="T88" fmla="*/ 134 w 376"/>
                  <a:gd name="T89" fmla="*/ 57 h 104"/>
                  <a:gd name="T90" fmla="*/ 203 w 376"/>
                  <a:gd name="T91" fmla="*/ 51 h 104"/>
                  <a:gd name="T92" fmla="*/ 233 w 376"/>
                  <a:gd name="T93" fmla="*/ 50 h 104"/>
                  <a:gd name="T94" fmla="*/ 188 w 376"/>
                  <a:gd name="T95" fmla="*/ 57 h 104"/>
                  <a:gd name="T96" fmla="*/ 149 w 376"/>
                  <a:gd name="T97" fmla="*/ 45 h 104"/>
                  <a:gd name="T98" fmla="*/ 184 w 376"/>
                  <a:gd name="T99" fmla="*/ 40 h 104"/>
                  <a:gd name="T100" fmla="*/ 241 w 376"/>
                  <a:gd name="T101" fmla="*/ 40 h 104"/>
                  <a:gd name="T102" fmla="*/ 225 w 376"/>
                  <a:gd name="T103" fmla="*/ 36 h 104"/>
                  <a:gd name="T104" fmla="*/ 225 w 376"/>
                  <a:gd name="T105" fmla="*/ 36 h 104"/>
                  <a:gd name="T106" fmla="*/ 125 w 376"/>
                  <a:gd name="T107" fmla="*/ 24 h 104"/>
                  <a:gd name="T108" fmla="*/ 146 w 376"/>
                  <a:gd name="T109" fmla="*/ 55 h 104"/>
                  <a:gd name="T110" fmla="*/ 121 w 376"/>
                  <a:gd name="T111" fmla="*/ 35 h 104"/>
                  <a:gd name="T112" fmla="*/ 255 w 376"/>
                  <a:gd name="T113" fmla="*/ 34 h 104"/>
                  <a:gd name="T114" fmla="*/ 241 w 376"/>
                  <a:gd name="T115" fmla="*/ 28 h 104"/>
                  <a:gd name="T116" fmla="*/ 229 w 376"/>
                  <a:gd name="T117" fmla="*/ 27 h 104"/>
                  <a:gd name="T118" fmla="*/ 227 w 376"/>
                  <a:gd name="T119" fmla="*/ 15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76" h="104">
                    <a:moveTo>
                      <a:pt x="0" y="83"/>
                    </a:moveTo>
                    <a:cubicBezTo>
                      <a:pt x="40" y="45"/>
                      <a:pt x="40" y="45"/>
                      <a:pt x="40" y="45"/>
                    </a:cubicBezTo>
                    <a:cubicBezTo>
                      <a:pt x="40" y="45"/>
                      <a:pt x="47" y="39"/>
                      <a:pt x="52" y="46"/>
                    </a:cubicBezTo>
                    <a:cubicBezTo>
                      <a:pt x="55" y="50"/>
                      <a:pt x="59" y="55"/>
                      <a:pt x="62" y="59"/>
                    </a:cubicBezTo>
                    <a:cubicBezTo>
                      <a:pt x="64" y="61"/>
                      <a:pt x="67" y="63"/>
                      <a:pt x="72" y="59"/>
                    </a:cubicBezTo>
                    <a:cubicBezTo>
                      <a:pt x="79" y="54"/>
                      <a:pt x="89" y="48"/>
                      <a:pt x="94" y="47"/>
                    </a:cubicBezTo>
                    <a:cubicBezTo>
                      <a:pt x="98" y="45"/>
                      <a:pt x="103" y="45"/>
                      <a:pt x="100" y="39"/>
                    </a:cubicBezTo>
                    <a:cubicBezTo>
                      <a:pt x="98" y="33"/>
                      <a:pt x="94" y="25"/>
                      <a:pt x="94" y="25"/>
                    </a:cubicBezTo>
                    <a:cubicBezTo>
                      <a:pt x="94" y="25"/>
                      <a:pt x="89" y="17"/>
                      <a:pt x="100" y="14"/>
                    </a:cubicBezTo>
                    <a:cubicBezTo>
                      <a:pt x="110" y="11"/>
                      <a:pt x="140" y="2"/>
                      <a:pt x="150" y="1"/>
                    </a:cubicBezTo>
                    <a:cubicBezTo>
                      <a:pt x="161" y="1"/>
                      <a:pt x="163" y="0"/>
                      <a:pt x="164" y="8"/>
                    </a:cubicBezTo>
                    <a:cubicBezTo>
                      <a:pt x="164" y="12"/>
                      <a:pt x="165" y="19"/>
                      <a:pt x="166" y="24"/>
                    </a:cubicBezTo>
                    <a:cubicBezTo>
                      <a:pt x="167" y="27"/>
                      <a:pt x="169" y="28"/>
                      <a:pt x="172" y="28"/>
                    </a:cubicBezTo>
                    <a:cubicBezTo>
                      <a:pt x="180" y="26"/>
                      <a:pt x="191" y="28"/>
                      <a:pt x="200" y="28"/>
                    </a:cubicBezTo>
                    <a:cubicBezTo>
                      <a:pt x="203" y="28"/>
                      <a:pt x="207" y="28"/>
                      <a:pt x="207" y="22"/>
                    </a:cubicBezTo>
                    <a:cubicBezTo>
                      <a:pt x="208" y="18"/>
                      <a:pt x="208" y="14"/>
                      <a:pt x="208" y="10"/>
                    </a:cubicBezTo>
                    <a:cubicBezTo>
                      <a:pt x="209" y="2"/>
                      <a:pt x="209" y="1"/>
                      <a:pt x="218" y="1"/>
                    </a:cubicBezTo>
                    <a:cubicBezTo>
                      <a:pt x="237" y="2"/>
                      <a:pt x="256" y="9"/>
                      <a:pt x="265" y="13"/>
                    </a:cubicBezTo>
                    <a:cubicBezTo>
                      <a:pt x="274" y="17"/>
                      <a:pt x="282" y="18"/>
                      <a:pt x="276" y="30"/>
                    </a:cubicBezTo>
                    <a:cubicBezTo>
                      <a:pt x="274" y="34"/>
                      <a:pt x="273" y="38"/>
                      <a:pt x="272" y="39"/>
                    </a:cubicBezTo>
                    <a:cubicBezTo>
                      <a:pt x="269" y="46"/>
                      <a:pt x="270" y="47"/>
                      <a:pt x="276" y="50"/>
                    </a:cubicBezTo>
                    <a:cubicBezTo>
                      <a:pt x="283" y="53"/>
                      <a:pt x="291" y="59"/>
                      <a:pt x="292" y="59"/>
                    </a:cubicBezTo>
                    <a:cubicBezTo>
                      <a:pt x="293" y="60"/>
                      <a:pt x="298" y="65"/>
                      <a:pt x="302" y="60"/>
                    </a:cubicBezTo>
                    <a:cubicBezTo>
                      <a:pt x="304" y="58"/>
                      <a:pt x="308" y="53"/>
                      <a:pt x="312" y="48"/>
                    </a:cubicBezTo>
                    <a:cubicBezTo>
                      <a:pt x="316" y="43"/>
                      <a:pt x="318" y="41"/>
                      <a:pt x="324" y="46"/>
                    </a:cubicBezTo>
                    <a:cubicBezTo>
                      <a:pt x="331" y="51"/>
                      <a:pt x="353" y="68"/>
                      <a:pt x="365" y="86"/>
                    </a:cubicBezTo>
                    <a:cubicBezTo>
                      <a:pt x="376" y="104"/>
                      <a:pt x="311" y="93"/>
                      <a:pt x="311" y="93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83"/>
                      <a:pt x="0" y="83"/>
                      <a:pt x="0" y="83"/>
                    </a:cubicBezTo>
                    <a:close/>
                    <a:moveTo>
                      <a:pt x="43" y="69"/>
                    </a:moveTo>
                    <a:cubicBezTo>
                      <a:pt x="45" y="69"/>
                      <a:pt x="45" y="69"/>
                      <a:pt x="45" y="69"/>
                    </a:cubicBezTo>
                    <a:cubicBezTo>
                      <a:pt x="45" y="71"/>
                      <a:pt x="45" y="71"/>
                      <a:pt x="45" y="71"/>
                    </a:cubicBezTo>
                    <a:cubicBezTo>
                      <a:pt x="45" y="71"/>
                      <a:pt x="45" y="71"/>
                      <a:pt x="45" y="71"/>
                    </a:cubicBezTo>
                    <a:cubicBezTo>
                      <a:pt x="45" y="72"/>
                      <a:pt x="45" y="72"/>
                      <a:pt x="45" y="72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1"/>
                      <a:pt x="44" y="71"/>
                      <a:pt x="44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69"/>
                      <a:pt x="43" y="69"/>
                      <a:pt x="43" y="69"/>
                    </a:cubicBezTo>
                    <a:close/>
                    <a:moveTo>
                      <a:pt x="34" y="81"/>
                    </a:moveTo>
                    <a:cubicBezTo>
                      <a:pt x="36" y="81"/>
                      <a:pt x="36" y="81"/>
                      <a:pt x="36" y="81"/>
                    </a:cubicBezTo>
                    <a:cubicBezTo>
                      <a:pt x="36" y="83"/>
                      <a:pt x="36" y="83"/>
                      <a:pt x="36" y="83"/>
                    </a:cubicBezTo>
                    <a:cubicBezTo>
                      <a:pt x="34" y="83"/>
                      <a:pt x="34" y="83"/>
                      <a:pt x="34" y="83"/>
                    </a:cubicBezTo>
                    <a:cubicBezTo>
                      <a:pt x="34" y="81"/>
                      <a:pt x="34" y="81"/>
                      <a:pt x="34" y="81"/>
                    </a:cubicBezTo>
                    <a:close/>
                    <a:moveTo>
                      <a:pt x="90" y="63"/>
                    </a:moveTo>
                    <a:cubicBezTo>
                      <a:pt x="91" y="63"/>
                      <a:pt x="91" y="63"/>
                      <a:pt x="91" y="63"/>
                    </a:cubicBezTo>
                    <a:cubicBezTo>
                      <a:pt x="91" y="64"/>
                      <a:pt x="91" y="64"/>
                      <a:pt x="91" y="64"/>
                    </a:cubicBezTo>
                    <a:cubicBezTo>
                      <a:pt x="90" y="64"/>
                      <a:pt x="90" y="64"/>
                      <a:pt x="90" y="64"/>
                    </a:cubicBezTo>
                    <a:cubicBezTo>
                      <a:pt x="90" y="63"/>
                      <a:pt x="90" y="63"/>
                      <a:pt x="90" y="63"/>
                    </a:cubicBezTo>
                    <a:close/>
                    <a:moveTo>
                      <a:pt x="159" y="57"/>
                    </a:moveTo>
                    <a:cubicBezTo>
                      <a:pt x="156" y="57"/>
                      <a:pt x="156" y="57"/>
                      <a:pt x="156" y="57"/>
                    </a:cubicBezTo>
                    <a:cubicBezTo>
                      <a:pt x="156" y="56"/>
                      <a:pt x="156" y="56"/>
                      <a:pt x="156" y="56"/>
                    </a:cubicBezTo>
                    <a:cubicBezTo>
                      <a:pt x="157" y="56"/>
                      <a:pt x="157" y="56"/>
                      <a:pt x="157" y="56"/>
                    </a:cubicBezTo>
                    <a:cubicBezTo>
                      <a:pt x="157" y="55"/>
                      <a:pt x="157" y="55"/>
                      <a:pt x="157" y="55"/>
                    </a:cubicBezTo>
                    <a:cubicBezTo>
                      <a:pt x="159" y="55"/>
                      <a:pt x="159" y="55"/>
                      <a:pt x="159" y="55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59" y="57"/>
                      <a:pt x="159" y="57"/>
                      <a:pt x="159" y="57"/>
                    </a:cubicBezTo>
                    <a:close/>
                    <a:moveTo>
                      <a:pt x="156" y="57"/>
                    </a:moveTo>
                    <a:cubicBezTo>
                      <a:pt x="158" y="57"/>
                      <a:pt x="158" y="57"/>
                      <a:pt x="158" y="57"/>
                    </a:cubicBezTo>
                    <a:cubicBezTo>
                      <a:pt x="158" y="58"/>
                      <a:pt x="158" y="58"/>
                      <a:pt x="158" y="58"/>
                    </a:cubicBezTo>
                    <a:cubicBezTo>
                      <a:pt x="156" y="58"/>
                      <a:pt x="156" y="58"/>
                      <a:pt x="156" y="58"/>
                    </a:cubicBezTo>
                    <a:cubicBezTo>
                      <a:pt x="156" y="57"/>
                      <a:pt x="156" y="57"/>
                      <a:pt x="156" y="57"/>
                    </a:cubicBezTo>
                    <a:close/>
                    <a:moveTo>
                      <a:pt x="326" y="64"/>
                    </a:moveTo>
                    <a:cubicBezTo>
                      <a:pt x="324" y="64"/>
                      <a:pt x="324" y="64"/>
                      <a:pt x="324" y="64"/>
                    </a:cubicBezTo>
                    <a:cubicBezTo>
                      <a:pt x="324" y="64"/>
                      <a:pt x="324" y="64"/>
                      <a:pt x="324" y="64"/>
                    </a:cubicBezTo>
                    <a:cubicBezTo>
                      <a:pt x="325" y="64"/>
                      <a:pt x="325" y="64"/>
                      <a:pt x="325" y="64"/>
                    </a:cubicBezTo>
                    <a:cubicBezTo>
                      <a:pt x="325" y="65"/>
                      <a:pt x="325" y="65"/>
                      <a:pt x="325" y="65"/>
                    </a:cubicBezTo>
                    <a:cubicBezTo>
                      <a:pt x="326" y="65"/>
                      <a:pt x="326" y="65"/>
                      <a:pt x="326" y="65"/>
                    </a:cubicBezTo>
                    <a:cubicBezTo>
                      <a:pt x="326" y="66"/>
                      <a:pt x="326" y="66"/>
                      <a:pt x="326" y="66"/>
                    </a:cubicBezTo>
                    <a:cubicBezTo>
                      <a:pt x="327" y="66"/>
                      <a:pt x="327" y="66"/>
                      <a:pt x="327" y="66"/>
                    </a:cubicBezTo>
                    <a:cubicBezTo>
                      <a:pt x="327" y="65"/>
                      <a:pt x="327" y="65"/>
                      <a:pt x="327" y="65"/>
                    </a:cubicBezTo>
                    <a:cubicBezTo>
                      <a:pt x="327" y="65"/>
                      <a:pt x="327" y="65"/>
                      <a:pt x="327" y="65"/>
                    </a:cubicBezTo>
                    <a:cubicBezTo>
                      <a:pt x="327" y="64"/>
                      <a:pt x="327" y="64"/>
                      <a:pt x="327" y="64"/>
                    </a:cubicBezTo>
                    <a:cubicBezTo>
                      <a:pt x="326" y="64"/>
                      <a:pt x="326" y="64"/>
                      <a:pt x="326" y="64"/>
                    </a:cubicBezTo>
                    <a:cubicBezTo>
                      <a:pt x="326" y="64"/>
                      <a:pt x="326" y="64"/>
                      <a:pt x="326" y="64"/>
                    </a:cubicBezTo>
                    <a:close/>
                    <a:moveTo>
                      <a:pt x="325" y="63"/>
                    </a:moveTo>
                    <a:cubicBezTo>
                      <a:pt x="323" y="63"/>
                      <a:pt x="323" y="63"/>
                      <a:pt x="323" y="63"/>
                    </a:cubicBezTo>
                    <a:cubicBezTo>
                      <a:pt x="323" y="64"/>
                      <a:pt x="323" y="64"/>
                      <a:pt x="323" y="64"/>
                    </a:cubicBezTo>
                    <a:cubicBezTo>
                      <a:pt x="325" y="64"/>
                      <a:pt x="325" y="64"/>
                      <a:pt x="325" y="64"/>
                    </a:cubicBezTo>
                    <a:cubicBezTo>
                      <a:pt x="325" y="63"/>
                      <a:pt x="325" y="63"/>
                      <a:pt x="325" y="63"/>
                    </a:cubicBezTo>
                    <a:close/>
                    <a:moveTo>
                      <a:pt x="321" y="61"/>
                    </a:moveTo>
                    <a:cubicBezTo>
                      <a:pt x="322" y="61"/>
                      <a:pt x="322" y="61"/>
                      <a:pt x="322" y="61"/>
                    </a:cubicBezTo>
                    <a:cubicBezTo>
                      <a:pt x="322" y="62"/>
                      <a:pt x="322" y="62"/>
                      <a:pt x="322" y="62"/>
                    </a:cubicBezTo>
                    <a:cubicBezTo>
                      <a:pt x="323" y="62"/>
                      <a:pt x="323" y="62"/>
                      <a:pt x="323" y="62"/>
                    </a:cubicBezTo>
                    <a:cubicBezTo>
                      <a:pt x="323" y="63"/>
                      <a:pt x="323" y="63"/>
                      <a:pt x="323" y="63"/>
                    </a:cubicBezTo>
                    <a:cubicBezTo>
                      <a:pt x="322" y="63"/>
                      <a:pt x="322" y="63"/>
                      <a:pt x="322" y="63"/>
                    </a:cubicBezTo>
                    <a:cubicBezTo>
                      <a:pt x="322" y="63"/>
                      <a:pt x="322" y="63"/>
                      <a:pt x="322" y="63"/>
                    </a:cubicBezTo>
                    <a:cubicBezTo>
                      <a:pt x="321" y="63"/>
                      <a:pt x="321" y="63"/>
                      <a:pt x="321" y="63"/>
                    </a:cubicBezTo>
                    <a:cubicBezTo>
                      <a:pt x="321" y="61"/>
                      <a:pt x="321" y="61"/>
                      <a:pt x="321" y="61"/>
                    </a:cubicBezTo>
                    <a:close/>
                    <a:moveTo>
                      <a:pt x="324" y="82"/>
                    </a:moveTo>
                    <a:cubicBezTo>
                      <a:pt x="325" y="82"/>
                      <a:pt x="325" y="82"/>
                      <a:pt x="325" y="82"/>
                    </a:cubicBezTo>
                    <a:cubicBezTo>
                      <a:pt x="325" y="83"/>
                      <a:pt x="325" y="83"/>
                      <a:pt x="325" y="83"/>
                    </a:cubicBezTo>
                    <a:cubicBezTo>
                      <a:pt x="324" y="83"/>
                      <a:pt x="324" y="83"/>
                      <a:pt x="324" y="83"/>
                    </a:cubicBezTo>
                    <a:cubicBezTo>
                      <a:pt x="324" y="82"/>
                      <a:pt x="324" y="82"/>
                      <a:pt x="324" y="82"/>
                    </a:cubicBezTo>
                    <a:close/>
                    <a:moveTo>
                      <a:pt x="313" y="77"/>
                    </a:moveTo>
                    <a:cubicBezTo>
                      <a:pt x="314" y="77"/>
                      <a:pt x="314" y="77"/>
                      <a:pt x="314" y="77"/>
                    </a:cubicBezTo>
                    <a:cubicBezTo>
                      <a:pt x="314" y="78"/>
                      <a:pt x="314" y="78"/>
                      <a:pt x="314" y="78"/>
                    </a:cubicBezTo>
                    <a:cubicBezTo>
                      <a:pt x="315" y="78"/>
                      <a:pt x="315" y="78"/>
                      <a:pt x="315" y="78"/>
                    </a:cubicBezTo>
                    <a:cubicBezTo>
                      <a:pt x="315" y="79"/>
                      <a:pt x="315" y="79"/>
                      <a:pt x="315" y="79"/>
                    </a:cubicBezTo>
                    <a:cubicBezTo>
                      <a:pt x="314" y="79"/>
                      <a:pt x="314" y="79"/>
                      <a:pt x="314" y="79"/>
                    </a:cubicBezTo>
                    <a:cubicBezTo>
                      <a:pt x="314" y="78"/>
                      <a:pt x="314" y="78"/>
                      <a:pt x="314" y="78"/>
                    </a:cubicBezTo>
                    <a:cubicBezTo>
                      <a:pt x="313" y="78"/>
                      <a:pt x="313" y="78"/>
                      <a:pt x="313" y="78"/>
                    </a:cubicBezTo>
                    <a:cubicBezTo>
                      <a:pt x="313" y="77"/>
                      <a:pt x="313" y="77"/>
                      <a:pt x="313" y="77"/>
                    </a:cubicBezTo>
                    <a:close/>
                    <a:moveTo>
                      <a:pt x="309" y="73"/>
                    </a:moveTo>
                    <a:cubicBezTo>
                      <a:pt x="312" y="73"/>
                      <a:pt x="312" y="73"/>
                      <a:pt x="312" y="73"/>
                    </a:cubicBezTo>
                    <a:cubicBezTo>
                      <a:pt x="312" y="76"/>
                      <a:pt x="312" y="76"/>
                      <a:pt x="312" y="76"/>
                    </a:cubicBezTo>
                    <a:cubicBezTo>
                      <a:pt x="309" y="76"/>
                      <a:pt x="309" y="76"/>
                      <a:pt x="309" y="76"/>
                    </a:cubicBezTo>
                    <a:cubicBezTo>
                      <a:pt x="309" y="73"/>
                      <a:pt x="309" y="73"/>
                      <a:pt x="309" y="73"/>
                    </a:cubicBezTo>
                    <a:close/>
                    <a:moveTo>
                      <a:pt x="335" y="71"/>
                    </a:moveTo>
                    <a:cubicBezTo>
                      <a:pt x="336" y="71"/>
                      <a:pt x="336" y="71"/>
                      <a:pt x="336" y="71"/>
                    </a:cubicBezTo>
                    <a:cubicBezTo>
                      <a:pt x="336" y="73"/>
                      <a:pt x="336" y="73"/>
                      <a:pt x="336" y="73"/>
                    </a:cubicBezTo>
                    <a:cubicBezTo>
                      <a:pt x="335" y="73"/>
                      <a:pt x="335" y="73"/>
                      <a:pt x="335" y="73"/>
                    </a:cubicBezTo>
                    <a:cubicBezTo>
                      <a:pt x="335" y="71"/>
                      <a:pt x="335" y="71"/>
                      <a:pt x="335" y="71"/>
                    </a:cubicBezTo>
                    <a:close/>
                    <a:moveTo>
                      <a:pt x="147" y="76"/>
                    </a:moveTo>
                    <a:cubicBezTo>
                      <a:pt x="149" y="76"/>
                      <a:pt x="149" y="76"/>
                      <a:pt x="149" y="76"/>
                    </a:cubicBezTo>
                    <a:cubicBezTo>
                      <a:pt x="149" y="78"/>
                      <a:pt x="149" y="78"/>
                      <a:pt x="149" y="78"/>
                    </a:cubicBezTo>
                    <a:cubicBezTo>
                      <a:pt x="147" y="78"/>
                      <a:pt x="147" y="78"/>
                      <a:pt x="147" y="78"/>
                    </a:cubicBezTo>
                    <a:cubicBezTo>
                      <a:pt x="147" y="76"/>
                      <a:pt x="147" y="76"/>
                      <a:pt x="147" y="76"/>
                    </a:cubicBezTo>
                    <a:close/>
                    <a:moveTo>
                      <a:pt x="174" y="40"/>
                    </a:moveTo>
                    <a:cubicBezTo>
                      <a:pt x="175" y="40"/>
                      <a:pt x="175" y="40"/>
                      <a:pt x="175" y="40"/>
                    </a:cubicBezTo>
                    <a:cubicBezTo>
                      <a:pt x="175" y="41"/>
                      <a:pt x="175" y="41"/>
                      <a:pt x="175" y="41"/>
                    </a:cubicBezTo>
                    <a:cubicBezTo>
                      <a:pt x="174" y="41"/>
                      <a:pt x="174" y="41"/>
                      <a:pt x="174" y="41"/>
                    </a:cubicBezTo>
                    <a:cubicBezTo>
                      <a:pt x="174" y="40"/>
                      <a:pt x="174" y="40"/>
                      <a:pt x="174" y="40"/>
                    </a:cubicBezTo>
                    <a:close/>
                    <a:moveTo>
                      <a:pt x="174" y="45"/>
                    </a:moveTo>
                    <a:cubicBezTo>
                      <a:pt x="175" y="45"/>
                      <a:pt x="175" y="45"/>
                      <a:pt x="175" y="45"/>
                    </a:cubicBezTo>
                    <a:cubicBezTo>
                      <a:pt x="175" y="46"/>
                      <a:pt x="175" y="46"/>
                      <a:pt x="175" y="46"/>
                    </a:cubicBezTo>
                    <a:cubicBezTo>
                      <a:pt x="174" y="46"/>
                      <a:pt x="174" y="46"/>
                      <a:pt x="174" y="46"/>
                    </a:cubicBezTo>
                    <a:cubicBezTo>
                      <a:pt x="174" y="45"/>
                      <a:pt x="174" y="45"/>
                      <a:pt x="174" y="45"/>
                    </a:cubicBezTo>
                    <a:close/>
                    <a:moveTo>
                      <a:pt x="167" y="49"/>
                    </a:moveTo>
                    <a:cubicBezTo>
                      <a:pt x="169" y="49"/>
                      <a:pt x="169" y="49"/>
                      <a:pt x="169" y="49"/>
                    </a:cubicBezTo>
                    <a:cubicBezTo>
                      <a:pt x="169" y="51"/>
                      <a:pt x="169" y="51"/>
                      <a:pt x="169" y="51"/>
                    </a:cubicBezTo>
                    <a:cubicBezTo>
                      <a:pt x="167" y="51"/>
                      <a:pt x="167" y="51"/>
                      <a:pt x="167" y="51"/>
                    </a:cubicBezTo>
                    <a:cubicBezTo>
                      <a:pt x="167" y="49"/>
                      <a:pt x="167" y="49"/>
                      <a:pt x="167" y="49"/>
                    </a:cubicBezTo>
                    <a:close/>
                    <a:moveTo>
                      <a:pt x="149" y="14"/>
                    </a:moveTo>
                    <a:cubicBezTo>
                      <a:pt x="150" y="14"/>
                      <a:pt x="150" y="14"/>
                      <a:pt x="150" y="14"/>
                    </a:cubicBezTo>
                    <a:cubicBezTo>
                      <a:pt x="150" y="16"/>
                      <a:pt x="150" y="16"/>
                      <a:pt x="150" y="16"/>
                    </a:cubicBezTo>
                    <a:cubicBezTo>
                      <a:pt x="149" y="16"/>
                      <a:pt x="149" y="16"/>
                      <a:pt x="149" y="16"/>
                    </a:cubicBezTo>
                    <a:cubicBezTo>
                      <a:pt x="149" y="14"/>
                      <a:pt x="149" y="14"/>
                      <a:pt x="149" y="14"/>
                    </a:cubicBezTo>
                    <a:close/>
                    <a:moveTo>
                      <a:pt x="117" y="18"/>
                    </a:moveTo>
                    <a:cubicBezTo>
                      <a:pt x="119" y="18"/>
                      <a:pt x="119" y="18"/>
                      <a:pt x="119" y="18"/>
                    </a:cubicBezTo>
                    <a:cubicBezTo>
                      <a:pt x="119" y="18"/>
                      <a:pt x="119" y="18"/>
                      <a:pt x="119" y="18"/>
                    </a:cubicBezTo>
                    <a:cubicBezTo>
                      <a:pt x="119" y="18"/>
                      <a:pt x="119" y="18"/>
                      <a:pt x="119" y="18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20" y="17"/>
                      <a:pt x="120" y="17"/>
                      <a:pt x="120" y="17"/>
                    </a:cubicBezTo>
                    <a:cubicBezTo>
                      <a:pt x="120" y="18"/>
                      <a:pt x="120" y="18"/>
                      <a:pt x="120" y="18"/>
                    </a:cubicBezTo>
                    <a:cubicBezTo>
                      <a:pt x="121" y="18"/>
                      <a:pt x="121" y="18"/>
                      <a:pt x="121" y="18"/>
                    </a:cubicBezTo>
                    <a:cubicBezTo>
                      <a:pt x="121" y="19"/>
                      <a:pt x="121" y="19"/>
                      <a:pt x="121" y="19"/>
                    </a:cubicBezTo>
                    <a:cubicBezTo>
                      <a:pt x="120" y="19"/>
                      <a:pt x="120" y="19"/>
                      <a:pt x="120" y="19"/>
                    </a:cubicBezTo>
                    <a:cubicBezTo>
                      <a:pt x="120" y="20"/>
                      <a:pt x="120" y="20"/>
                      <a:pt x="120" y="20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17" y="18"/>
                      <a:pt x="117" y="18"/>
                      <a:pt x="117" y="18"/>
                    </a:cubicBezTo>
                    <a:close/>
                    <a:moveTo>
                      <a:pt x="142" y="14"/>
                    </a:moveTo>
                    <a:cubicBezTo>
                      <a:pt x="140" y="14"/>
                      <a:pt x="140" y="14"/>
                      <a:pt x="140" y="14"/>
                    </a:cubicBezTo>
                    <a:cubicBezTo>
                      <a:pt x="140" y="15"/>
                      <a:pt x="140" y="15"/>
                      <a:pt x="140" y="15"/>
                    </a:cubicBezTo>
                    <a:cubicBezTo>
                      <a:pt x="142" y="15"/>
                      <a:pt x="142" y="15"/>
                      <a:pt x="142" y="15"/>
                    </a:cubicBezTo>
                    <a:cubicBezTo>
                      <a:pt x="142" y="14"/>
                      <a:pt x="142" y="14"/>
                      <a:pt x="142" y="14"/>
                    </a:cubicBezTo>
                    <a:close/>
                    <a:moveTo>
                      <a:pt x="139" y="13"/>
                    </a:moveTo>
                    <a:cubicBezTo>
                      <a:pt x="141" y="13"/>
                      <a:pt x="141" y="13"/>
                      <a:pt x="141" y="13"/>
                    </a:cubicBezTo>
                    <a:cubicBezTo>
                      <a:pt x="141" y="14"/>
                      <a:pt x="141" y="14"/>
                      <a:pt x="141" y="14"/>
                    </a:cubicBezTo>
                    <a:cubicBezTo>
                      <a:pt x="139" y="14"/>
                      <a:pt x="139" y="14"/>
                      <a:pt x="139" y="14"/>
                    </a:cubicBezTo>
                    <a:cubicBezTo>
                      <a:pt x="139" y="13"/>
                      <a:pt x="139" y="13"/>
                      <a:pt x="139" y="13"/>
                    </a:cubicBezTo>
                    <a:close/>
                    <a:moveTo>
                      <a:pt x="131" y="15"/>
                    </a:moveTo>
                    <a:cubicBezTo>
                      <a:pt x="133" y="15"/>
                      <a:pt x="133" y="15"/>
                      <a:pt x="133" y="15"/>
                    </a:cubicBezTo>
                    <a:cubicBezTo>
                      <a:pt x="133" y="21"/>
                      <a:pt x="133" y="21"/>
                      <a:pt x="133" y="21"/>
                    </a:cubicBezTo>
                    <a:cubicBezTo>
                      <a:pt x="131" y="21"/>
                      <a:pt x="131" y="21"/>
                      <a:pt x="131" y="21"/>
                    </a:cubicBezTo>
                    <a:cubicBezTo>
                      <a:pt x="131" y="15"/>
                      <a:pt x="131" y="15"/>
                      <a:pt x="131" y="15"/>
                    </a:cubicBezTo>
                    <a:close/>
                    <a:moveTo>
                      <a:pt x="222" y="69"/>
                    </a:moveTo>
                    <a:cubicBezTo>
                      <a:pt x="223" y="69"/>
                      <a:pt x="223" y="69"/>
                      <a:pt x="223" y="69"/>
                    </a:cubicBezTo>
                    <a:cubicBezTo>
                      <a:pt x="223" y="68"/>
                      <a:pt x="223" y="68"/>
                      <a:pt x="223" y="68"/>
                    </a:cubicBezTo>
                    <a:cubicBezTo>
                      <a:pt x="226" y="68"/>
                      <a:pt x="226" y="68"/>
                      <a:pt x="226" y="68"/>
                    </a:cubicBezTo>
                    <a:cubicBezTo>
                      <a:pt x="226" y="69"/>
                      <a:pt x="226" y="69"/>
                      <a:pt x="226" y="69"/>
                    </a:cubicBezTo>
                    <a:cubicBezTo>
                      <a:pt x="225" y="69"/>
                      <a:pt x="225" y="69"/>
                      <a:pt x="225" y="69"/>
                    </a:cubicBezTo>
                    <a:cubicBezTo>
                      <a:pt x="225" y="70"/>
                      <a:pt x="225" y="70"/>
                      <a:pt x="225" y="70"/>
                    </a:cubicBezTo>
                    <a:cubicBezTo>
                      <a:pt x="222" y="70"/>
                      <a:pt x="222" y="70"/>
                      <a:pt x="222" y="70"/>
                    </a:cubicBezTo>
                    <a:cubicBezTo>
                      <a:pt x="222" y="69"/>
                      <a:pt x="222" y="69"/>
                      <a:pt x="222" y="69"/>
                    </a:cubicBezTo>
                    <a:close/>
                    <a:moveTo>
                      <a:pt x="213" y="72"/>
                    </a:moveTo>
                    <a:cubicBezTo>
                      <a:pt x="216" y="72"/>
                      <a:pt x="216" y="72"/>
                      <a:pt x="216" y="72"/>
                    </a:cubicBezTo>
                    <a:cubicBezTo>
                      <a:pt x="216" y="73"/>
                      <a:pt x="216" y="73"/>
                      <a:pt x="216" y="73"/>
                    </a:cubicBezTo>
                    <a:cubicBezTo>
                      <a:pt x="216" y="73"/>
                      <a:pt x="216" y="73"/>
                      <a:pt x="216" y="73"/>
                    </a:cubicBezTo>
                    <a:cubicBezTo>
                      <a:pt x="216" y="73"/>
                      <a:pt x="216" y="73"/>
                      <a:pt x="216" y="73"/>
                    </a:cubicBezTo>
                    <a:cubicBezTo>
                      <a:pt x="216" y="73"/>
                      <a:pt x="216" y="73"/>
                      <a:pt x="216" y="73"/>
                    </a:cubicBezTo>
                    <a:cubicBezTo>
                      <a:pt x="216" y="74"/>
                      <a:pt x="216" y="74"/>
                      <a:pt x="216" y="74"/>
                    </a:cubicBezTo>
                    <a:cubicBezTo>
                      <a:pt x="214" y="74"/>
                      <a:pt x="214" y="74"/>
                      <a:pt x="214" y="74"/>
                    </a:cubicBezTo>
                    <a:cubicBezTo>
                      <a:pt x="214" y="73"/>
                      <a:pt x="214" y="73"/>
                      <a:pt x="214" y="73"/>
                    </a:cubicBezTo>
                    <a:cubicBezTo>
                      <a:pt x="213" y="73"/>
                      <a:pt x="213" y="73"/>
                      <a:pt x="213" y="73"/>
                    </a:cubicBezTo>
                    <a:cubicBezTo>
                      <a:pt x="213" y="72"/>
                      <a:pt x="213" y="72"/>
                      <a:pt x="213" y="72"/>
                    </a:cubicBezTo>
                    <a:close/>
                    <a:moveTo>
                      <a:pt x="218" y="76"/>
                    </a:moveTo>
                    <a:cubicBezTo>
                      <a:pt x="220" y="76"/>
                      <a:pt x="220" y="76"/>
                      <a:pt x="220" y="76"/>
                    </a:cubicBezTo>
                    <a:cubicBezTo>
                      <a:pt x="220" y="76"/>
                      <a:pt x="220" y="76"/>
                      <a:pt x="220" y="76"/>
                    </a:cubicBezTo>
                    <a:cubicBezTo>
                      <a:pt x="222" y="76"/>
                      <a:pt x="222" y="76"/>
                      <a:pt x="222" y="76"/>
                    </a:cubicBezTo>
                    <a:cubicBezTo>
                      <a:pt x="222" y="78"/>
                      <a:pt x="222" y="78"/>
                      <a:pt x="222" y="78"/>
                    </a:cubicBezTo>
                    <a:cubicBezTo>
                      <a:pt x="221" y="78"/>
                      <a:pt x="221" y="78"/>
                      <a:pt x="221" y="78"/>
                    </a:cubicBezTo>
                    <a:cubicBezTo>
                      <a:pt x="221" y="78"/>
                      <a:pt x="221" y="78"/>
                      <a:pt x="221" y="78"/>
                    </a:cubicBezTo>
                    <a:cubicBezTo>
                      <a:pt x="220" y="78"/>
                      <a:pt x="220" y="78"/>
                      <a:pt x="220" y="78"/>
                    </a:cubicBezTo>
                    <a:cubicBezTo>
                      <a:pt x="220" y="82"/>
                      <a:pt x="220" y="82"/>
                      <a:pt x="220" y="82"/>
                    </a:cubicBezTo>
                    <a:cubicBezTo>
                      <a:pt x="218" y="82"/>
                      <a:pt x="218" y="82"/>
                      <a:pt x="218" y="82"/>
                    </a:cubicBezTo>
                    <a:cubicBezTo>
                      <a:pt x="218" y="76"/>
                      <a:pt x="218" y="76"/>
                      <a:pt x="218" y="76"/>
                    </a:cubicBezTo>
                    <a:close/>
                    <a:moveTo>
                      <a:pt x="235" y="81"/>
                    </a:moveTo>
                    <a:cubicBezTo>
                      <a:pt x="237" y="81"/>
                      <a:pt x="237" y="81"/>
                      <a:pt x="237" y="81"/>
                    </a:cubicBezTo>
                    <a:cubicBezTo>
                      <a:pt x="237" y="80"/>
                      <a:pt x="237" y="80"/>
                      <a:pt x="237" y="80"/>
                    </a:cubicBezTo>
                    <a:cubicBezTo>
                      <a:pt x="239" y="80"/>
                      <a:pt x="239" y="80"/>
                      <a:pt x="239" y="80"/>
                    </a:cubicBezTo>
                    <a:cubicBezTo>
                      <a:pt x="239" y="81"/>
                      <a:pt x="239" y="81"/>
                      <a:pt x="239" y="81"/>
                    </a:cubicBezTo>
                    <a:cubicBezTo>
                      <a:pt x="239" y="81"/>
                      <a:pt x="239" y="81"/>
                      <a:pt x="239" y="81"/>
                    </a:cubicBezTo>
                    <a:cubicBezTo>
                      <a:pt x="239" y="82"/>
                      <a:pt x="239" y="82"/>
                      <a:pt x="239" y="82"/>
                    </a:cubicBezTo>
                    <a:cubicBezTo>
                      <a:pt x="239" y="82"/>
                      <a:pt x="239" y="82"/>
                      <a:pt x="239" y="82"/>
                    </a:cubicBezTo>
                    <a:cubicBezTo>
                      <a:pt x="239" y="83"/>
                      <a:pt x="239" y="83"/>
                      <a:pt x="239" y="83"/>
                    </a:cubicBezTo>
                    <a:cubicBezTo>
                      <a:pt x="237" y="83"/>
                      <a:pt x="237" y="83"/>
                      <a:pt x="237" y="83"/>
                    </a:cubicBezTo>
                    <a:cubicBezTo>
                      <a:pt x="237" y="82"/>
                      <a:pt x="237" y="82"/>
                      <a:pt x="237" y="82"/>
                    </a:cubicBezTo>
                    <a:cubicBezTo>
                      <a:pt x="235" y="82"/>
                      <a:pt x="235" y="82"/>
                      <a:pt x="235" y="82"/>
                    </a:cubicBezTo>
                    <a:cubicBezTo>
                      <a:pt x="235" y="82"/>
                      <a:pt x="235" y="82"/>
                      <a:pt x="235" y="82"/>
                    </a:cubicBezTo>
                    <a:cubicBezTo>
                      <a:pt x="235" y="82"/>
                      <a:pt x="235" y="82"/>
                      <a:pt x="235" y="82"/>
                    </a:cubicBezTo>
                    <a:cubicBezTo>
                      <a:pt x="235" y="81"/>
                      <a:pt x="235" y="81"/>
                      <a:pt x="235" y="81"/>
                    </a:cubicBezTo>
                    <a:close/>
                    <a:moveTo>
                      <a:pt x="244" y="78"/>
                    </a:moveTo>
                    <a:cubicBezTo>
                      <a:pt x="245" y="78"/>
                      <a:pt x="245" y="78"/>
                      <a:pt x="245" y="78"/>
                    </a:cubicBezTo>
                    <a:cubicBezTo>
                      <a:pt x="245" y="78"/>
                      <a:pt x="245" y="78"/>
                      <a:pt x="245" y="78"/>
                    </a:cubicBezTo>
                    <a:cubicBezTo>
                      <a:pt x="244" y="78"/>
                      <a:pt x="244" y="78"/>
                      <a:pt x="244" y="78"/>
                    </a:cubicBezTo>
                    <a:cubicBezTo>
                      <a:pt x="244" y="78"/>
                      <a:pt x="244" y="78"/>
                      <a:pt x="244" y="78"/>
                    </a:cubicBezTo>
                    <a:close/>
                    <a:moveTo>
                      <a:pt x="268" y="77"/>
                    </a:moveTo>
                    <a:cubicBezTo>
                      <a:pt x="267" y="77"/>
                      <a:pt x="267" y="77"/>
                      <a:pt x="267" y="77"/>
                    </a:cubicBezTo>
                    <a:cubicBezTo>
                      <a:pt x="267" y="78"/>
                      <a:pt x="267" y="78"/>
                      <a:pt x="267" y="78"/>
                    </a:cubicBezTo>
                    <a:cubicBezTo>
                      <a:pt x="268" y="78"/>
                      <a:pt x="268" y="78"/>
                      <a:pt x="268" y="78"/>
                    </a:cubicBezTo>
                    <a:cubicBezTo>
                      <a:pt x="268" y="77"/>
                      <a:pt x="268" y="77"/>
                      <a:pt x="268" y="77"/>
                    </a:cubicBezTo>
                    <a:close/>
                    <a:moveTo>
                      <a:pt x="266" y="76"/>
                    </a:moveTo>
                    <a:cubicBezTo>
                      <a:pt x="267" y="76"/>
                      <a:pt x="267" y="76"/>
                      <a:pt x="267" y="76"/>
                    </a:cubicBezTo>
                    <a:cubicBezTo>
                      <a:pt x="267" y="78"/>
                      <a:pt x="267" y="78"/>
                      <a:pt x="267" y="78"/>
                    </a:cubicBezTo>
                    <a:cubicBezTo>
                      <a:pt x="266" y="78"/>
                      <a:pt x="266" y="78"/>
                      <a:pt x="266" y="78"/>
                    </a:cubicBezTo>
                    <a:cubicBezTo>
                      <a:pt x="266" y="76"/>
                      <a:pt x="266" y="76"/>
                      <a:pt x="266" y="76"/>
                    </a:cubicBezTo>
                    <a:close/>
                    <a:moveTo>
                      <a:pt x="263" y="74"/>
                    </a:moveTo>
                    <a:cubicBezTo>
                      <a:pt x="265" y="74"/>
                      <a:pt x="265" y="74"/>
                      <a:pt x="265" y="74"/>
                    </a:cubicBezTo>
                    <a:cubicBezTo>
                      <a:pt x="265" y="75"/>
                      <a:pt x="265" y="75"/>
                      <a:pt x="265" y="75"/>
                    </a:cubicBezTo>
                    <a:cubicBezTo>
                      <a:pt x="266" y="75"/>
                      <a:pt x="266" y="75"/>
                      <a:pt x="266" y="75"/>
                    </a:cubicBezTo>
                    <a:cubicBezTo>
                      <a:pt x="266" y="76"/>
                      <a:pt x="266" y="76"/>
                      <a:pt x="266" y="76"/>
                    </a:cubicBezTo>
                    <a:cubicBezTo>
                      <a:pt x="265" y="76"/>
                      <a:pt x="265" y="76"/>
                      <a:pt x="265" y="76"/>
                    </a:cubicBezTo>
                    <a:cubicBezTo>
                      <a:pt x="265" y="76"/>
                      <a:pt x="265" y="76"/>
                      <a:pt x="265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3" y="74"/>
                      <a:pt x="263" y="74"/>
                      <a:pt x="263" y="74"/>
                    </a:cubicBezTo>
                    <a:close/>
                    <a:moveTo>
                      <a:pt x="248" y="79"/>
                    </a:moveTo>
                    <a:cubicBezTo>
                      <a:pt x="250" y="79"/>
                      <a:pt x="250" y="79"/>
                      <a:pt x="250" y="79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48" y="79"/>
                      <a:pt x="248" y="79"/>
                      <a:pt x="248" y="79"/>
                    </a:cubicBezTo>
                    <a:close/>
                    <a:moveTo>
                      <a:pt x="37" y="68"/>
                    </a:moveTo>
                    <a:cubicBezTo>
                      <a:pt x="36" y="68"/>
                      <a:pt x="36" y="69"/>
                      <a:pt x="37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39" y="69"/>
                      <a:pt x="39" y="69"/>
                      <a:pt x="40" y="68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39" y="68"/>
                      <a:pt x="39" y="67"/>
                      <a:pt x="37" y="68"/>
                    </a:cubicBezTo>
                    <a:close/>
                    <a:moveTo>
                      <a:pt x="196" y="82"/>
                    </a:moveTo>
                    <a:cubicBezTo>
                      <a:pt x="195" y="82"/>
                      <a:pt x="195" y="82"/>
                      <a:pt x="195" y="82"/>
                    </a:cubicBezTo>
                    <a:cubicBezTo>
                      <a:pt x="196" y="82"/>
                      <a:pt x="196" y="82"/>
                      <a:pt x="196" y="82"/>
                    </a:cubicBezTo>
                    <a:cubicBezTo>
                      <a:pt x="196" y="82"/>
                      <a:pt x="196" y="82"/>
                      <a:pt x="196" y="82"/>
                    </a:cubicBezTo>
                    <a:cubicBezTo>
                      <a:pt x="196" y="82"/>
                      <a:pt x="196" y="82"/>
                      <a:pt x="196" y="82"/>
                    </a:cubicBezTo>
                    <a:close/>
                    <a:moveTo>
                      <a:pt x="141" y="80"/>
                    </a:moveTo>
                    <a:cubicBezTo>
                      <a:pt x="141" y="81"/>
                      <a:pt x="140" y="81"/>
                      <a:pt x="140" y="81"/>
                    </a:cubicBezTo>
                    <a:cubicBezTo>
                      <a:pt x="140" y="81"/>
                      <a:pt x="140" y="81"/>
                      <a:pt x="140" y="81"/>
                    </a:cubicBezTo>
                    <a:cubicBezTo>
                      <a:pt x="140" y="82"/>
                      <a:pt x="140" y="82"/>
                      <a:pt x="140" y="82"/>
                    </a:cubicBezTo>
                    <a:cubicBezTo>
                      <a:pt x="143" y="83"/>
                      <a:pt x="147" y="83"/>
                      <a:pt x="148" y="82"/>
                    </a:cubicBezTo>
                    <a:cubicBezTo>
                      <a:pt x="148" y="81"/>
                      <a:pt x="147" y="81"/>
                      <a:pt x="147" y="81"/>
                    </a:cubicBezTo>
                    <a:cubicBezTo>
                      <a:pt x="145" y="81"/>
                      <a:pt x="143" y="81"/>
                      <a:pt x="141" y="80"/>
                    </a:cubicBezTo>
                    <a:close/>
                    <a:moveTo>
                      <a:pt x="180" y="80"/>
                    </a:moveTo>
                    <a:cubicBezTo>
                      <a:pt x="179" y="80"/>
                      <a:pt x="177" y="80"/>
                      <a:pt x="176" y="81"/>
                    </a:cubicBezTo>
                    <a:cubicBezTo>
                      <a:pt x="176" y="81"/>
                      <a:pt x="176" y="81"/>
                      <a:pt x="176" y="82"/>
                    </a:cubicBezTo>
                    <a:cubicBezTo>
                      <a:pt x="176" y="82"/>
                      <a:pt x="177" y="82"/>
                      <a:pt x="177" y="82"/>
                    </a:cubicBezTo>
                    <a:cubicBezTo>
                      <a:pt x="179" y="83"/>
                      <a:pt x="180" y="83"/>
                      <a:pt x="181" y="82"/>
                    </a:cubicBezTo>
                    <a:cubicBezTo>
                      <a:pt x="182" y="81"/>
                      <a:pt x="182" y="81"/>
                      <a:pt x="182" y="81"/>
                    </a:cubicBezTo>
                    <a:cubicBezTo>
                      <a:pt x="182" y="80"/>
                      <a:pt x="182" y="80"/>
                      <a:pt x="181" y="80"/>
                    </a:cubicBezTo>
                    <a:cubicBezTo>
                      <a:pt x="181" y="80"/>
                      <a:pt x="180" y="80"/>
                      <a:pt x="180" y="80"/>
                    </a:cubicBezTo>
                    <a:close/>
                    <a:moveTo>
                      <a:pt x="123" y="80"/>
                    </a:moveTo>
                    <a:cubicBezTo>
                      <a:pt x="123" y="80"/>
                      <a:pt x="123" y="80"/>
                      <a:pt x="122" y="81"/>
                    </a:cubicBezTo>
                    <a:cubicBezTo>
                      <a:pt x="123" y="81"/>
                      <a:pt x="123" y="82"/>
                      <a:pt x="123" y="82"/>
                    </a:cubicBezTo>
                    <a:cubicBezTo>
                      <a:pt x="124" y="82"/>
                      <a:pt x="124" y="82"/>
                      <a:pt x="125" y="83"/>
                    </a:cubicBezTo>
                    <a:cubicBezTo>
                      <a:pt x="126" y="82"/>
                      <a:pt x="126" y="82"/>
                      <a:pt x="126" y="81"/>
                    </a:cubicBezTo>
                    <a:cubicBezTo>
                      <a:pt x="126" y="81"/>
                      <a:pt x="126" y="81"/>
                      <a:pt x="126" y="81"/>
                    </a:cubicBezTo>
                    <a:cubicBezTo>
                      <a:pt x="125" y="80"/>
                      <a:pt x="124" y="80"/>
                      <a:pt x="123" y="80"/>
                    </a:cubicBezTo>
                    <a:close/>
                    <a:moveTo>
                      <a:pt x="258" y="79"/>
                    </a:moveTo>
                    <a:cubicBezTo>
                      <a:pt x="258" y="80"/>
                      <a:pt x="258" y="80"/>
                      <a:pt x="257" y="81"/>
                    </a:cubicBezTo>
                    <a:cubicBezTo>
                      <a:pt x="258" y="81"/>
                      <a:pt x="259" y="82"/>
                      <a:pt x="259" y="83"/>
                    </a:cubicBezTo>
                    <a:cubicBezTo>
                      <a:pt x="259" y="83"/>
                      <a:pt x="260" y="83"/>
                      <a:pt x="260" y="83"/>
                    </a:cubicBezTo>
                    <a:cubicBezTo>
                      <a:pt x="260" y="82"/>
                      <a:pt x="260" y="82"/>
                      <a:pt x="261" y="82"/>
                    </a:cubicBezTo>
                    <a:cubicBezTo>
                      <a:pt x="260" y="81"/>
                      <a:pt x="259" y="80"/>
                      <a:pt x="258" y="79"/>
                    </a:cubicBezTo>
                    <a:cubicBezTo>
                      <a:pt x="258" y="79"/>
                      <a:pt x="258" y="79"/>
                      <a:pt x="258" y="79"/>
                    </a:cubicBezTo>
                    <a:close/>
                    <a:moveTo>
                      <a:pt x="301" y="79"/>
                    </a:moveTo>
                    <a:cubicBezTo>
                      <a:pt x="300" y="80"/>
                      <a:pt x="300" y="80"/>
                      <a:pt x="300" y="81"/>
                    </a:cubicBezTo>
                    <a:cubicBezTo>
                      <a:pt x="301" y="81"/>
                      <a:pt x="301" y="82"/>
                      <a:pt x="301" y="82"/>
                    </a:cubicBezTo>
                    <a:cubicBezTo>
                      <a:pt x="302" y="82"/>
                      <a:pt x="302" y="83"/>
                      <a:pt x="303" y="82"/>
                    </a:cubicBezTo>
                    <a:cubicBezTo>
                      <a:pt x="303" y="82"/>
                      <a:pt x="303" y="82"/>
                      <a:pt x="304" y="82"/>
                    </a:cubicBezTo>
                    <a:cubicBezTo>
                      <a:pt x="304" y="82"/>
                      <a:pt x="304" y="82"/>
                      <a:pt x="304" y="81"/>
                    </a:cubicBezTo>
                    <a:cubicBezTo>
                      <a:pt x="303" y="80"/>
                      <a:pt x="302" y="80"/>
                      <a:pt x="301" y="79"/>
                    </a:cubicBezTo>
                    <a:close/>
                    <a:moveTo>
                      <a:pt x="111" y="78"/>
                    </a:moveTo>
                    <a:cubicBezTo>
                      <a:pt x="109" y="79"/>
                      <a:pt x="108" y="80"/>
                      <a:pt x="107" y="82"/>
                    </a:cubicBezTo>
                    <a:cubicBezTo>
                      <a:pt x="107" y="82"/>
                      <a:pt x="107" y="82"/>
                      <a:pt x="107" y="82"/>
                    </a:cubicBezTo>
                    <a:cubicBezTo>
                      <a:pt x="107" y="82"/>
                      <a:pt x="107" y="82"/>
                      <a:pt x="107" y="82"/>
                    </a:cubicBezTo>
                    <a:cubicBezTo>
                      <a:pt x="109" y="83"/>
                      <a:pt x="112" y="82"/>
                      <a:pt x="113" y="81"/>
                    </a:cubicBezTo>
                    <a:cubicBezTo>
                      <a:pt x="113" y="80"/>
                      <a:pt x="113" y="80"/>
                      <a:pt x="113" y="80"/>
                    </a:cubicBezTo>
                    <a:cubicBezTo>
                      <a:pt x="113" y="79"/>
                      <a:pt x="113" y="79"/>
                      <a:pt x="112" y="79"/>
                    </a:cubicBezTo>
                    <a:cubicBezTo>
                      <a:pt x="112" y="79"/>
                      <a:pt x="112" y="79"/>
                      <a:pt x="111" y="78"/>
                    </a:cubicBezTo>
                    <a:close/>
                    <a:moveTo>
                      <a:pt x="81" y="78"/>
                    </a:moveTo>
                    <a:cubicBezTo>
                      <a:pt x="80" y="79"/>
                      <a:pt x="77" y="80"/>
                      <a:pt x="77" y="82"/>
                    </a:cubicBezTo>
                    <a:cubicBezTo>
                      <a:pt x="77" y="82"/>
                      <a:pt x="77" y="82"/>
                      <a:pt x="78" y="82"/>
                    </a:cubicBezTo>
                    <a:cubicBezTo>
                      <a:pt x="78" y="83"/>
                      <a:pt x="80" y="83"/>
                      <a:pt x="81" y="82"/>
                    </a:cubicBezTo>
                    <a:cubicBezTo>
                      <a:pt x="82" y="82"/>
                      <a:pt x="82" y="82"/>
                      <a:pt x="82" y="81"/>
                    </a:cubicBezTo>
                    <a:cubicBezTo>
                      <a:pt x="83" y="80"/>
                      <a:pt x="82" y="79"/>
                      <a:pt x="82" y="78"/>
                    </a:cubicBezTo>
                    <a:cubicBezTo>
                      <a:pt x="81" y="78"/>
                      <a:pt x="81" y="78"/>
                      <a:pt x="81" y="78"/>
                    </a:cubicBezTo>
                    <a:close/>
                    <a:moveTo>
                      <a:pt x="184" y="77"/>
                    </a:moveTo>
                    <a:cubicBezTo>
                      <a:pt x="183" y="78"/>
                      <a:pt x="183" y="78"/>
                      <a:pt x="183" y="78"/>
                    </a:cubicBezTo>
                    <a:cubicBezTo>
                      <a:pt x="183" y="78"/>
                      <a:pt x="183" y="78"/>
                      <a:pt x="183" y="78"/>
                    </a:cubicBezTo>
                    <a:cubicBezTo>
                      <a:pt x="183" y="78"/>
                      <a:pt x="184" y="78"/>
                      <a:pt x="184" y="78"/>
                    </a:cubicBezTo>
                    <a:cubicBezTo>
                      <a:pt x="184" y="78"/>
                      <a:pt x="184" y="78"/>
                      <a:pt x="184" y="77"/>
                    </a:cubicBezTo>
                    <a:cubicBezTo>
                      <a:pt x="184" y="77"/>
                      <a:pt x="184" y="77"/>
                      <a:pt x="184" y="77"/>
                    </a:cubicBezTo>
                    <a:close/>
                    <a:moveTo>
                      <a:pt x="38" y="76"/>
                    </a:moveTo>
                    <a:cubicBezTo>
                      <a:pt x="38" y="77"/>
                      <a:pt x="38" y="78"/>
                      <a:pt x="38" y="79"/>
                    </a:cubicBezTo>
                    <a:cubicBezTo>
                      <a:pt x="38" y="79"/>
                      <a:pt x="39" y="79"/>
                      <a:pt x="39" y="79"/>
                    </a:cubicBezTo>
                    <a:cubicBezTo>
                      <a:pt x="39" y="79"/>
                      <a:pt x="39" y="79"/>
                      <a:pt x="40" y="78"/>
                    </a:cubicBezTo>
                    <a:cubicBezTo>
                      <a:pt x="40" y="78"/>
                      <a:pt x="40" y="77"/>
                      <a:pt x="40" y="76"/>
                    </a:cubicBezTo>
                    <a:cubicBezTo>
                      <a:pt x="39" y="76"/>
                      <a:pt x="39" y="76"/>
                      <a:pt x="38" y="76"/>
                    </a:cubicBezTo>
                    <a:close/>
                    <a:moveTo>
                      <a:pt x="66" y="77"/>
                    </a:moveTo>
                    <a:cubicBezTo>
                      <a:pt x="65" y="77"/>
                      <a:pt x="64" y="77"/>
                      <a:pt x="63" y="79"/>
                    </a:cubicBezTo>
                    <a:cubicBezTo>
                      <a:pt x="63" y="79"/>
                      <a:pt x="63" y="79"/>
                      <a:pt x="63" y="79"/>
                    </a:cubicBezTo>
                    <a:cubicBezTo>
                      <a:pt x="67" y="79"/>
                      <a:pt x="68" y="81"/>
                      <a:pt x="70" y="82"/>
                    </a:cubicBezTo>
                    <a:cubicBezTo>
                      <a:pt x="70" y="82"/>
                      <a:pt x="70" y="81"/>
                      <a:pt x="70" y="81"/>
                    </a:cubicBezTo>
                    <a:cubicBezTo>
                      <a:pt x="70" y="80"/>
                      <a:pt x="70" y="79"/>
                      <a:pt x="70" y="78"/>
                    </a:cubicBezTo>
                    <a:cubicBezTo>
                      <a:pt x="69" y="77"/>
                      <a:pt x="68" y="77"/>
                      <a:pt x="66" y="77"/>
                    </a:cubicBezTo>
                    <a:close/>
                    <a:moveTo>
                      <a:pt x="204" y="76"/>
                    </a:moveTo>
                    <a:cubicBezTo>
                      <a:pt x="203" y="78"/>
                      <a:pt x="206" y="78"/>
                      <a:pt x="208" y="79"/>
                    </a:cubicBezTo>
                    <a:cubicBezTo>
                      <a:pt x="209" y="80"/>
                      <a:pt x="208" y="84"/>
                      <a:pt x="211" y="81"/>
                    </a:cubicBezTo>
                    <a:cubicBezTo>
                      <a:pt x="211" y="77"/>
                      <a:pt x="207" y="76"/>
                      <a:pt x="204" y="76"/>
                    </a:cubicBezTo>
                    <a:close/>
                    <a:moveTo>
                      <a:pt x="168" y="76"/>
                    </a:moveTo>
                    <a:cubicBezTo>
                      <a:pt x="168" y="78"/>
                      <a:pt x="169" y="78"/>
                      <a:pt x="170" y="79"/>
                    </a:cubicBezTo>
                    <a:cubicBezTo>
                      <a:pt x="170" y="79"/>
                      <a:pt x="171" y="79"/>
                      <a:pt x="171" y="78"/>
                    </a:cubicBezTo>
                    <a:cubicBezTo>
                      <a:pt x="171" y="78"/>
                      <a:pt x="171" y="78"/>
                      <a:pt x="171" y="78"/>
                    </a:cubicBezTo>
                    <a:cubicBezTo>
                      <a:pt x="170" y="77"/>
                      <a:pt x="170" y="76"/>
                      <a:pt x="168" y="76"/>
                    </a:cubicBezTo>
                    <a:close/>
                    <a:moveTo>
                      <a:pt x="98" y="75"/>
                    </a:moveTo>
                    <a:cubicBezTo>
                      <a:pt x="97" y="76"/>
                      <a:pt x="97" y="81"/>
                      <a:pt x="97" y="82"/>
                    </a:cubicBezTo>
                    <a:cubicBezTo>
                      <a:pt x="98" y="82"/>
                      <a:pt x="98" y="82"/>
                      <a:pt x="98" y="82"/>
                    </a:cubicBezTo>
                    <a:cubicBezTo>
                      <a:pt x="101" y="83"/>
                      <a:pt x="100" y="81"/>
                      <a:pt x="100" y="79"/>
                    </a:cubicBezTo>
                    <a:cubicBezTo>
                      <a:pt x="100" y="78"/>
                      <a:pt x="100" y="77"/>
                      <a:pt x="100" y="76"/>
                    </a:cubicBezTo>
                    <a:cubicBezTo>
                      <a:pt x="100" y="75"/>
                      <a:pt x="99" y="75"/>
                      <a:pt x="99" y="75"/>
                    </a:cubicBezTo>
                    <a:cubicBezTo>
                      <a:pt x="98" y="75"/>
                      <a:pt x="98" y="75"/>
                      <a:pt x="98" y="75"/>
                    </a:cubicBezTo>
                    <a:close/>
                    <a:moveTo>
                      <a:pt x="24" y="74"/>
                    </a:moveTo>
                    <a:cubicBezTo>
                      <a:pt x="22" y="75"/>
                      <a:pt x="18" y="81"/>
                      <a:pt x="18" y="82"/>
                    </a:cubicBezTo>
                    <a:cubicBezTo>
                      <a:pt x="18" y="83"/>
                      <a:pt x="18" y="82"/>
                      <a:pt x="18" y="82"/>
                    </a:cubicBezTo>
                    <a:cubicBezTo>
                      <a:pt x="18" y="82"/>
                      <a:pt x="18" y="83"/>
                      <a:pt x="19" y="82"/>
                    </a:cubicBezTo>
                    <a:cubicBezTo>
                      <a:pt x="19" y="82"/>
                      <a:pt x="20" y="80"/>
                      <a:pt x="21" y="79"/>
                    </a:cubicBezTo>
                    <a:cubicBezTo>
                      <a:pt x="22" y="78"/>
                      <a:pt x="24" y="79"/>
                      <a:pt x="24" y="78"/>
                    </a:cubicBezTo>
                    <a:cubicBezTo>
                      <a:pt x="25" y="77"/>
                      <a:pt x="25" y="74"/>
                      <a:pt x="24" y="74"/>
                    </a:cubicBezTo>
                    <a:close/>
                    <a:moveTo>
                      <a:pt x="290" y="76"/>
                    </a:moveTo>
                    <a:cubicBezTo>
                      <a:pt x="288" y="78"/>
                      <a:pt x="288" y="76"/>
                      <a:pt x="287" y="78"/>
                    </a:cubicBezTo>
                    <a:cubicBezTo>
                      <a:pt x="286" y="80"/>
                      <a:pt x="287" y="81"/>
                      <a:pt x="288" y="82"/>
                    </a:cubicBezTo>
                    <a:cubicBezTo>
                      <a:pt x="289" y="83"/>
                      <a:pt x="290" y="83"/>
                      <a:pt x="290" y="82"/>
                    </a:cubicBezTo>
                    <a:cubicBezTo>
                      <a:pt x="291" y="81"/>
                      <a:pt x="290" y="79"/>
                      <a:pt x="291" y="78"/>
                    </a:cubicBezTo>
                    <a:cubicBezTo>
                      <a:pt x="291" y="77"/>
                      <a:pt x="292" y="77"/>
                      <a:pt x="293" y="76"/>
                    </a:cubicBezTo>
                    <a:cubicBezTo>
                      <a:pt x="294" y="72"/>
                      <a:pt x="290" y="76"/>
                      <a:pt x="290" y="76"/>
                    </a:cubicBezTo>
                    <a:close/>
                    <a:moveTo>
                      <a:pt x="274" y="74"/>
                    </a:moveTo>
                    <a:cubicBezTo>
                      <a:pt x="273" y="74"/>
                      <a:pt x="274" y="74"/>
                      <a:pt x="274" y="74"/>
                    </a:cubicBezTo>
                    <a:cubicBezTo>
                      <a:pt x="274" y="74"/>
                      <a:pt x="273" y="74"/>
                      <a:pt x="274" y="75"/>
                    </a:cubicBezTo>
                    <a:cubicBezTo>
                      <a:pt x="274" y="76"/>
                      <a:pt x="276" y="77"/>
                      <a:pt x="277" y="78"/>
                    </a:cubicBezTo>
                    <a:cubicBezTo>
                      <a:pt x="277" y="78"/>
                      <a:pt x="277" y="78"/>
                      <a:pt x="277" y="79"/>
                    </a:cubicBezTo>
                    <a:cubicBezTo>
                      <a:pt x="277" y="79"/>
                      <a:pt x="277" y="80"/>
                      <a:pt x="277" y="81"/>
                    </a:cubicBezTo>
                    <a:cubicBezTo>
                      <a:pt x="277" y="81"/>
                      <a:pt x="276" y="81"/>
                      <a:pt x="276" y="81"/>
                    </a:cubicBezTo>
                    <a:cubicBezTo>
                      <a:pt x="276" y="81"/>
                      <a:pt x="276" y="81"/>
                      <a:pt x="276" y="82"/>
                    </a:cubicBezTo>
                    <a:cubicBezTo>
                      <a:pt x="276" y="82"/>
                      <a:pt x="276" y="82"/>
                      <a:pt x="276" y="82"/>
                    </a:cubicBezTo>
                    <a:cubicBezTo>
                      <a:pt x="275" y="82"/>
                      <a:pt x="276" y="82"/>
                      <a:pt x="276" y="83"/>
                    </a:cubicBezTo>
                    <a:cubicBezTo>
                      <a:pt x="276" y="83"/>
                      <a:pt x="277" y="83"/>
                      <a:pt x="277" y="83"/>
                    </a:cubicBezTo>
                    <a:cubicBezTo>
                      <a:pt x="277" y="83"/>
                      <a:pt x="277" y="83"/>
                      <a:pt x="277" y="83"/>
                    </a:cubicBezTo>
                    <a:cubicBezTo>
                      <a:pt x="277" y="83"/>
                      <a:pt x="278" y="83"/>
                      <a:pt x="278" y="83"/>
                    </a:cubicBezTo>
                    <a:cubicBezTo>
                      <a:pt x="278" y="82"/>
                      <a:pt x="278" y="80"/>
                      <a:pt x="278" y="79"/>
                    </a:cubicBezTo>
                    <a:cubicBezTo>
                      <a:pt x="278" y="79"/>
                      <a:pt x="278" y="79"/>
                      <a:pt x="279" y="79"/>
                    </a:cubicBezTo>
                    <a:cubicBezTo>
                      <a:pt x="280" y="78"/>
                      <a:pt x="283" y="76"/>
                      <a:pt x="282" y="75"/>
                    </a:cubicBezTo>
                    <a:cubicBezTo>
                      <a:pt x="282" y="75"/>
                      <a:pt x="282" y="75"/>
                      <a:pt x="282" y="75"/>
                    </a:cubicBezTo>
                    <a:cubicBezTo>
                      <a:pt x="282" y="75"/>
                      <a:pt x="282" y="75"/>
                      <a:pt x="282" y="75"/>
                    </a:cubicBezTo>
                    <a:cubicBezTo>
                      <a:pt x="281" y="75"/>
                      <a:pt x="282" y="75"/>
                      <a:pt x="281" y="75"/>
                    </a:cubicBezTo>
                    <a:cubicBezTo>
                      <a:pt x="281" y="75"/>
                      <a:pt x="279" y="75"/>
                      <a:pt x="277" y="75"/>
                    </a:cubicBezTo>
                    <a:cubicBezTo>
                      <a:pt x="276" y="75"/>
                      <a:pt x="275" y="74"/>
                      <a:pt x="274" y="74"/>
                    </a:cubicBezTo>
                    <a:close/>
                    <a:moveTo>
                      <a:pt x="168" y="73"/>
                    </a:moveTo>
                    <a:cubicBezTo>
                      <a:pt x="167" y="74"/>
                      <a:pt x="167" y="75"/>
                      <a:pt x="168" y="75"/>
                    </a:cubicBezTo>
                    <a:cubicBezTo>
                      <a:pt x="169" y="74"/>
                      <a:pt x="168" y="74"/>
                      <a:pt x="168" y="73"/>
                    </a:cubicBezTo>
                    <a:cubicBezTo>
                      <a:pt x="168" y="73"/>
                      <a:pt x="168" y="73"/>
                      <a:pt x="168" y="73"/>
                    </a:cubicBezTo>
                    <a:close/>
                    <a:moveTo>
                      <a:pt x="56" y="74"/>
                    </a:moveTo>
                    <a:cubicBezTo>
                      <a:pt x="54" y="74"/>
                      <a:pt x="49" y="74"/>
                      <a:pt x="49" y="75"/>
                    </a:cubicBezTo>
                    <a:cubicBezTo>
                      <a:pt x="48" y="76"/>
                      <a:pt x="48" y="76"/>
                      <a:pt x="49" y="76"/>
                    </a:cubicBezTo>
                    <a:cubicBezTo>
                      <a:pt x="50" y="76"/>
                      <a:pt x="56" y="75"/>
                      <a:pt x="57" y="75"/>
                    </a:cubicBezTo>
                    <a:cubicBezTo>
                      <a:pt x="58" y="75"/>
                      <a:pt x="57" y="75"/>
                      <a:pt x="57" y="75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4"/>
                      <a:pt x="57" y="73"/>
                      <a:pt x="56" y="74"/>
                    </a:cubicBezTo>
                    <a:close/>
                    <a:moveTo>
                      <a:pt x="258" y="74"/>
                    </a:moveTo>
                    <a:cubicBezTo>
                      <a:pt x="257" y="74"/>
                      <a:pt x="253" y="74"/>
                      <a:pt x="252" y="75"/>
                    </a:cubicBezTo>
                    <a:cubicBezTo>
                      <a:pt x="252" y="75"/>
                      <a:pt x="252" y="75"/>
                      <a:pt x="252" y="76"/>
                    </a:cubicBezTo>
                    <a:cubicBezTo>
                      <a:pt x="254" y="76"/>
                      <a:pt x="255" y="76"/>
                      <a:pt x="256" y="76"/>
                    </a:cubicBezTo>
                    <a:cubicBezTo>
                      <a:pt x="258" y="76"/>
                      <a:pt x="259" y="75"/>
                      <a:pt x="260" y="75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0" y="73"/>
                      <a:pt x="260" y="73"/>
                      <a:pt x="260" y="73"/>
                    </a:cubicBezTo>
                    <a:cubicBezTo>
                      <a:pt x="258" y="73"/>
                      <a:pt x="258" y="73"/>
                      <a:pt x="258" y="73"/>
                    </a:cubicBezTo>
                    <a:cubicBezTo>
                      <a:pt x="258" y="74"/>
                      <a:pt x="258" y="74"/>
                      <a:pt x="258" y="74"/>
                    </a:cubicBezTo>
                    <a:close/>
                    <a:moveTo>
                      <a:pt x="159" y="72"/>
                    </a:moveTo>
                    <a:cubicBezTo>
                      <a:pt x="159" y="72"/>
                      <a:pt x="158" y="73"/>
                      <a:pt x="158" y="73"/>
                    </a:cubicBezTo>
                    <a:cubicBezTo>
                      <a:pt x="157" y="74"/>
                      <a:pt x="156" y="81"/>
                      <a:pt x="157" y="82"/>
                    </a:cubicBezTo>
                    <a:cubicBezTo>
                      <a:pt x="157" y="82"/>
                      <a:pt x="157" y="82"/>
                      <a:pt x="157" y="82"/>
                    </a:cubicBezTo>
                    <a:cubicBezTo>
                      <a:pt x="158" y="82"/>
                      <a:pt x="159" y="82"/>
                      <a:pt x="159" y="82"/>
                    </a:cubicBezTo>
                    <a:cubicBezTo>
                      <a:pt x="159" y="82"/>
                      <a:pt x="160" y="82"/>
                      <a:pt x="160" y="82"/>
                    </a:cubicBezTo>
                    <a:cubicBezTo>
                      <a:pt x="160" y="80"/>
                      <a:pt x="159" y="78"/>
                      <a:pt x="159" y="76"/>
                    </a:cubicBezTo>
                    <a:cubicBezTo>
                      <a:pt x="159" y="75"/>
                      <a:pt x="160" y="74"/>
                      <a:pt x="160" y="72"/>
                    </a:cubicBezTo>
                    <a:cubicBezTo>
                      <a:pt x="160" y="72"/>
                      <a:pt x="159" y="72"/>
                      <a:pt x="159" y="72"/>
                    </a:cubicBezTo>
                    <a:close/>
                    <a:moveTo>
                      <a:pt x="190" y="72"/>
                    </a:moveTo>
                    <a:cubicBezTo>
                      <a:pt x="189" y="72"/>
                      <a:pt x="187" y="75"/>
                      <a:pt x="187" y="76"/>
                    </a:cubicBezTo>
                    <a:cubicBezTo>
                      <a:pt x="189" y="79"/>
                      <a:pt x="194" y="74"/>
                      <a:pt x="195" y="73"/>
                    </a:cubicBezTo>
                    <a:cubicBezTo>
                      <a:pt x="195" y="73"/>
                      <a:pt x="195" y="73"/>
                      <a:pt x="195" y="73"/>
                    </a:cubicBezTo>
                    <a:cubicBezTo>
                      <a:pt x="194" y="72"/>
                      <a:pt x="192" y="72"/>
                      <a:pt x="190" y="72"/>
                    </a:cubicBezTo>
                    <a:close/>
                    <a:moveTo>
                      <a:pt x="75" y="72"/>
                    </a:moveTo>
                    <a:cubicBezTo>
                      <a:pt x="74" y="73"/>
                      <a:pt x="73" y="74"/>
                      <a:pt x="74" y="75"/>
                    </a:cubicBezTo>
                    <a:cubicBezTo>
                      <a:pt x="74" y="76"/>
                      <a:pt x="74" y="76"/>
                      <a:pt x="74" y="76"/>
                    </a:cubicBezTo>
                    <a:cubicBezTo>
                      <a:pt x="76" y="76"/>
                      <a:pt x="77" y="75"/>
                      <a:pt x="78" y="74"/>
                    </a:cubicBezTo>
                    <a:cubicBezTo>
                      <a:pt x="78" y="74"/>
                      <a:pt x="78" y="73"/>
                      <a:pt x="78" y="73"/>
                    </a:cubicBezTo>
                    <a:cubicBezTo>
                      <a:pt x="77" y="72"/>
                      <a:pt x="77" y="72"/>
                      <a:pt x="77" y="72"/>
                    </a:cubicBezTo>
                    <a:cubicBezTo>
                      <a:pt x="76" y="72"/>
                      <a:pt x="76" y="72"/>
                      <a:pt x="75" y="72"/>
                    </a:cubicBezTo>
                    <a:close/>
                    <a:moveTo>
                      <a:pt x="106" y="70"/>
                    </a:moveTo>
                    <a:cubicBezTo>
                      <a:pt x="106" y="70"/>
                      <a:pt x="106" y="71"/>
                      <a:pt x="105" y="71"/>
                    </a:cubicBezTo>
                    <a:cubicBezTo>
                      <a:pt x="106" y="71"/>
                      <a:pt x="106" y="72"/>
                      <a:pt x="106" y="72"/>
                    </a:cubicBezTo>
                    <a:cubicBezTo>
                      <a:pt x="106" y="72"/>
                      <a:pt x="106" y="72"/>
                      <a:pt x="106" y="72"/>
                    </a:cubicBezTo>
                    <a:cubicBezTo>
                      <a:pt x="106" y="72"/>
                      <a:pt x="106" y="72"/>
                      <a:pt x="106" y="72"/>
                    </a:cubicBezTo>
                    <a:cubicBezTo>
                      <a:pt x="107" y="71"/>
                      <a:pt x="107" y="71"/>
                      <a:pt x="107" y="70"/>
                    </a:cubicBezTo>
                    <a:cubicBezTo>
                      <a:pt x="107" y="70"/>
                      <a:pt x="107" y="70"/>
                      <a:pt x="106" y="70"/>
                    </a:cubicBezTo>
                    <a:close/>
                    <a:moveTo>
                      <a:pt x="202" y="69"/>
                    </a:moveTo>
                    <a:cubicBezTo>
                      <a:pt x="201" y="70"/>
                      <a:pt x="200" y="70"/>
                      <a:pt x="200" y="71"/>
                    </a:cubicBezTo>
                    <a:cubicBezTo>
                      <a:pt x="200" y="71"/>
                      <a:pt x="200" y="71"/>
                      <a:pt x="200" y="71"/>
                    </a:cubicBezTo>
                    <a:cubicBezTo>
                      <a:pt x="201" y="72"/>
                      <a:pt x="202" y="72"/>
                      <a:pt x="203" y="73"/>
                    </a:cubicBezTo>
                    <a:cubicBezTo>
                      <a:pt x="203" y="72"/>
                      <a:pt x="204" y="71"/>
                      <a:pt x="203" y="70"/>
                    </a:cubicBezTo>
                    <a:cubicBezTo>
                      <a:pt x="203" y="70"/>
                      <a:pt x="203" y="69"/>
                      <a:pt x="202" y="69"/>
                    </a:cubicBezTo>
                    <a:cubicBezTo>
                      <a:pt x="202" y="69"/>
                      <a:pt x="202" y="69"/>
                      <a:pt x="202" y="69"/>
                    </a:cubicBezTo>
                    <a:close/>
                    <a:moveTo>
                      <a:pt x="282" y="68"/>
                    </a:moveTo>
                    <a:cubicBezTo>
                      <a:pt x="282" y="68"/>
                      <a:pt x="282" y="68"/>
                      <a:pt x="282" y="68"/>
                    </a:cubicBezTo>
                    <a:cubicBezTo>
                      <a:pt x="282" y="69"/>
                      <a:pt x="282" y="70"/>
                      <a:pt x="283" y="70"/>
                    </a:cubicBezTo>
                    <a:cubicBezTo>
                      <a:pt x="283" y="70"/>
                      <a:pt x="283" y="70"/>
                      <a:pt x="284" y="70"/>
                    </a:cubicBezTo>
                    <a:cubicBezTo>
                      <a:pt x="284" y="70"/>
                      <a:pt x="284" y="70"/>
                      <a:pt x="284" y="70"/>
                    </a:cubicBezTo>
                    <a:cubicBezTo>
                      <a:pt x="284" y="70"/>
                      <a:pt x="284" y="70"/>
                      <a:pt x="284" y="70"/>
                    </a:cubicBezTo>
                    <a:cubicBezTo>
                      <a:pt x="284" y="69"/>
                      <a:pt x="283" y="68"/>
                      <a:pt x="282" y="68"/>
                    </a:cubicBezTo>
                    <a:close/>
                    <a:moveTo>
                      <a:pt x="85" y="68"/>
                    </a:moveTo>
                    <a:cubicBezTo>
                      <a:pt x="85" y="68"/>
                      <a:pt x="87" y="75"/>
                      <a:pt x="87" y="75"/>
                    </a:cubicBezTo>
                    <a:cubicBezTo>
                      <a:pt x="88" y="75"/>
                      <a:pt x="88" y="75"/>
                      <a:pt x="88" y="75"/>
                    </a:cubicBezTo>
                    <a:cubicBezTo>
                      <a:pt x="88" y="75"/>
                      <a:pt x="88" y="75"/>
                      <a:pt x="89" y="75"/>
                    </a:cubicBezTo>
                    <a:cubicBezTo>
                      <a:pt x="89" y="72"/>
                      <a:pt x="88" y="68"/>
                      <a:pt x="85" y="68"/>
                    </a:cubicBezTo>
                    <a:close/>
                    <a:moveTo>
                      <a:pt x="150" y="67"/>
                    </a:moveTo>
                    <a:cubicBezTo>
                      <a:pt x="150" y="69"/>
                      <a:pt x="153" y="71"/>
                      <a:pt x="155" y="70"/>
                    </a:cubicBezTo>
                    <a:cubicBezTo>
                      <a:pt x="155" y="69"/>
                      <a:pt x="154" y="69"/>
                      <a:pt x="154" y="68"/>
                    </a:cubicBezTo>
                    <a:cubicBezTo>
                      <a:pt x="153" y="68"/>
                      <a:pt x="152" y="67"/>
                      <a:pt x="150" y="67"/>
                    </a:cubicBezTo>
                    <a:close/>
                    <a:moveTo>
                      <a:pt x="50" y="66"/>
                    </a:moveTo>
                    <a:cubicBezTo>
                      <a:pt x="49" y="66"/>
                      <a:pt x="48" y="67"/>
                      <a:pt x="48" y="67"/>
                    </a:cubicBezTo>
                    <a:cubicBezTo>
                      <a:pt x="48" y="67"/>
                      <a:pt x="48" y="68"/>
                      <a:pt x="48" y="68"/>
                    </a:cubicBezTo>
                    <a:cubicBezTo>
                      <a:pt x="48" y="68"/>
                      <a:pt x="48" y="68"/>
                      <a:pt x="49" y="68"/>
                    </a:cubicBezTo>
                    <a:cubicBezTo>
                      <a:pt x="49" y="68"/>
                      <a:pt x="50" y="68"/>
                      <a:pt x="51" y="68"/>
                    </a:cubicBezTo>
                    <a:cubicBezTo>
                      <a:pt x="51" y="68"/>
                      <a:pt x="52" y="68"/>
                      <a:pt x="52" y="68"/>
                    </a:cubicBezTo>
                    <a:cubicBezTo>
                      <a:pt x="52" y="67"/>
                      <a:pt x="51" y="67"/>
                      <a:pt x="51" y="66"/>
                    </a:cubicBezTo>
                    <a:cubicBezTo>
                      <a:pt x="51" y="66"/>
                      <a:pt x="50" y="66"/>
                      <a:pt x="50" y="66"/>
                    </a:cubicBezTo>
                    <a:close/>
                    <a:moveTo>
                      <a:pt x="159" y="65"/>
                    </a:moveTo>
                    <a:cubicBezTo>
                      <a:pt x="159" y="65"/>
                      <a:pt x="159" y="65"/>
                      <a:pt x="159" y="66"/>
                    </a:cubicBezTo>
                    <a:cubicBezTo>
                      <a:pt x="159" y="66"/>
                      <a:pt x="159" y="66"/>
                      <a:pt x="159" y="66"/>
                    </a:cubicBezTo>
                    <a:cubicBezTo>
                      <a:pt x="160" y="66"/>
                      <a:pt x="160" y="66"/>
                      <a:pt x="161" y="67"/>
                    </a:cubicBezTo>
                    <a:cubicBezTo>
                      <a:pt x="161" y="66"/>
                      <a:pt x="161" y="66"/>
                      <a:pt x="161" y="66"/>
                    </a:cubicBezTo>
                    <a:cubicBezTo>
                      <a:pt x="161" y="66"/>
                      <a:pt x="160" y="65"/>
                      <a:pt x="160" y="65"/>
                    </a:cubicBezTo>
                    <a:cubicBezTo>
                      <a:pt x="160" y="65"/>
                      <a:pt x="159" y="65"/>
                      <a:pt x="159" y="65"/>
                    </a:cubicBezTo>
                    <a:close/>
                    <a:moveTo>
                      <a:pt x="232" y="64"/>
                    </a:moveTo>
                    <a:cubicBezTo>
                      <a:pt x="230" y="65"/>
                      <a:pt x="232" y="68"/>
                      <a:pt x="231" y="71"/>
                    </a:cubicBezTo>
                    <a:cubicBezTo>
                      <a:pt x="231" y="75"/>
                      <a:pt x="225" y="79"/>
                      <a:pt x="226" y="81"/>
                    </a:cubicBezTo>
                    <a:cubicBezTo>
                      <a:pt x="226" y="83"/>
                      <a:pt x="226" y="81"/>
                      <a:pt x="226" y="81"/>
                    </a:cubicBezTo>
                    <a:cubicBezTo>
                      <a:pt x="227" y="80"/>
                      <a:pt x="230" y="79"/>
                      <a:pt x="231" y="78"/>
                    </a:cubicBezTo>
                    <a:cubicBezTo>
                      <a:pt x="232" y="77"/>
                      <a:pt x="233" y="66"/>
                      <a:pt x="233" y="65"/>
                    </a:cubicBezTo>
                    <a:cubicBezTo>
                      <a:pt x="232" y="63"/>
                      <a:pt x="232" y="64"/>
                      <a:pt x="232" y="64"/>
                    </a:cubicBezTo>
                    <a:cubicBezTo>
                      <a:pt x="232" y="64"/>
                      <a:pt x="233" y="63"/>
                      <a:pt x="232" y="64"/>
                    </a:cubicBezTo>
                    <a:close/>
                    <a:moveTo>
                      <a:pt x="250" y="64"/>
                    </a:moveTo>
                    <a:cubicBezTo>
                      <a:pt x="249" y="65"/>
                      <a:pt x="251" y="68"/>
                      <a:pt x="249" y="69"/>
                    </a:cubicBezTo>
                    <a:cubicBezTo>
                      <a:pt x="246" y="71"/>
                      <a:pt x="243" y="68"/>
                      <a:pt x="242" y="67"/>
                    </a:cubicBezTo>
                    <a:cubicBezTo>
                      <a:pt x="241" y="66"/>
                      <a:pt x="241" y="67"/>
                      <a:pt x="241" y="67"/>
                    </a:cubicBezTo>
                    <a:cubicBezTo>
                      <a:pt x="241" y="67"/>
                      <a:pt x="240" y="67"/>
                      <a:pt x="240" y="68"/>
                    </a:cubicBezTo>
                    <a:cubicBezTo>
                      <a:pt x="240" y="68"/>
                      <a:pt x="240" y="68"/>
                      <a:pt x="240" y="69"/>
                    </a:cubicBezTo>
                    <a:cubicBezTo>
                      <a:pt x="241" y="70"/>
                      <a:pt x="249" y="73"/>
                      <a:pt x="250" y="73"/>
                    </a:cubicBezTo>
                    <a:cubicBezTo>
                      <a:pt x="251" y="73"/>
                      <a:pt x="250" y="74"/>
                      <a:pt x="251" y="73"/>
                    </a:cubicBezTo>
                    <a:cubicBezTo>
                      <a:pt x="251" y="72"/>
                      <a:pt x="252" y="67"/>
                      <a:pt x="252" y="65"/>
                    </a:cubicBezTo>
                    <a:cubicBezTo>
                      <a:pt x="251" y="64"/>
                      <a:pt x="251" y="64"/>
                      <a:pt x="250" y="64"/>
                    </a:cubicBezTo>
                    <a:close/>
                    <a:moveTo>
                      <a:pt x="273" y="63"/>
                    </a:moveTo>
                    <a:cubicBezTo>
                      <a:pt x="273" y="64"/>
                      <a:pt x="273" y="64"/>
                      <a:pt x="273" y="64"/>
                    </a:cubicBezTo>
                    <a:cubicBezTo>
                      <a:pt x="274" y="65"/>
                      <a:pt x="274" y="65"/>
                      <a:pt x="274" y="65"/>
                    </a:cubicBezTo>
                    <a:cubicBezTo>
                      <a:pt x="274" y="65"/>
                      <a:pt x="274" y="65"/>
                      <a:pt x="274" y="64"/>
                    </a:cubicBezTo>
                    <a:cubicBezTo>
                      <a:pt x="274" y="64"/>
                      <a:pt x="274" y="64"/>
                      <a:pt x="274" y="64"/>
                    </a:cubicBezTo>
                    <a:cubicBezTo>
                      <a:pt x="274" y="64"/>
                      <a:pt x="274" y="64"/>
                      <a:pt x="274" y="63"/>
                    </a:cubicBezTo>
                    <a:cubicBezTo>
                      <a:pt x="274" y="63"/>
                      <a:pt x="274" y="63"/>
                      <a:pt x="273" y="63"/>
                    </a:cubicBezTo>
                    <a:close/>
                    <a:moveTo>
                      <a:pt x="141" y="62"/>
                    </a:moveTo>
                    <a:cubicBezTo>
                      <a:pt x="138" y="64"/>
                      <a:pt x="134" y="65"/>
                      <a:pt x="132" y="67"/>
                    </a:cubicBezTo>
                    <a:cubicBezTo>
                      <a:pt x="131" y="69"/>
                      <a:pt x="134" y="70"/>
                      <a:pt x="132" y="72"/>
                    </a:cubicBezTo>
                    <a:cubicBezTo>
                      <a:pt x="131" y="73"/>
                      <a:pt x="127" y="73"/>
                      <a:pt x="125" y="73"/>
                    </a:cubicBezTo>
                    <a:cubicBezTo>
                      <a:pt x="124" y="73"/>
                      <a:pt x="125" y="73"/>
                      <a:pt x="125" y="73"/>
                    </a:cubicBezTo>
                    <a:cubicBezTo>
                      <a:pt x="125" y="74"/>
                      <a:pt x="124" y="73"/>
                      <a:pt x="125" y="74"/>
                    </a:cubicBezTo>
                    <a:cubicBezTo>
                      <a:pt x="126" y="74"/>
                      <a:pt x="129" y="76"/>
                      <a:pt x="131" y="76"/>
                    </a:cubicBezTo>
                    <a:cubicBezTo>
                      <a:pt x="135" y="74"/>
                      <a:pt x="134" y="67"/>
                      <a:pt x="136" y="66"/>
                    </a:cubicBezTo>
                    <a:cubicBezTo>
                      <a:pt x="138" y="64"/>
                      <a:pt x="140" y="67"/>
                      <a:pt x="141" y="67"/>
                    </a:cubicBezTo>
                    <a:cubicBezTo>
                      <a:pt x="142" y="66"/>
                      <a:pt x="143" y="65"/>
                      <a:pt x="143" y="64"/>
                    </a:cubicBezTo>
                    <a:cubicBezTo>
                      <a:pt x="143" y="63"/>
                      <a:pt x="143" y="63"/>
                      <a:pt x="142" y="63"/>
                    </a:cubicBezTo>
                    <a:cubicBezTo>
                      <a:pt x="142" y="63"/>
                      <a:pt x="142" y="63"/>
                      <a:pt x="141" y="62"/>
                    </a:cubicBezTo>
                    <a:close/>
                    <a:moveTo>
                      <a:pt x="149" y="62"/>
                    </a:moveTo>
                    <a:cubicBezTo>
                      <a:pt x="149" y="62"/>
                      <a:pt x="148" y="63"/>
                      <a:pt x="147" y="64"/>
                    </a:cubicBezTo>
                    <a:cubicBezTo>
                      <a:pt x="147" y="65"/>
                      <a:pt x="148" y="65"/>
                      <a:pt x="148" y="66"/>
                    </a:cubicBezTo>
                    <a:cubicBezTo>
                      <a:pt x="149" y="66"/>
                      <a:pt x="149" y="66"/>
                      <a:pt x="150" y="65"/>
                    </a:cubicBezTo>
                    <a:cubicBezTo>
                      <a:pt x="150" y="64"/>
                      <a:pt x="150" y="63"/>
                      <a:pt x="150" y="62"/>
                    </a:cubicBezTo>
                    <a:cubicBezTo>
                      <a:pt x="150" y="62"/>
                      <a:pt x="150" y="62"/>
                      <a:pt x="149" y="62"/>
                    </a:cubicBezTo>
                    <a:close/>
                    <a:moveTo>
                      <a:pt x="263" y="62"/>
                    </a:moveTo>
                    <a:cubicBezTo>
                      <a:pt x="262" y="62"/>
                      <a:pt x="262" y="63"/>
                      <a:pt x="262" y="63"/>
                    </a:cubicBezTo>
                    <a:cubicBezTo>
                      <a:pt x="262" y="64"/>
                      <a:pt x="262" y="64"/>
                      <a:pt x="263" y="64"/>
                    </a:cubicBezTo>
                    <a:cubicBezTo>
                      <a:pt x="264" y="64"/>
                      <a:pt x="264" y="64"/>
                      <a:pt x="264" y="63"/>
                    </a:cubicBezTo>
                    <a:cubicBezTo>
                      <a:pt x="265" y="63"/>
                      <a:pt x="265" y="63"/>
                      <a:pt x="264" y="62"/>
                    </a:cubicBezTo>
                    <a:cubicBezTo>
                      <a:pt x="264" y="62"/>
                      <a:pt x="263" y="62"/>
                      <a:pt x="263" y="62"/>
                    </a:cubicBezTo>
                    <a:close/>
                    <a:moveTo>
                      <a:pt x="111" y="62"/>
                    </a:moveTo>
                    <a:cubicBezTo>
                      <a:pt x="110" y="62"/>
                      <a:pt x="110" y="62"/>
                      <a:pt x="110" y="63"/>
                    </a:cubicBezTo>
                    <a:cubicBezTo>
                      <a:pt x="109" y="64"/>
                      <a:pt x="110" y="65"/>
                      <a:pt x="111" y="65"/>
                    </a:cubicBezTo>
                    <a:cubicBezTo>
                      <a:pt x="112" y="64"/>
                      <a:pt x="112" y="64"/>
                      <a:pt x="112" y="64"/>
                    </a:cubicBezTo>
                    <a:cubicBezTo>
                      <a:pt x="112" y="63"/>
                      <a:pt x="112" y="62"/>
                      <a:pt x="112" y="62"/>
                    </a:cubicBezTo>
                    <a:cubicBezTo>
                      <a:pt x="112" y="62"/>
                      <a:pt x="111" y="62"/>
                      <a:pt x="111" y="62"/>
                    </a:cubicBezTo>
                    <a:close/>
                    <a:moveTo>
                      <a:pt x="41" y="61"/>
                    </a:moveTo>
                    <a:cubicBezTo>
                      <a:pt x="40" y="61"/>
                      <a:pt x="40" y="62"/>
                      <a:pt x="41" y="62"/>
                    </a:cubicBezTo>
                    <a:cubicBezTo>
                      <a:pt x="41" y="63"/>
                      <a:pt x="41" y="62"/>
                      <a:pt x="41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1"/>
                    </a:cubicBezTo>
                    <a:cubicBezTo>
                      <a:pt x="41" y="61"/>
                      <a:pt x="41" y="61"/>
                      <a:pt x="41" y="61"/>
                    </a:cubicBezTo>
                    <a:close/>
                    <a:moveTo>
                      <a:pt x="120" y="59"/>
                    </a:moveTo>
                    <a:cubicBezTo>
                      <a:pt x="120" y="60"/>
                      <a:pt x="121" y="64"/>
                      <a:pt x="120" y="66"/>
                    </a:cubicBezTo>
                    <a:cubicBezTo>
                      <a:pt x="119" y="68"/>
                      <a:pt x="117" y="68"/>
                      <a:pt x="116" y="70"/>
                    </a:cubicBezTo>
                    <a:cubicBezTo>
                      <a:pt x="116" y="72"/>
                      <a:pt x="119" y="78"/>
                      <a:pt x="120" y="79"/>
                    </a:cubicBezTo>
                    <a:cubicBezTo>
                      <a:pt x="121" y="79"/>
                      <a:pt x="121" y="80"/>
                      <a:pt x="121" y="78"/>
                    </a:cubicBezTo>
                    <a:cubicBezTo>
                      <a:pt x="121" y="76"/>
                      <a:pt x="119" y="73"/>
                      <a:pt x="123" y="73"/>
                    </a:cubicBezTo>
                    <a:cubicBezTo>
                      <a:pt x="126" y="72"/>
                      <a:pt x="122" y="72"/>
                      <a:pt x="121" y="69"/>
                    </a:cubicBezTo>
                    <a:cubicBezTo>
                      <a:pt x="121" y="69"/>
                      <a:pt x="121" y="67"/>
                      <a:pt x="121" y="67"/>
                    </a:cubicBezTo>
                    <a:cubicBezTo>
                      <a:pt x="122" y="65"/>
                      <a:pt x="122" y="64"/>
                      <a:pt x="124" y="64"/>
                    </a:cubicBezTo>
                    <a:cubicBezTo>
                      <a:pt x="125" y="64"/>
                      <a:pt x="127" y="65"/>
                      <a:pt x="128" y="65"/>
                    </a:cubicBezTo>
                    <a:cubicBezTo>
                      <a:pt x="129" y="65"/>
                      <a:pt x="129" y="65"/>
                      <a:pt x="129" y="64"/>
                    </a:cubicBezTo>
                    <a:cubicBezTo>
                      <a:pt x="128" y="63"/>
                      <a:pt x="125" y="63"/>
                      <a:pt x="123" y="62"/>
                    </a:cubicBezTo>
                    <a:cubicBezTo>
                      <a:pt x="121" y="61"/>
                      <a:pt x="122" y="60"/>
                      <a:pt x="121" y="59"/>
                    </a:cubicBezTo>
                    <a:cubicBezTo>
                      <a:pt x="121" y="58"/>
                      <a:pt x="121" y="58"/>
                      <a:pt x="120" y="59"/>
                    </a:cubicBezTo>
                    <a:close/>
                    <a:moveTo>
                      <a:pt x="99" y="58"/>
                    </a:moveTo>
                    <a:cubicBezTo>
                      <a:pt x="98" y="60"/>
                      <a:pt x="99" y="63"/>
                      <a:pt x="98" y="66"/>
                    </a:cubicBezTo>
                    <a:cubicBezTo>
                      <a:pt x="98" y="68"/>
                      <a:pt x="96" y="68"/>
                      <a:pt x="97" y="70"/>
                    </a:cubicBezTo>
                    <a:cubicBezTo>
                      <a:pt x="97" y="70"/>
                      <a:pt x="97" y="71"/>
                      <a:pt x="97" y="71"/>
                    </a:cubicBezTo>
                    <a:cubicBezTo>
                      <a:pt x="98" y="70"/>
                      <a:pt x="98" y="69"/>
                      <a:pt x="98" y="68"/>
                    </a:cubicBezTo>
                    <a:cubicBezTo>
                      <a:pt x="100" y="65"/>
                      <a:pt x="102" y="62"/>
                      <a:pt x="100" y="58"/>
                    </a:cubicBezTo>
                    <a:cubicBezTo>
                      <a:pt x="99" y="58"/>
                      <a:pt x="99" y="58"/>
                      <a:pt x="99" y="58"/>
                    </a:cubicBezTo>
                    <a:close/>
                    <a:moveTo>
                      <a:pt x="210" y="58"/>
                    </a:moveTo>
                    <a:cubicBezTo>
                      <a:pt x="209" y="58"/>
                      <a:pt x="208" y="59"/>
                      <a:pt x="207" y="59"/>
                    </a:cubicBezTo>
                    <a:cubicBezTo>
                      <a:pt x="207" y="60"/>
                      <a:pt x="208" y="60"/>
                      <a:pt x="209" y="61"/>
                    </a:cubicBezTo>
                    <a:cubicBezTo>
                      <a:pt x="210" y="61"/>
                      <a:pt x="211" y="62"/>
                      <a:pt x="211" y="63"/>
                    </a:cubicBezTo>
                    <a:cubicBezTo>
                      <a:pt x="211" y="63"/>
                      <a:pt x="212" y="63"/>
                      <a:pt x="212" y="63"/>
                    </a:cubicBezTo>
                    <a:cubicBezTo>
                      <a:pt x="212" y="61"/>
                      <a:pt x="212" y="59"/>
                      <a:pt x="211" y="58"/>
                    </a:cubicBezTo>
                    <a:cubicBezTo>
                      <a:pt x="211" y="58"/>
                      <a:pt x="211" y="58"/>
                      <a:pt x="211" y="58"/>
                    </a:cubicBezTo>
                    <a:cubicBezTo>
                      <a:pt x="210" y="58"/>
                      <a:pt x="210" y="58"/>
                      <a:pt x="210" y="58"/>
                    </a:cubicBezTo>
                    <a:close/>
                    <a:moveTo>
                      <a:pt x="174" y="57"/>
                    </a:moveTo>
                    <a:cubicBezTo>
                      <a:pt x="173" y="57"/>
                      <a:pt x="171" y="59"/>
                      <a:pt x="171" y="60"/>
                    </a:cubicBezTo>
                    <a:cubicBezTo>
                      <a:pt x="171" y="62"/>
                      <a:pt x="172" y="62"/>
                      <a:pt x="171" y="63"/>
                    </a:cubicBezTo>
                    <a:cubicBezTo>
                      <a:pt x="171" y="63"/>
                      <a:pt x="169" y="63"/>
                      <a:pt x="169" y="65"/>
                    </a:cubicBezTo>
                    <a:cubicBezTo>
                      <a:pt x="169" y="66"/>
                      <a:pt x="171" y="69"/>
                      <a:pt x="171" y="70"/>
                    </a:cubicBezTo>
                    <a:cubicBezTo>
                      <a:pt x="172" y="70"/>
                      <a:pt x="171" y="69"/>
                      <a:pt x="172" y="70"/>
                    </a:cubicBezTo>
                    <a:cubicBezTo>
                      <a:pt x="172" y="70"/>
                      <a:pt x="174" y="70"/>
                      <a:pt x="175" y="71"/>
                    </a:cubicBezTo>
                    <a:cubicBezTo>
                      <a:pt x="176" y="71"/>
                      <a:pt x="177" y="73"/>
                      <a:pt x="178" y="73"/>
                    </a:cubicBezTo>
                    <a:cubicBezTo>
                      <a:pt x="178" y="74"/>
                      <a:pt x="179" y="73"/>
                      <a:pt x="179" y="73"/>
                    </a:cubicBezTo>
                    <a:cubicBezTo>
                      <a:pt x="179" y="73"/>
                      <a:pt x="180" y="73"/>
                      <a:pt x="179" y="72"/>
                    </a:cubicBezTo>
                    <a:cubicBezTo>
                      <a:pt x="178" y="71"/>
                      <a:pt x="171" y="66"/>
                      <a:pt x="173" y="62"/>
                    </a:cubicBezTo>
                    <a:cubicBezTo>
                      <a:pt x="174" y="59"/>
                      <a:pt x="178" y="61"/>
                      <a:pt x="180" y="62"/>
                    </a:cubicBezTo>
                    <a:cubicBezTo>
                      <a:pt x="181" y="62"/>
                      <a:pt x="180" y="62"/>
                      <a:pt x="180" y="61"/>
                    </a:cubicBezTo>
                    <a:cubicBezTo>
                      <a:pt x="180" y="61"/>
                      <a:pt x="181" y="61"/>
                      <a:pt x="180" y="60"/>
                    </a:cubicBezTo>
                    <a:cubicBezTo>
                      <a:pt x="180" y="59"/>
                      <a:pt x="175" y="56"/>
                      <a:pt x="174" y="57"/>
                    </a:cubicBezTo>
                    <a:close/>
                    <a:moveTo>
                      <a:pt x="238" y="56"/>
                    </a:moveTo>
                    <a:cubicBezTo>
                      <a:pt x="238" y="56"/>
                      <a:pt x="238" y="57"/>
                      <a:pt x="238" y="57"/>
                    </a:cubicBezTo>
                    <a:cubicBezTo>
                      <a:pt x="238" y="58"/>
                      <a:pt x="238" y="58"/>
                      <a:pt x="238" y="58"/>
                    </a:cubicBezTo>
                    <a:cubicBezTo>
                      <a:pt x="239" y="58"/>
                      <a:pt x="239" y="58"/>
                      <a:pt x="239" y="58"/>
                    </a:cubicBezTo>
                    <a:cubicBezTo>
                      <a:pt x="240" y="58"/>
                      <a:pt x="240" y="57"/>
                      <a:pt x="239" y="56"/>
                    </a:cubicBezTo>
                    <a:cubicBezTo>
                      <a:pt x="239" y="56"/>
                      <a:pt x="239" y="56"/>
                      <a:pt x="238" y="56"/>
                    </a:cubicBezTo>
                    <a:close/>
                    <a:moveTo>
                      <a:pt x="258" y="56"/>
                    </a:moveTo>
                    <a:cubicBezTo>
                      <a:pt x="257" y="57"/>
                      <a:pt x="257" y="57"/>
                      <a:pt x="257" y="58"/>
                    </a:cubicBezTo>
                    <a:cubicBezTo>
                      <a:pt x="257" y="58"/>
                      <a:pt x="258" y="59"/>
                      <a:pt x="258" y="59"/>
                    </a:cubicBezTo>
                    <a:cubicBezTo>
                      <a:pt x="258" y="59"/>
                      <a:pt x="258" y="59"/>
                      <a:pt x="259" y="59"/>
                    </a:cubicBezTo>
                    <a:cubicBezTo>
                      <a:pt x="259" y="59"/>
                      <a:pt x="259" y="59"/>
                      <a:pt x="259" y="59"/>
                    </a:cubicBezTo>
                    <a:cubicBezTo>
                      <a:pt x="259" y="58"/>
                      <a:pt x="259" y="57"/>
                      <a:pt x="259" y="57"/>
                    </a:cubicBezTo>
                    <a:cubicBezTo>
                      <a:pt x="259" y="57"/>
                      <a:pt x="259" y="56"/>
                      <a:pt x="259" y="56"/>
                    </a:cubicBezTo>
                    <a:cubicBezTo>
                      <a:pt x="258" y="56"/>
                      <a:pt x="258" y="56"/>
                      <a:pt x="258" y="56"/>
                    </a:cubicBezTo>
                    <a:close/>
                    <a:moveTo>
                      <a:pt x="128" y="54"/>
                    </a:moveTo>
                    <a:cubicBezTo>
                      <a:pt x="128" y="54"/>
                      <a:pt x="128" y="54"/>
                      <a:pt x="127" y="54"/>
                    </a:cubicBezTo>
                    <a:cubicBezTo>
                      <a:pt x="127" y="54"/>
                      <a:pt x="127" y="55"/>
                      <a:pt x="127" y="55"/>
                    </a:cubicBezTo>
                    <a:cubicBezTo>
                      <a:pt x="129" y="56"/>
                      <a:pt x="130" y="57"/>
                      <a:pt x="131" y="58"/>
                    </a:cubicBezTo>
                    <a:cubicBezTo>
                      <a:pt x="132" y="58"/>
                      <a:pt x="132" y="58"/>
                      <a:pt x="133" y="58"/>
                    </a:cubicBezTo>
                    <a:cubicBezTo>
                      <a:pt x="133" y="58"/>
                      <a:pt x="133" y="58"/>
                      <a:pt x="134" y="57"/>
                    </a:cubicBezTo>
                    <a:cubicBezTo>
                      <a:pt x="133" y="55"/>
                      <a:pt x="130" y="54"/>
                      <a:pt x="128" y="54"/>
                    </a:cubicBezTo>
                    <a:close/>
                    <a:moveTo>
                      <a:pt x="249" y="53"/>
                    </a:moveTo>
                    <a:cubicBezTo>
                      <a:pt x="248" y="53"/>
                      <a:pt x="248" y="54"/>
                      <a:pt x="248" y="54"/>
                    </a:cubicBezTo>
                    <a:cubicBezTo>
                      <a:pt x="248" y="54"/>
                      <a:pt x="248" y="55"/>
                      <a:pt x="248" y="55"/>
                    </a:cubicBezTo>
                    <a:cubicBezTo>
                      <a:pt x="248" y="55"/>
                      <a:pt x="249" y="56"/>
                      <a:pt x="249" y="56"/>
                    </a:cubicBezTo>
                    <a:cubicBezTo>
                      <a:pt x="250" y="55"/>
                      <a:pt x="250" y="55"/>
                      <a:pt x="250" y="54"/>
                    </a:cubicBezTo>
                    <a:cubicBezTo>
                      <a:pt x="250" y="53"/>
                      <a:pt x="250" y="53"/>
                      <a:pt x="250" y="53"/>
                    </a:cubicBezTo>
                    <a:cubicBezTo>
                      <a:pt x="249" y="53"/>
                      <a:pt x="249" y="53"/>
                      <a:pt x="249" y="53"/>
                    </a:cubicBezTo>
                    <a:close/>
                    <a:moveTo>
                      <a:pt x="202" y="51"/>
                    </a:moveTo>
                    <a:cubicBezTo>
                      <a:pt x="201" y="52"/>
                      <a:pt x="199" y="52"/>
                      <a:pt x="199" y="54"/>
                    </a:cubicBezTo>
                    <a:cubicBezTo>
                      <a:pt x="201" y="54"/>
                      <a:pt x="202" y="54"/>
                      <a:pt x="203" y="54"/>
                    </a:cubicBezTo>
                    <a:cubicBezTo>
                      <a:pt x="203" y="54"/>
                      <a:pt x="203" y="54"/>
                      <a:pt x="203" y="53"/>
                    </a:cubicBezTo>
                    <a:cubicBezTo>
                      <a:pt x="204" y="53"/>
                      <a:pt x="203" y="52"/>
                      <a:pt x="203" y="51"/>
                    </a:cubicBezTo>
                    <a:cubicBezTo>
                      <a:pt x="203" y="51"/>
                      <a:pt x="202" y="51"/>
                      <a:pt x="202" y="51"/>
                    </a:cubicBezTo>
                    <a:close/>
                    <a:moveTo>
                      <a:pt x="114" y="51"/>
                    </a:moveTo>
                    <a:cubicBezTo>
                      <a:pt x="113" y="52"/>
                      <a:pt x="109" y="54"/>
                      <a:pt x="108" y="54"/>
                    </a:cubicBezTo>
                    <a:cubicBezTo>
                      <a:pt x="106" y="55"/>
                      <a:pt x="107" y="55"/>
                      <a:pt x="108" y="55"/>
                    </a:cubicBezTo>
                    <a:cubicBezTo>
                      <a:pt x="108" y="55"/>
                      <a:pt x="107" y="55"/>
                      <a:pt x="108" y="55"/>
                    </a:cubicBezTo>
                    <a:cubicBezTo>
                      <a:pt x="109" y="55"/>
                      <a:pt x="112" y="55"/>
                      <a:pt x="114" y="54"/>
                    </a:cubicBezTo>
                    <a:cubicBezTo>
                      <a:pt x="115" y="54"/>
                      <a:pt x="115" y="52"/>
                      <a:pt x="115" y="51"/>
                    </a:cubicBezTo>
                    <a:cubicBezTo>
                      <a:pt x="114" y="50"/>
                      <a:pt x="115" y="50"/>
                      <a:pt x="114" y="51"/>
                    </a:cubicBezTo>
                    <a:close/>
                    <a:moveTo>
                      <a:pt x="232" y="50"/>
                    </a:moveTo>
                    <a:cubicBezTo>
                      <a:pt x="229" y="52"/>
                      <a:pt x="227" y="55"/>
                      <a:pt x="227" y="59"/>
                    </a:cubicBezTo>
                    <a:cubicBezTo>
                      <a:pt x="227" y="59"/>
                      <a:pt x="227" y="59"/>
                      <a:pt x="228" y="60"/>
                    </a:cubicBezTo>
                    <a:cubicBezTo>
                      <a:pt x="228" y="60"/>
                      <a:pt x="228" y="60"/>
                      <a:pt x="228" y="60"/>
                    </a:cubicBezTo>
                    <a:cubicBezTo>
                      <a:pt x="229" y="59"/>
                      <a:pt x="233" y="50"/>
                      <a:pt x="233" y="50"/>
                    </a:cubicBezTo>
                    <a:cubicBezTo>
                      <a:pt x="232" y="50"/>
                      <a:pt x="232" y="50"/>
                      <a:pt x="232" y="50"/>
                    </a:cubicBezTo>
                    <a:close/>
                    <a:moveTo>
                      <a:pt x="180" y="48"/>
                    </a:moveTo>
                    <a:cubicBezTo>
                      <a:pt x="179" y="49"/>
                      <a:pt x="179" y="49"/>
                      <a:pt x="178" y="50"/>
                    </a:cubicBezTo>
                    <a:cubicBezTo>
                      <a:pt x="179" y="51"/>
                      <a:pt x="181" y="50"/>
                      <a:pt x="182" y="49"/>
                    </a:cubicBezTo>
                    <a:cubicBezTo>
                      <a:pt x="182" y="49"/>
                      <a:pt x="181" y="48"/>
                      <a:pt x="181" y="48"/>
                    </a:cubicBezTo>
                    <a:cubicBezTo>
                      <a:pt x="181" y="48"/>
                      <a:pt x="181" y="48"/>
                      <a:pt x="181" y="48"/>
                    </a:cubicBezTo>
                    <a:cubicBezTo>
                      <a:pt x="181" y="48"/>
                      <a:pt x="181" y="48"/>
                      <a:pt x="180" y="48"/>
                    </a:cubicBezTo>
                    <a:close/>
                    <a:moveTo>
                      <a:pt x="192" y="47"/>
                    </a:moveTo>
                    <a:cubicBezTo>
                      <a:pt x="191" y="47"/>
                      <a:pt x="191" y="47"/>
                      <a:pt x="191" y="47"/>
                    </a:cubicBezTo>
                    <a:cubicBezTo>
                      <a:pt x="190" y="50"/>
                      <a:pt x="190" y="53"/>
                      <a:pt x="187" y="54"/>
                    </a:cubicBezTo>
                    <a:cubicBezTo>
                      <a:pt x="186" y="54"/>
                      <a:pt x="185" y="53"/>
                      <a:pt x="184" y="54"/>
                    </a:cubicBezTo>
                    <a:cubicBezTo>
                      <a:pt x="184" y="55"/>
                      <a:pt x="184" y="55"/>
                      <a:pt x="184" y="55"/>
                    </a:cubicBezTo>
                    <a:cubicBezTo>
                      <a:pt x="185" y="56"/>
                      <a:pt x="186" y="57"/>
                      <a:pt x="188" y="57"/>
                    </a:cubicBezTo>
                    <a:cubicBezTo>
                      <a:pt x="190" y="56"/>
                      <a:pt x="189" y="54"/>
                      <a:pt x="191" y="52"/>
                    </a:cubicBezTo>
                    <a:cubicBezTo>
                      <a:pt x="192" y="51"/>
                      <a:pt x="193" y="49"/>
                      <a:pt x="194" y="48"/>
                    </a:cubicBezTo>
                    <a:cubicBezTo>
                      <a:pt x="193" y="47"/>
                      <a:pt x="193" y="47"/>
                      <a:pt x="193" y="47"/>
                    </a:cubicBezTo>
                    <a:cubicBezTo>
                      <a:pt x="193" y="47"/>
                      <a:pt x="193" y="47"/>
                      <a:pt x="193" y="47"/>
                    </a:cubicBezTo>
                    <a:cubicBezTo>
                      <a:pt x="192" y="47"/>
                      <a:pt x="192" y="47"/>
                      <a:pt x="192" y="47"/>
                    </a:cubicBezTo>
                    <a:close/>
                    <a:moveTo>
                      <a:pt x="237" y="46"/>
                    </a:moveTo>
                    <a:cubicBezTo>
                      <a:pt x="237" y="47"/>
                      <a:pt x="236" y="47"/>
                      <a:pt x="236" y="48"/>
                    </a:cubicBezTo>
                    <a:cubicBezTo>
                      <a:pt x="236" y="48"/>
                      <a:pt x="236" y="48"/>
                      <a:pt x="236" y="48"/>
                    </a:cubicBezTo>
                    <a:cubicBezTo>
                      <a:pt x="236" y="48"/>
                      <a:pt x="237" y="48"/>
                      <a:pt x="237" y="48"/>
                    </a:cubicBezTo>
                    <a:cubicBezTo>
                      <a:pt x="237" y="48"/>
                      <a:pt x="238" y="48"/>
                      <a:pt x="238" y="47"/>
                    </a:cubicBezTo>
                    <a:cubicBezTo>
                      <a:pt x="238" y="47"/>
                      <a:pt x="238" y="47"/>
                      <a:pt x="238" y="46"/>
                    </a:cubicBezTo>
                    <a:cubicBezTo>
                      <a:pt x="238" y="46"/>
                      <a:pt x="237" y="46"/>
                      <a:pt x="237" y="46"/>
                    </a:cubicBezTo>
                    <a:close/>
                    <a:moveTo>
                      <a:pt x="149" y="45"/>
                    </a:moveTo>
                    <a:cubicBezTo>
                      <a:pt x="149" y="46"/>
                      <a:pt x="151" y="47"/>
                      <a:pt x="151" y="49"/>
                    </a:cubicBezTo>
                    <a:cubicBezTo>
                      <a:pt x="151" y="51"/>
                      <a:pt x="149" y="51"/>
                      <a:pt x="149" y="53"/>
                    </a:cubicBezTo>
                    <a:cubicBezTo>
                      <a:pt x="149" y="53"/>
                      <a:pt x="149" y="53"/>
                      <a:pt x="149" y="53"/>
                    </a:cubicBezTo>
                    <a:cubicBezTo>
                      <a:pt x="152" y="52"/>
                      <a:pt x="153" y="50"/>
                      <a:pt x="153" y="48"/>
                    </a:cubicBezTo>
                    <a:cubicBezTo>
                      <a:pt x="152" y="47"/>
                      <a:pt x="151" y="45"/>
                      <a:pt x="149" y="45"/>
                    </a:cubicBezTo>
                    <a:close/>
                    <a:moveTo>
                      <a:pt x="204" y="40"/>
                    </a:moveTo>
                    <a:cubicBezTo>
                      <a:pt x="204" y="41"/>
                      <a:pt x="204" y="41"/>
                      <a:pt x="204" y="42"/>
                    </a:cubicBezTo>
                    <a:cubicBezTo>
                      <a:pt x="206" y="42"/>
                      <a:pt x="207" y="43"/>
                      <a:pt x="209" y="44"/>
                    </a:cubicBezTo>
                    <a:cubicBezTo>
                      <a:pt x="209" y="44"/>
                      <a:pt x="210" y="44"/>
                      <a:pt x="210" y="43"/>
                    </a:cubicBezTo>
                    <a:cubicBezTo>
                      <a:pt x="210" y="43"/>
                      <a:pt x="210" y="43"/>
                      <a:pt x="210" y="43"/>
                    </a:cubicBezTo>
                    <a:cubicBezTo>
                      <a:pt x="210" y="42"/>
                      <a:pt x="210" y="42"/>
                      <a:pt x="209" y="41"/>
                    </a:cubicBezTo>
                    <a:cubicBezTo>
                      <a:pt x="208" y="41"/>
                      <a:pt x="206" y="41"/>
                      <a:pt x="204" y="40"/>
                    </a:cubicBezTo>
                    <a:close/>
                    <a:moveTo>
                      <a:pt x="184" y="40"/>
                    </a:moveTo>
                    <a:cubicBezTo>
                      <a:pt x="183" y="40"/>
                      <a:pt x="183" y="40"/>
                      <a:pt x="183" y="41"/>
                    </a:cubicBezTo>
                    <a:cubicBezTo>
                      <a:pt x="183" y="41"/>
                      <a:pt x="183" y="41"/>
                      <a:pt x="183" y="42"/>
                    </a:cubicBezTo>
                    <a:cubicBezTo>
                      <a:pt x="184" y="41"/>
                      <a:pt x="185" y="41"/>
                      <a:pt x="185" y="40"/>
                    </a:cubicBezTo>
                    <a:cubicBezTo>
                      <a:pt x="184" y="40"/>
                      <a:pt x="184" y="40"/>
                      <a:pt x="184" y="40"/>
                    </a:cubicBezTo>
                    <a:close/>
                    <a:moveTo>
                      <a:pt x="192" y="39"/>
                    </a:moveTo>
                    <a:cubicBezTo>
                      <a:pt x="191" y="40"/>
                      <a:pt x="191" y="40"/>
                      <a:pt x="191" y="40"/>
                    </a:cubicBezTo>
                    <a:cubicBezTo>
                      <a:pt x="191" y="40"/>
                      <a:pt x="191" y="40"/>
                      <a:pt x="191" y="40"/>
                    </a:cubicBezTo>
                    <a:cubicBezTo>
                      <a:pt x="192" y="41"/>
                      <a:pt x="192" y="41"/>
                      <a:pt x="192" y="41"/>
                    </a:cubicBezTo>
                    <a:cubicBezTo>
                      <a:pt x="192" y="40"/>
                      <a:pt x="192" y="40"/>
                      <a:pt x="193" y="40"/>
                    </a:cubicBezTo>
                    <a:cubicBezTo>
                      <a:pt x="193" y="40"/>
                      <a:pt x="192" y="40"/>
                      <a:pt x="192" y="40"/>
                    </a:cubicBezTo>
                    <a:cubicBezTo>
                      <a:pt x="192" y="40"/>
                      <a:pt x="192" y="39"/>
                      <a:pt x="192" y="39"/>
                    </a:cubicBezTo>
                    <a:close/>
                    <a:moveTo>
                      <a:pt x="242" y="39"/>
                    </a:moveTo>
                    <a:cubicBezTo>
                      <a:pt x="242" y="39"/>
                      <a:pt x="242" y="40"/>
                      <a:pt x="241" y="40"/>
                    </a:cubicBezTo>
                    <a:cubicBezTo>
                      <a:pt x="242" y="43"/>
                      <a:pt x="249" y="43"/>
                      <a:pt x="251" y="42"/>
                    </a:cubicBezTo>
                    <a:cubicBezTo>
                      <a:pt x="252" y="42"/>
                      <a:pt x="252" y="41"/>
                      <a:pt x="252" y="41"/>
                    </a:cubicBezTo>
                    <a:cubicBezTo>
                      <a:pt x="251" y="41"/>
                      <a:pt x="251" y="41"/>
                      <a:pt x="251" y="40"/>
                    </a:cubicBezTo>
                    <a:cubicBezTo>
                      <a:pt x="249" y="40"/>
                      <a:pt x="247" y="41"/>
                      <a:pt x="245" y="41"/>
                    </a:cubicBezTo>
                    <a:cubicBezTo>
                      <a:pt x="244" y="40"/>
                      <a:pt x="243" y="40"/>
                      <a:pt x="242" y="39"/>
                    </a:cubicBezTo>
                    <a:close/>
                    <a:moveTo>
                      <a:pt x="163" y="39"/>
                    </a:moveTo>
                    <a:cubicBezTo>
                      <a:pt x="162" y="39"/>
                      <a:pt x="162" y="40"/>
                      <a:pt x="162" y="41"/>
                    </a:cubicBezTo>
                    <a:cubicBezTo>
                      <a:pt x="162" y="42"/>
                      <a:pt x="162" y="43"/>
                      <a:pt x="163" y="43"/>
                    </a:cubicBezTo>
                    <a:cubicBezTo>
                      <a:pt x="164" y="43"/>
                      <a:pt x="165" y="43"/>
                      <a:pt x="165" y="43"/>
                    </a:cubicBezTo>
                    <a:cubicBezTo>
                      <a:pt x="166" y="42"/>
                      <a:pt x="166" y="41"/>
                      <a:pt x="165" y="40"/>
                    </a:cubicBezTo>
                    <a:cubicBezTo>
                      <a:pt x="165" y="39"/>
                      <a:pt x="165" y="39"/>
                      <a:pt x="165" y="39"/>
                    </a:cubicBezTo>
                    <a:cubicBezTo>
                      <a:pt x="164" y="39"/>
                      <a:pt x="164" y="39"/>
                      <a:pt x="163" y="39"/>
                    </a:cubicBezTo>
                    <a:close/>
                    <a:moveTo>
                      <a:pt x="225" y="36"/>
                    </a:moveTo>
                    <a:cubicBezTo>
                      <a:pt x="223" y="37"/>
                      <a:pt x="220" y="39"/>
                      <a:pt x="219" y="40"/>
                    </a:cubicBezTo>
                    <a:cubicBezTo>
                      <a:pt x="218" y="42"/>
                      <a:pt x="219" y="46"/>
                      <a:pt x="218" y="48"/>
                    </a:cubicBezTo>
                    <a:cubicBezTo>
                      <a:pt x="217" y="51"/>
                      <a:pt x="214" y="50"/>
                      <a:pt x="213" y="52"/>
                    </a:cubicBezTo>
                    <a:cubicBezTo>
                      <a:pt x="213" y="53"/>
                      <a:pt x="213" y="53"/>
                      <a:pt x="214" y="54"/>
                    </a:cubicBezTo>
                    <a:cubicBezTo>
                      <a:pt x="214" y="54"/>
                      <a:pt x="213" y="54"/>
                      <a:pt x="214" y="54"/>
                    </a:cubicBezTo>
                    <a:cubicBezTo>
                      <a:pt x="215" y="54"/>
                      <a:pt x="220" y="52"/>
                      <a:pt x="220" y="50"/>
                    </a:cubicBezTo>
                    <a:cubicBezTo>
                      <a:pt x="221" y="49"/>
                      <a:pt x="219" y="48"/>
                      <a:pt x="220" y="46"/>
                    </a:cubicBezTo>
                    <a:cubicBezTo>
                      <a:pt x="220" y="44"/>
                      <a:pt x="223" y="40"/>
                      <a:pt x="226" y="40"/>
                    </a:cubicBezTo>
                    <a:cubicBezTo>
                      <a:pt x="228" y="40"/>
                      <a:pt x="227" y="43"/>
                      <a:pt x="229" y="43"/>
                    </a:cubicBezTo>
                    <a:cubicBezTo>
                      <a:pt x="231" y="44"/>
                      <a:pt x="233" y="37"/>
                      <a:pt x="232" y="36"/>
                    </a:cubicBezTo>
                    <a:cubicBezTo>
                      <a:pt x="232" y="35"/>
                      <a:pt x="233" y="36"/>
                      <a:pt x="232" y="36"/>
                    </a:cubicBezTo>
                    <a:cubicBezTo>
                      <a:pt x="232" y="37"/>
                      <a:pt x="229" y="38"/>
                      <a:pt x="228" y="38"/>
                    </a:cubicBezTo>
                    <a:cubicBezTo>
                      <a:pt x="226" y="37"/>
                      <a:pt x="227" y="35"/>
                      <a:pt x="225" y="36"/>
                    </a:cubicBezTo>
                    <a:close/>
                    <a:moveTo>
                      <a:pt x="152" y="32"/>
                    </a:moveTo>
                    <a:cubicBezTo>
                      <a:pt x="151" y="32"/>
                      <a:pt x="151" y="32"/>
                      <a:pt x="151" y="33"/>
                    </a:cubicBezTo>
                    <a:cubicBezTo>
                      <a:pt x="150" y="35"/>
                      <a:pt x="152" y="38"/>
                      <a:pt x="153" y="39"/>
                    </a:cubicBezTo>
                    <a:cubicBezTo>
                      <a:pt x="154" y="39"/>
                      <a:pt x="155" y="38"/>
                      <a:pt x="155" y="38"/>
                    </a:cubicBezTo>
                    <a:cubicBezTo>
                      <a:pt x="155" y="38"/>
                      <a:pt x="155" y="39"/>
                      <a:pt x="155" y="38"/>
                    </a:cubicBezTo>
                    <a:cubicBezTo>
                      <a:pt x="155" y="37"/>
                      <a:pt x="153" y="33"/>
                      <a:pt x="152" y="32"/>
                    </a:cubicBezTo>
                    <a:cubicBezTo>
                      <a:pt x="152" y="32"/>
                      <a:pt x="152" y="32"/>
                      <a:pt x="152" y="32"/>
                    </a:cubicBezTo>
                    <a:close/>
                    <a:moveTo>
                      <a:pt x="135" y="27"/>
                    </a:move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5" y="29"/>
                      <a:pt x="136" y="30"/>
                    </a:cubicBezTo>
                    <a:cubicBezTo>
                      <a:pt x="136" y="29"/>
                      <a:pt x="136" y="29"/>
                      <a:pt x="136" y="29"/>
                    </a:cubicBezTo>
                    <a:cubicBezTo>
                      <a:pt x="136" y="28"/>
                      <a:pt x="136" y="28"/>
                      <a:pt x="135" y="27"/>
                    </a:cubicBezTo>
                    <a:close/>
                    <a:moveTo>
                      <a:pt x="125" y="24"/>
                    </a:moveTo>
                    <a:cubicBezTo>
                      <a:pt x="124" y="25"/>
                      <a:pt x="122" y="28"/>
                      <a:pt x="121" y="29"/>
                    </a:cubicBezTo>
                    <a:cubicBezTo>
                      <a:pt x="119" y="31"/>
                      <a:pt x="118" y="30"/>
                      <a:pt x="117" y="31"/>
                    </a:cubicBezTo>
                    <a:cubicBezTo>
                      <a:pt x="116" y="32"/>
                      <a:pt x="116" y="34"/>
                      <a:pt x="117" y="36"/>
                    </a:cubicBezTo>
                    <a:cubicBezTo>
                      <a:pt x="118" y="37"/>
                      <a:pt x="119" y="35"/>
                      <a:pt x="122" y="37"/>
                    </a:cubicBezTo>
                    <a:cubicBezTo>
                      <a:pt x="125" y="39"/>
                      <a:pt x="121" y="46"/>
                      <a:pt x="119" y="48"/>
                    </a:cubicBezTo>
                    <a:cubicBezTo>
                      <a:pt x="118" y="49"/>
                      <a:pt x="118" y="49"/>
                      <a:pt x="120" y="49"/>
                    </a:cubicBezTo>
                    <a:cubicBezTo>
                      <a:pt x="122" y="49"/>
                      <a:pt x="124" y="46"/>
                      <a:pt x="127" y="46"/>
                    </a:cubicBezTo>
                    <a:cubicBezTo>
                      <a:pt x="129" y="45"/>
                      <a:pt x="130" y="47"/>
                      <a:pt x="132" y="47"/>
                    </a:cubicBezTo>
                    <a:cubicBezTo>
                      <a:pt x="134" y="47"/>
                      <a:pt x="136" y="47"/>
                      <a:pt x="138" y="47"/>
                    </a:cubicBezTo>
                    <a:cubicBezTo>
                      <a:pt x="140" y="47"/>
                      <a:pt x="142" y="52"/>
                      <a:pt x="140" y="53"/>
                    </a:cubicBezTo>
                    <a:cubicBezTo>
                      <a:pt x="139" y="55"/>
                      <a:pt x="139" y="54"/>
                      <a:pt x="138" y="5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0" y="55"/>
                      <a:pt x="145" y="56"/>
                      <a:pt x="146" y="55"/>
                    </a:cubicBezTo>
                    <a:cubicBezTo>
                      <a:pt x="146" y="54"/>
                      <a:pt x="146" y="54"/>
                      <a:pt x="146" y="54"/>
                    </a:cubicBezTo>
                    <a:cubicBezTo>
                      <a:pt x="145" y="54"/>
                      <a:pt x="144" y="54"/>
                      <a:pt x="143" y="53"/>
                    </a:cubicBezTo>
                    <a:cubicBezTo>
                      <a:pt x="142" y="52"/>
                      <a:pt x="143" y="50"/>
                      <a:pt x="143" y="48"/>
                    </a:cubicBezTo>
                    <a:cubicBezTo>
                      <a:pt x="142" y="46"/>
                      <a:pt x="140" y="44"/>
                      <a:pt x="141" y="42"/>
                    </a:cubicBezTo>
                    <a:cubicBezTo>
                      <a:pt x="141" y="40"/>
                      <a:pt x="142" y="41"/>
                      <a:pt x="143" y="39"/>
                    </a:cubicBezTo>
                    <a:cubicBezTo>
                      <a:pt x="143" y="36"/>
                      <a:pt x="140" y="32"/>
                      <a:pt x="138" y="33"/>
                    </a:cubicBezTo>
                    <a:cubicBezTo>
                      <a:pt x="136" y="34"/>
                      <a:pt x="133" y="38"/>
                      <a:pt x="135" y="39"/>
                    </a:cubicBezTo>
                    <a:cubicBezTo>
                      <a:pt x="137" y="41"/>
                      <a:pt x="138" y="39"/>
                      <a:pt x="139" y="40"/>
                    </a:cubicBezTo>
                    <a:cubicBezTo>
                      <a:pt x="140" y="41"/>
                      <a:pt x="140" y="41"/>
                      <a:pt x="140" y="43"/>
                    </a:cubicBezTo>
                    <a:cubicBezTo>
                      <a:pt x="139" y="44"/>
                      <a:pt x="140" y="45"/>
                      <a:pt x="137" y="45"/>
                    </a:cubicBezTo>
                    <a:cubicBezTo>
                      <a:pt x="135" y="46"/>
                      <a:pt x="129" y="45"/>
                      <a:pt x="127" y="43"/>
                    </a:cubicBezTo>
                    <a:cubicBezTo>
                      <a:pt x="126" y="41"/>
                      <a:pt x="126" y="37"/>
                      <a:pt x="124" y="36"/>
                    </a:cubicBezTo>
                    <a:cubicBezTo>
                      <a:pt x="123" y="35"/>
                      <a:pt x="121" y="36"/>
                      <a:pt x="121" y="35"/>
                    </a:cubicBezTo>
                    <a:cubicBezTo>
                      <a:pt x="120" y="34"/>
                      <a:pt x="120" y="32"/>
                      <a:pt x="121" y="31"/>
                    </a:cubicBezTo>
                    <a:cubicBezTo>
                      <a:pt x="122" y="30"/>
                      <a:pt x="123" y="32"/>
                      <a:pt x="124" y="31"/>
                    </a:cubicBezTo>
                    <a:cubicBezTo>
                      <a:pt x="126" y="31"/>
                      <a:pt x="126" y="25"/>
                      <a:pt x="125" y="24"/>
                    </a:cubicBezTo>
                    <a:cubicBezTo>
                      <a:pt x="124" y="23"/>
                      <a:pt x="125" y="23"/>
                      <a:pt x="125" y="24"/>
                    </a:cubicBezTo>
                    <a:close/>
                    <a:moveTo>
                      <a:pt x="142" y="23"/>
                    </a:moveTo>
                    <a:cubicBezTo>
                      <a:pt x="142" y="24"/>
                      <a:pt x="144" y="27"/>
                      <a:pt x="145" y="27"/>
                    </a:cubicBezTo>
                    <a:cubicBezTo>
                      <a:pt x="146" y="28"/>
                      <a:pt x="145" y="28"/>
                      <a:pt x="146" y="27"/>
                    </a:cubicBezTo>
                    <a:cubicBezTo>
                      <a:pt x="147" y="27"/>
                      <a:pt x="148" y="26"/>
                      <a:pt x="148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8" y="25"/>
                      <a:pt x="148" y="25"/>
                      <a:pt x="147" y="25"/>
                    </a:cubicBezTo>
                    <a:cubicBezTo>
                      <a:pt x="147" y="24"/>
                      <a:pt x="144" y="24"/>
                      <a:pt x="144" y="24"/>
                    </a:cubicBezTo>
                    <a:cubicBezTo>
                      <a:pt x="143" y="24"/>
                      <a:pt x="142" y="22"/>
                      <a:pt x="142" y="23"/>
                    </a:cubicBezTo>
                    <a:close/>
                    <a:moveTo>
                      <a:pt x="255" y="34"/>
                    </a:moveTo>
                    <a:cubicBezTo>
                      <a:pt x="259" y="35"/>
                      <a:pt x="259" y="25"/>
                      <a:pt x="257" y="23"/>
                    </a:cubicBezTo>
                    <a:cubicBezTo>
                      <a:pt x="255" y="20"/>
                      <a:pt x="252" y="22"/>
                      <a:pt x="252" y="24"/>
                    </a:cubicBezTo>
                    <a:cubicBezTo>
                      <a:pt x="252" y="26"/>
                      <a:pt x="255" y="25"/>
                      <a:pt x="256" y="27"/>
                    </a:cubicBezTo>
                    <a:cubicBezTo>
                      <a:pt x="257" y="29"/>
                      <a:pt x="252" y="33"/>
                      <a:pt x="255" y="34"/>
                    </a:cubicBezTo>
                    <a:close/>
                    <a:moveTo>
                      <a:pt x="114" y="21"/>
                    </a:moveTo>
                    <a:cubicBezTo>
                      <a:pt x="113" y="22"/>
                      <a:pt x="112" y="26"/>
                      <a:pt x="112" y="26"/>
                    </a:cubicBezTo>
                    <a:cubicBezTo>
                      <a:pt x="112" y="27"/>
                      <a:pt x="113" y="27"/>
                      <a:pt x="113" y="28"/>
                    </a:cubicBezTo>
                    <a:cubicBezTo>
                      <a:pt x="113" y="28"/>
                      <a:pt x="114" y="28"/>
                      <a:pt x="114" y="28"/>
                    </a:cubicBezTo>
                    <a:cubicBezTo>
                      <a:pt x="114" y="27"/>
                      <a:pt x="114" y="28"/>
                      <a:pt x="114" y="27"/>
                    </a:cubicBezTo>
                    <a:cubicBezTo>
                      <a:pt x="115" y="26"/>
                      <a:pt x="114" y="22"/>
                      <a:pt x="114" y="21"/>
                    </a:cubicBezTo>
                    <a:cubicBezTo>
                      <a:pt x="114" y="21"/>
                      <a:pt x="114" y="21"/>
                      <a:pt x="114" y="21"/>
                    </a:cubicBezTo>
                    <a:close/>
                    <a:moveTo>
                      <a:pt x="245" y="21"/>
                    </a:moveTo>
                    <a:cubicBezTo>
                      <a:pt x="243" y="22"/>
                      <a:pt x="247" y="26"/>
                      <a:pt x="241" y="28"/>
                    </a:cubicBezTo>
                    <a:cubicBezTo>
                      <a:pt x="239" y="28"/>
                      <a:pt x="239" y="30"/>
                      <a:pt x="241" y="30"/>
                    </a:cubicBezTo>
                    <a:cubicBezTo>
                      <a:pt x="242" y="30"/>
                      <a:pt x="243" y="30"/>
                      <a:pt x="244" y="32"/>
                    </a:cubicBezTo>
                    <a:cubicBezTo>
                      <a:pt x="246" y="34"/>
                      <a:pt x="246" y="34"/>
                      <a:pt x="246" y="32"/>
                    </a:cubicBezTo>
                    <a:cubicBezTo>
                      <a:pt x="246" y="30"/>
                      <a:pt x="244" y="25"/>
                      <a:pt x="247" y="24"/>
                    </a:cubicBezTo>
                    <a:cubicBezTo>
                      <a:pt x="248" y="23"/>
                      <a:pt x="248" y="23"/>
                      <a:pt x="249" y="23"/>
                    </a:cubicBezTo>
                    <a:cubicBezTo>
                      <a:pt x="251" y="20"/>
                      <a:pt x="246" y="21"/>
                      <a:pt x="245" y="21"/>
                    </a:cubicBezTo>
                    <a:close/>
                    <a:moveTo>
                      <a:pt x="232" y="17"/>
                    </a:moveTo>
                    <a:cubicBezTo>
                      <a:pt x="230" y="17"/>
                      <a:pt x="231" y="17"/>
                      <a:pt x="231" y="18"/>
                    </a:cubicBezTo>
                    <a:cubicBezTo>
                      <a:pt x="231" y="20"/>
                      <a:pt x="234" y="21"/>
                      <a:pt x="233" y="23"/>
                    </a:cubicBezTo>
                    <a:cubicBezTo>
                      <a:pt x="232" y="26"/>
                      <a:pt x="231" y="24"/>
                      <a:pt x="227" y="25"/>
                    </a:cubicBezTo>
                    <a:cubicBezTo>
                      <a:pt x="224" y="27"/>
                      <a:pt x="222" y="29"/>
                      <a:pt x="222" y="29"/>
                    </a:cubicBezTo>
                    <a:cubicBezTo>
                      <a:pt x="222" y="29"/>
                      <a:pt x="220" y="29"/>
                      <a:pt x="222" y="29"/>
                    </a:cubicBezTo>
                    <a:cubicBezTo>
                      <a:pt x="224" y="30"/>
                      <a:pt x="226" y="28"/>
                      <a:pt x="229" y="27"/>
                    </a:cubicBezTo>
                    <a:cubicBezTo>
                      <a:pt x="231" y="26"/>
                      <a:pt x="233" y="28"/>
                      <a:pt x="234" y="27"/>
                    </a:cubicBezTo>
                    <a:cubicBezTo>
                      <a:pt x="236" y="27"/>
                      <a:pt x="239" y="21"/>
                      <a:pt x="238" y="20"/>
                    </a:cubicBezTo>
                    <a:cubicBezTo>
                      <a:pt x="237" y="18"/>
                      <a:pt x="234" y="16"/>
                      <a:pt x="232" y="17"/>
                    </a:cubicBezTo>
                    <a:close/>
                    <a:moveTo>
                      <a:pt x="225" y="14"/>
                    </a:moveTo>
                    <a:cubicBezTo>
                      <a:pt x="225" y="14"/>
                      <a:pt x="225" y="14"/>
                      <a:pt x="225" y="14"/>
                    </a:cubicBezTo>
                    <a:cubicBezTo>
                      <a:pt x="225" y="14"/>
                      <a:pt x="225" y="14"/>
                      <a:pt x="225" y="14"/>
                    </a:cubicBezTo>
                    <a:cubicBezTo>
                      <a:pt x="225" y="14"/>
                      <a:pt x="224" y="14"/>
                      <a:pt x="224" y="14"/>
                    </a:cubicBezTo>
                    <a:cubicBezTo>
                      <a:pt x="224" y="14"/>
                      <a:pt x="224" y="15"/>
                      <a:pt x="224" y="15"/>
                    </a:cubicBezTo>
                    <a:cubicBezTo>
                      <a:pt x="224" y="15"/>
                      <a:pt x="223" y="15"/>
                      <a:pt x="223" y="15"/>
                    </a:cubicBezTo>
                    <a:cubicBezTo>
                      <a:pt x="223" y="16"/>
                      <a:pt x="223" y="16"/>
                      <a:pt x="223" y="17"/>
                    </a:cubicBezTo>
                    <a:cubicBezTo>
                      <a:pt x="224" y="17"/>
                      <a:pt x="226" y="17"/>
                      <a:pt x="228" y="17"/>
                    </a:cubicBezTo>
                    <a:cubicBezTo>
                      <a:pt x="228" y="16"/>
                      <a:pt x="228" y="16"/>
                      <a:pt x="228" y="15"/>
                    </a:cubicBezTo>
                    <a:cubicBezTo>
                      <a:pt x="228" y="15"/>
                      <a:pt x="227" y="15"/>
                      <a:pt x="227" y="15"/>
                    </a:cubicBezTo>
                    <a:cubicBezTo>
                      <a:pt x="227" y="15"/>
                      <a:pt x="227" y="14"/>
                      <a:pt x="227" y="14"/>
                    </a:cubicBezTo>
                    <a:cubicBezTo>
                      <a:pt x="227" y="14"/>
                      <a:pt x="227" y="14"/>
                      <a:pt x="226" y="14"/>
                    </a:cubicBezTo>
                    <a:cubicBezTo>
                      <a:pt x="226" y="14"/>
                      <a:pt x="227" y="14"/>
                      <a:pt x="226" y="14"/>
                    </a:cubicBezTo>
                    <a:cubicBezTo>
                      <a:pt x="226" y="13"/>
                      <a:pt x="225" y="14"/>
                      <a:pt x="22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iS1îďe"/>
              <p:cNvSpPr/>
              <p:nvPr/>
            </p:nvSpPr>
            <p:spPr bwMode="auto">
              <a:xfrm>
                <a:off x="2146301" y="3295651"/>
                <a:ext cx="1193800" cy="1042988"/>
              </a:xfrm>
              <a:custGeom>
                <a:avLst/>
                <a:gdLst>
                  <a:gd name="T0" fmla="*/ 362 w 362"/>
                  <a:gd name="T1" fmla="*/ 0 h 316"/>
                  <a:gd name="T2" fmla="*/ 351 w 362"/>
                  <a:gd name="T3" fmla="*/ 16 h 316"/>
                  <a:gd name="T4" fmla="*/ 0 w 362"/>
                  <a:gd name="T5" fmla="*/ 0 h 316"/>
                  <a:gd name="T6" fmla="*/ 341 w 362"/>
                  <a:gd name="T7" fmla="*/ 37 h 316"/>
                  <a:gd name="T8" fmla="*/ 18 w 362"/>
                  <a:gd name="T9" fmla="*/ 31 h 316"/>
                  <a:gd name="T10" fmla="*/ 349 w 362"/>
                  <a:gd name="T11" fmla="*/ 23 h 316"/>
                  <a:gd name="T12" fmla="*/ 332 w 362"/>
                  <a:gd name="T13" fmla="*/ 53 h 316"/>
                  <a:gd name="T14" fmla="*/ 26 w 362"/>
                  <a:gd name="T15" fmla="*/ 46 h 316"/>
                  <a:gd name="T16" fmla="*/ 341 w 362"/>
                  <a:gd name="T17" fmla="*/ 38 h 316"/>
                  <a:gd name="T18" fmla="*/ 281 w 362"/>
                  <a:gd name="T19" fmla="*/ 141 h 316"/>
                  <a:gd name="T20" fmla="*/ 184 w 362"/>
                  <a:gd name="T21" fmla="*/ 135 h 316"/>
                  <a:gd name="T22" fmla="*/ 167 w 362"/>
                  <a:gd name="T23" fmla="*/ 135 h 316"/>
                  <a:gd name="T24" fmla="*/ 73 w 362"/>
                  <a:gd name="T25" fmla="*/ 127 h 316"/>
                  <a:gd name="T26" fmla="*/ 289 w 362"/>
                  <a:gd name="T27" fmla="*/ 120 h 316"/>
                  <a:gd name="T28" fmla="*/ 64 w 362"/>
                  <a:gd name="T29" fmla="*/ 113 h 316"/>
                  <a:gd name="T30" fmla="*/ 296 w 362"/>
                  <a:gd name="T31" fmla="*/ 105 h 316"/>
                  <a:gd name="T32" fmla="*/ 56 w 362"/>
                  <a:gd name="T33" fmla="*/ 98 h 316"/>
                  <a:gd name="T34" fmla="*/ 304 w 362"/>
                  <a:gd name="T35" fmla="*/ 90 h 316"/>
                  <a:gd name="T36" fmla="*/ 48 w 362"/>
                  <a:gd name="T37" fmla="*/ 83 h 316"/>
                  <a:gd name="T38" fmla="*/ 311 w 362"/>
                  <a:gd name="T39" fmla="*/ 76 h 316"/>
                  <a:gd name="T40" fmla="*/ 39 w 362"/>
                  <a:gd name="T41" fmla="*/ 68 h 316"/>
                  <a:gd name="T42" fmla="*/ 323 w 362"/>
                  <a:gd name="T43" fmla="*/ 61 h 316"/>
                  <a:gd name="T44" fmla="*/ 31 w 362"/>
                  <a:gd name="T45" fmla="*/ 53 h 316"/>
                  <a:gd name="T46" fmla="*/ 281 w 362"/>
                  <a:gd name="T47" fmla="*/ 142 h 316"/>
                  <a:gd name="T48" fmla="*/ 273 w 362"/>
                  <a:gd name="T49" fmla="*/ 149 h 316"/>
                  <a:gd name="T50" fmla="*/ 159 w 362"/>
                  <a:gd name="T51" fmla="*/ 149 h 316"/>
                  <a:gd name="T52" fmla="*/ 85 w 362"/>
                  <a:gd name="T53" fmla="*/ 149 h 316"/>
                  <a:gd name="T54" fmla="*/ 170 w 362"/>
                  <a:gd name="T55" fmla="*/ 142 h 316"/>
                  <a:gd name="T56" fmla="*/ 281 w 362"/>
                  <a:gd name="T57" fmla="*/ 142 h 316"/>
                  <a:gd name="T58" fmla="*/ 266 w 362"/>
                  <a:gd name="T59" fmla="*/ 168 h 316"/>
                  <a:gd name="T60" fmla="*/ 94 w 362"/>
                  <a:gd name="T61" fmla="*/ 164 h 316"/>
                  <a:gd name="T62" fmla="*/ 272 w 362"/>
                  <a:gd name="T63" fmla="*/ 157 h 316"/>
                  <a:gd name="T64" fmla="*/ 258 w 362"/>
                  <a:gd name="T65" fmla="*/ 181 h 316"/>
                  <a:gd name="T66" fmla="*/ 102 w 362"/>
                  <a:gd name="T67" fmla="*/ 179 h 316"/>
                  <a:gd name="T68" fmla="*/ 264 w 362"/>
                  <a:gd name="T69" fmla="*/ 171 h 316"/>
                  <a:gd name="T70" fmla="*/ 250 w 362"/>
                  <a:gd name="T71" fmla="*/ 194 h 316"/>
                  <a:gd name="T72" fmla="*/ 111 w 362"/>
                  <a:gd name="T73" fmla="*/ 194 h 316"/>
                  <a:gd name="T74" fmla="*/ 255 w 362"/>
                  <a:gd name="T75" fmla="*/ 186 h 316"/>
                  <a:gd name="T76" fmla="*/ 205 w 362"/>
                  <a:gd name="T77" fmla="*/ 274 h 316"/>
                  <a:gd name="T78" fmla="*/ 153 w 362"/>
                  <a:gd name="T79" fmla="*/ 268 h 316"/>
                  <a:gd name="T80" fmla="*/ 212 w 362"/>
                  <a:gd name="T81" fmla="*/ 260 h 316"/>
                  <a:gd name="T82" fmla="*/ 144 w 362"/>
                  <a:gd name="T83" fmla="*/ 253 h 316"/>
                  <a:gd name="T84" fmla="*/ 220 w 362"/>
                  <a:gd name="T85" fmla="*/ 246 h 316"/>
                  <a:gd name="T86" fmla="*/ 136 w 362"/>
                  <a:gd name="T87" fmla="*/ 238 h 316"/>
                  <a:gd name="T88" fmla="*/ 228 w 362"/>
                  <a:gd name="T89" fmla="*/ 231 h 316"/>
                  <a:gd name="T90" fmla="*/ 128 w 362"/>
                  <a:gd name="T91" fmla="*/ 223 h 316"/>
                  <a:gd name="T92" fmla="*/ 236 w 362"/>
                  <a:gd name="T93" fmla="*/ 216 h 316"/>
                  <a:gd name="T94" fmla="*/ 119 w 362"/>
                  <a:gd name="T95" fmla="*/ 208 h 316"/>
                  <a:gd name="T96" fmla="*/ 247 w 362"/>
                  <a:gd name="T97" fmla="*/ 201 h 316"/>
                  <a:gd name="T98" fmla="*/ 196 w 362"/>
                  <a:gd name="T99" fmla="*/ 289 h 316"/>
                  <a:gd name="T100" fmla="*/ 161 w 362"/>
                  <a:gd name="T101" fmla="*/ 283 h 316"/>
                  <a:gd name="T102" fmla="*/ 204 w 362"/>
                  <a:gd name="T103" fmla="*/ 275 h 316"/>
                  <a:gd name="T104" fmla="*/ 191 w 362"/>
                  <a:gd name="T105" fmla="*/ 298 h 316"/>
                  <a:gd name="T106" fmla="*/ 170 w 362"/>
                  <a:gd name="T107" fmla="*/ 297 h 316"/>
                  <a:gd name="T108" fmla="*/ 195 w 362"/>
                  <a:gd name="T109" fmla="*/ 290 h 316"/>
                  <a:gd name="T110" fmla="*/ 180 w 362"/>
                  <a:gd name="T111" fmla="*/ 316 h 316"/>
                  <a:gd name="T112" fmla="*/ 185 w 362"/>
                  <a:gd name="T113" fmla="*/ 308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62" h="316">
                    <a:moveTo>
                      <a:pt x="0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1" y="20"/>
                      <a:pt x="351" y="20"/>
                      <a:pt x="351" y="20"/>
                    </a:cubicBezTo>
                    <a:cubicBezTo>
                      <a:pt x="351" y="16"/>
                      <a:pt x="351" y="16"/>
                      <a:pt x="351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  <a:moveTo>
                      <a:pt x="349" y="23"/>
                    </a:moveTo>
                    <a:cubicBezTo>
                      <a:pt x="341" y="37"/>
                      <a:pt x="341" y="37"/>
                      <a:pt x="341" y="37"/>
                    </a:cubicBezTo>
                    <a:cubicBezTo>
                      <a:pt x="341" y="31"/>
                      <a:pt x="341" y="31"/>
                      <a:pt x="341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349" y="23"/>
                      <a:pt x="349" y="23"/>
                      <a:pt x="349" y="23"/>
                    </a:cubicBezTo>
                    <a:close/>
                    <a:moveTo>
                      <a:pt x="341" y="38"/>
                    </a:moveTo>
                    <a:cubicBezTo>
                      <a:pt x="332" y="53"/>
                      <a:pt x="332" y="53"/>
                      <a:pt x="332" y="53"/>
                    </a:cubicBezTo>
                    <a:cubicBezTo>
                      <a:pt x="332" y="46"/>
                      <a:pt x="332" y="46"/>
                      <a:pt x="332" y="46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2" y="38"/>
                      <a:pt x="22" y="38"/>
                      <a:pt x="22" y="38"/>
                    </a:cubicBezTo>
                    <a:cubicBezTo>
                      <a:pt x="341" y="38"/>
                      <a:pt x="341" y="38"/>
                      <a:pt x="341" y="38"/>
                    </a:cubicBezTo>
                    <a:close/>
                    <a:moveTo>
                      <a:pt x="332" y="53"/>
                    </a:moveTo>
                    <a:cubicBezTo>
                      <a:pt x="281" y="141"/>
                      <a:pt x="281" y="141"/>
                      <a:pt x="281" y="141"/>
                    </a:cubicBezTo>
                    <a:cubicBezTo>
                      <a:pt x="281" y="135"/>
                      <a:pt x="281" y="135"/>
                      <a:pt x="281" y="135"/>
                    </a:cubicBezTo>
                    <a:cubicBezTo>
                      <a:pt x="184" y="135"/>
                      <a:pt x="184" y="135"/>
                      <a:pt x="184" y="135"/>
                    </a:cubicBezTo>
                    <a:cubicBezTo>
                      <a:pt x="178" y="135"/>
                      <a:pt x="173" y="134"/>
                      <a:pt x="167" y="134"/>
                    </a:cubicBezTo>
                    <a:cubicBezTo>
                      <a:pt x="167" y="134"/>
                      <a:pt x="167" y="135"/>
                      <a:pt x="167" y="135"/>
                    </a:cubicBezTo>
                    <a:cubicBezTo>
                      <a:pt x="77" y="135"/>
                      <a:pt x="77" y="135"/>
                      <a:pt x="77" y="135"/>
                    </a:cubicBezTo>
                    <a:cubicBezTo>
                      <a:pt x="73" y="127"/>
                      <a:pt x="73" y="127"/>
                      <a:pt x="73" y="127"/>
                    </a:cubicBezTo>
                    <a:cubicBezTo>
                      <a:pt x="289" y="127"/>
                      <a:pt x="289" y="127"/>
                      <a:pt x="289" y="127"/>
                    </a:cubicBezTo>
                    <a:cubicBezTo>
                      <a:pt x="289" y="120"/>
                      <a:pt x="289" y="120"/>
                      <a:pt x="289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64" y="113"/>
                      <a:pt x="64" y="113"/>
                      <a:pt x="64" y="113"/>
                    </a:cubicBezTo>
                    <a:cubicBezTo>
                      <a:pt x="296" y="113"/>
                      <a:pt x="296" y="113"/>
                      <a:pt x="296" y="113"/>
                    </a:cubicBezTo>
                    <a:cubicBezTo>
                      <a:pt x="296" y="105"/>
                      <a:pt x="296" y="105"/>
                      <a:pt x="296" y="105"/>
                    </a:cubicBezTo>
                    <a:cubicBezTo>
                      <a:pt x="60" y="105"/>
                      <a:pt x="60" y="105"/>
                      <a:pt x="60" y="105"/>
                    </a:cubicBezTo>
                    <a:cubicBezTo>
                      <a:pt x="56" y="98"/>
                      <a:pt x="56" y="98"/>
                      <a:pt x="56" y="98"/>
                    </a:cubicBezTo>
                    <a:cubicBezTo>
                      <a:pt x="304" y="98"/>
                      <a:pt x="304" y="98"/>
                      <a:pt x="304" y="98"/>
                    </a:cubicBezTo>
                    <a:cubicBezTo>
                      <a:pt x="304" y="90"/>
                      <a:pt x="304" y="90"/>
                      <a:pt x="304" y="90"/>
                    </a:cubicBezTo>
                    <a:cubicBezTo>
                      <a:pt x="52" y="90"/>
                      <a:pt x="52" y="90"/>
                      <a:pt x="52" y="90"/>
                    </a:cubicBezTo>
                    <a:cubicBezTo>
                      <a:pt x="48" y="83"/>
                      <a:pt x="48" y="83"/>
                      <a:pt x="48" y="83"/>
                    </a:cubicBezTo>
                    <a:cubicBezTo>
                      <a:pt x="311" y="83"/>
                      <a:pt x="311" y="83"/>
                      <a:pt x="311" y="83"/>
                    </a:cubicBezTo>
                    <a:cubicBezTo>
                      <a:pt x="311" y="76"/>
                      <a:pt x="311" y="76"/>
                      <a:pt x="311" y="76"/>
                    </a:cubicBezTo>
                    <a:cubicBezTo>
                      <a:pt x="43" y="76"/>
                      <a:pt x="43" y="76"/>
                      <a:pt x="43" y="76"/>
                    </a:cubicBezTo>
                    <a:cubicBezTo>
                      <a:pt x="39" y="68"/>
                      <a:pt x="39" y="68"/>
                      <a:pt x="39" y="68"/>
                    </a:cubicBezTo>
                    <a:cubicBezTo>
                      <a:pt x="323" y="68"/>
                      <a:pt x="323" y="68"/>
                      <a:pt x="323" y="68"/>
                    </a:cubicBezTo>
                    <a:cubicBezTo>
                      <a:pt x="323" y="61"/>
                      <a:pt x="323" y="61"/>
                      <a:pt x="323" y="61"/>
                    </a:cubicBezTo>
                    <a:cubicBezTo>
                      <a:pt x="35" y="61"/>
                      <a:pt x="35" y="61"/>
                      <a:pt x="35" y="61"/>
                    </a:cubicBezTo>
                    <a:cubicBezTo>
                      <a:pt x="31" y="53"/>
                      <a:pt x="31" y="53"/>
                      <a:pt x="31" y="53"/>
                    </a:cubicBezTo>
                    <a:cubicBezTo>
                      <a:pt x="332" y="53"/>
                      <a:pt x="332" y="53"/>
                      <a:pt x="332" y="53"/>
                    </a:cubicBezTo>
                    <a:close/>
                    <a:moveTo>
                      <a:pt x="281" y="142"/>
                    </a:moveTo>
                    <a:cubicBezTo>
                      <a:pt x="273" y="155"/>
                      <a:pt x="273" y="155"/>
                      <a:pt x="273" y="155"/>
                    </a:cubicBezTo>
                    <a:cubicBezTo>
                      <a:pt x="273" y="149"/>
                      <a:pt x="273" y="149"/>
                      <a:pt x="273" y="149"/>
                    </a:cubicBezTo>
                    <a:cubicBezTo>
                      <a:pt x="194" y="149"/>
                      <a:pt x="194" y="149"/>
                      <a:pt x="194" y="149"/>
                    </a:cubicBezTo>
                    <a:cubicBezTo>
                      <a:pt x="182" y="149"/>
                      <a:pt x="170" y="149"/>
                      <a:pt x="159" y="149"/>
                    </a:cubicBezTo>
                    <a:cubicBezTo>
                      <a:pt x="159" y="149"/>
                      <a:pt x="159" y="149"/>
                      <a:pt x="159" y="149"/>
                    </a:cubicBezTo>
                    <a:cubicBezTo>
                      <a:pt x="85" y="149"/>
                      <a:pt x="85" y="149"/>
                      <a:pt x="85" y="149"/>
                    </a:cubicBezTo>
                    <a:cubicBezTo>
                      <a:pt x="81" y="142"/>
                      <a:pt x="81" y="142"/>
                      <a:pt x="81" y="142"/>
                    </a:cubicBezTo>
                    <a:cubicBezTo>
                      <a:pt x="170" y="142"/>
                      <a:pt x="170" y="142"/>
                      <a:pt x="170" y="142"/>
                    </a:cubicBezTo>
                    <a:cubicBezTo>
                      <a:pt x="175" y="142"/>
                      <a:pt x="182" y="142"/>
                      <a:pt x="187" y="142"/>
                    </a:cubicBezTo>
                    <a:cubicBezTo>
                      <a:pt x="281" y="142"/>
                      <a:pt x="281" y="142"/>
                      <a:pt x="281" y="142"/>
                    </a:cubicBezTo>
                    <a:close/>
                    <a:moveTo>
                      <a:pt x="272" y="157"/>
                    </a:moveTo>
                    <a:cubicBezTo>
                      <a:pt x="266" y="168"/>
                      <a:pt x="266" y="168"/>
                      <a:pt x="266" y="168"/>
                    </a:cubicBezTo>
                    <a:cubicBezTo>
                      <a:pt x="266" y="164"/>
                      <a:pt x="266" y="164"/>
                      <a:pt x="266" y="164"/>
                    </a:cubicBezTo>
                    <a:cubicBezTo>
                      <a:pt x="94" y="164"/>
                      <a:pt x="94" y="164"/>
                      <a:pt x="94" y="164"/>
                    </a:cubicBezTo>
                    <a:cubicBezTo>
                      <a:pt x="90" y="157"/>
                      <a:pt x="90" y="157"/>
                      <a:pt x="90" y="157"/>
                    </a:cubicBezTo>
                    <a:cubicBezTo>
                      <a:pt x="272" y="157"/>
                      <a:pt x="272" y="157"/>
                      <a:pt x="272" y="157"/>
                    </a:cubicBezTo>
                    <a:close/>
                    <a:moveTo>
                      <a:pt x="264" y="171"/>
                    </a:moveTo>
                    <a:cubicBezTo>
                      <a:pt x="258" y="181"/>
                      <a:pt x="258" y="181"/>
                      <a:pt x="258" y="181"/>
                    </a:cubicBezTo>
                    <a:cubicBezTo>
                      <a:pt x="258" y="179"/>
                      <a:pt x="258" y="179"/>
                      <a:pt x="258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98" y="171"/>
                      <a:pt x="98" y="171"/>
                      <a:pt x="98" y="171"/>
                    </a:cubicBezTo>
                    <a:cubicBezTo>
                      <a:pt x="264" y="171"/>
                      <a:pt x="264" y="171"/>
                      <a:pt x="264" y="171"/>
                    </a:cubicBezTo>
                    <a:close/>
                    <a:moveTo>
                      <a:pt x="255" y="186"/>
                    </a:moveTo>
                    <a:cubicBezTo>
                      <a:pt x="250" y="194"/>
                      <a:pt x="250" y="194"/>
                      <a:pt x="250" y="194"/>
                    </a:cubicBezTo>
                    <a:cubicBezTo>
                      <a:pt x="250" y="194"/>
                      <a:pt x="250" y="194"/>
                      <a:pt x="250" y="194"/>
                    </a:cubicBezTo>
                    <a:cubicBezTo>
                      <a:pt x="111" y="194"/>
                      <a:pt x="111" y="194"/>
                      <a:pt x="111" y="194"/>
                    </a:cubicBezTo>
                    <a:cubicBezTo>
                      <a:pt x="106" y="186"/>
                      <a:pt x="106" y="186"/>
                      <a:pt x="106" y="186"/>
                    </a:cubicBezTo>
                    <a:cubicBezTo>
                      <a:pt x="255" y="186"/>
                      <a:pt x="255" y="186"/>
                      <a:pt x="255" y="186"/>
                    </a:cubicBezTo>
                    <a:close/>
                    <a:moveTo>
                      <a:pt x="247" y="201"/>
                    </a:moveTo>
                    <a:cubicBezTo>
                      <a:pt x="205" y="274"/>
                      <a:pt x="205" y="274"/>
                      <a:pt x="205" y="274"/>
                    </a:cubicBezTo>
                    <a:cubicBezTo>
                      <a:pt x="205" y="268"/>
                      <a:pt x="205" y="268"/>
                      <a:pt x="205" y="268"/>
                    </a:cubicBezTo>
                    <a:cubicBezTo>
                      <a:pt x="153" y="268"/>
                      <a:pt x="153" y="268"/>
                      <a:pt x="153" y="268"/>
                    </a:cubicBezTo>
                    <a:cubicBezTo>
                      <a:pt x="148" y="260"/>
                      <a:pt x="148" y="260"/>
                      <a:pt x="148" y="260"/>
                    </a:cubicBezTo>
                    <a:cubicBezTo>
                      <a:pt x="212" y="260"/>
                      <a:pt x="212" y="260"/>
                      <a:pt x="212" y="260"/>
                    </a:cubicBezTo>
                    <a:cubicBezTo>
                      <a:pt x="212" y="253"/>
                      <a:pt x="212" y="253"/>
                      <a:pt x="212" y="253"/>
                    </a:cubicBezTo>
                    <a:cubicBezTo>
                      <a:pt x="144" y="253"/>
                      <a:pt x="144" y="253"/>
                      <a:pt x="144" y="253"/>
                    </a:cubicBezTo>
                    <a:cubicBezTo>
                      <a:pt x="140" y="246"/>
                      <a:pt x="140" y="246"/>
                      <a:pt x="140" y="246"/>
                    </a:cubicBezTo>
                    <a:cubicBezTo>
                      <a:pt x="220" y="246"/>
                      <a:pt x="220" y="246"/>
                      <a:pt x="220" y="246"/>
                    </a:cubicBezTo>
                    <a:cubicBezTo>
                      <a:pt x="220" y="238"/>
                      <a:pt x="220" y="238"/>
                      <a:pt x="220" y="238"/>
                    </a:cubicBezTo>
                    <a:cubicBezTo>
                      <a:pt x="136" y="238"/>
                      <a:pt x="136" y="238"/>
                      <a:pt x="136" y="238"/>
                    </a:cubicBezTo>
                    <a:cubicBezTo>
                      <a:pt x="132" y="231"/>
                      <a:pt x="132" y="231"/>
                      <a:pt x="132" y="231"/>
                    </a:cubicBezTo>
                    <a:cubicBezTo>
                      <a:pt x="228" y="231"/>
                      <a:pt x="228" y="231"/>
                      <a:pt x="228" y="231"/>
                    </a:cubicBezTo>
                    <a:cubicBezTo>
                      <a:pt x="228" y="223"/>
                      <a:pt x="228" y="223"/>
                      <a:pt x="228" y="223"/>
                    </a:cubicBezTo>
                    <a:cubicBezTo>
                      <a:pt x="128" y="223"/>
                      <a:pt x="128" y="223"/>
                      <a:pt x="128" y="223"/>
                    </a:cubicBezTo>
                    <a:cubicBezTo>
                      <a:pt x="123" y="216"/>
                      <a:pt x="123" y="216"/>
                      <a:pt x="123" y="216"/>
                    </a:cubicBezTo>
                    <a:cubicBezTo>
                      <a:pt x="236" y="216"/>
                      <a:pt x="236" y="216"/>
                      <a:pt x="236" y="216"/>
                    </a:cubicBezTo>
                    <a:cubicBezTo>
                      <a:pt x="236" y="208"/>
                      <a:pt x="236" y="208"/>
                      <a:pt x="236" y="208"/>
                    </a:cubicBezTo>
                    <a:cubicBezTo>
                      <a:pt x="119" y="208"/>
                      <a:pt x="119" y="208"/>
                      <a:pt x="119" y="208"/>
                    </a:cubicBezTo>
                    <a:cubicBezTo>
                      <a:pt x="115" y="201"/>
                      <a:pt x="115" y="201"/>
                      <a:pt x="115" y="201"/>
                    </a:cubicBezTo>
                    <a:cubicBezTo>
                      <a:pt x="247" y="201"/>
                      <a:pt x="247" y="201"/>
                      <a:pt x="247" y="201"/>
                    </a:cubicBezTo>
                    <a:close/>
                    <a:moveTo>
                      <a:pt x="204" y="275"/>
                    </a:moveTo>
                    <a:cubicBezTo>
                      <a:pt x="196" y="289"/>
                      <a:pt x="196" y="289"/>
                      <a:pt x="196" y="289"/>
                    </a:cubicBezTo>
                    <a:cubicBezTo>
                      <a:pt x="196" y="283"/>
                      <a:pt x="196" y="283"/>
                      <a:pt x="196" y="283"/>
                    </a:cubicBezTo>
                    <a:cubicBezTo>
                      <a:pt x="161" y="283"/>
                      <a:pt x="161" y="283"/>
                      <a:pt x="161" y="283"/>
                    </a:cubicBezTo>
                    <a:cubicBezTo>
                      <a:pt x="157" y="275"/>
                      <a:pt x="157" y="275"/>
                      <a:pt x="157" y="275"/>
                    </a:cubicBezTo>
                    <a:cubicBezTo>
                      <a:pt x="204" y="275"/>
                      <a:pt x="204" y="275"/>
                      <a:pt x="204" y="275"/>
                    </a:cubicBezTo>
                    <a:close/>
                    <a:moveTo>
                      <a:pt x="195" y="290"/>
                    </a:moveTo>
                    <a:cubicBezTo>
                      <a:pt x="191" y="298"/>
                      <a:pt x="191" y="298"/>
                      <a:pt x="191" y="298"/>
                    </a:cubicBezTo>
                    <a:cubicBezTo>
                      <a:pt x="191" y="297"/>
                      <a:pt x="191" y="297"/>
                      <a:pt x="191" y="297"/>
                    </a:cubicBezTo>
                    <a:cubicBezTo>
                      <a:pt x="170" y="297"/>
                      <a:pt x="170" y="297"/>
                      <a:pt x="170" y="297"/>
                    </a:cubicBezTo>
                    <a:cubicBezTo>
                      <a:pt x="165" y="290"/>
                      <a:pt x="165" y="290"/>
                      <a:pt x="165" y="290"/>
                    </a:cubicBezTo>
                    <a:cubicBezTo>
                      <a:pt x="195" y="290"/>
                      <a:pt x="195" y="290"/>
                      <a:pt x="195" y="290"/>
                    </a:cubicBezTo>
                    <a:close/>
                    <a:moveTo>
                      <a:pt x="185" y="308"/>
                    </a:moveTo>
                    <a:cubicBezTo>
                      <a:pt x="180" y="316"/>
                      <a:pt x="180" y="316"/>
                      <a:pt x="180" y="316"/>
                    </a:cubicBezTo>
                    <a:cubicBezTo>
                      <a:pt x="176" y="308"/>
                      <a:pt x="176" y="308"/>
                      <a:pt x="176" y="308"/>
                    </a:cubicBezTo>
                    <a:cubicBezTo>
                      <a:pt x="185" y="308"/>
                      <a:pt x="185" y="308"/>
                      <a:pt x="185" y="3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ISLIDE.VECTOR" val="7ff02aee-71f8-4a67-9b90-d833328db15d"/>
</p:tagLst>
</file>

<file path=ppt/tags/tag2.xml><?xml version="1.0" encoding="utf-8"?>
<p:tagLst xmlns:p="http://schemas.openxmlformats.org/presentationml/2006/main">
  <p:tag name="KSO_WM_AICARD_INVALID" val="Invalid"/>
</p:tagLst>
</file>

<file path=ppt/tags/tag3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4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5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6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7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8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9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10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11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12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13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14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15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16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17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18.xml><?xml version="1.0" encoding="utf-8"?>
<p:tagLst xmlns:p="http://schemas.openxmlformats.org/presentationml/2006/main">
  <p:tag name="KSO_WM_DIAGRAM_VIRTUALLY_FRAME" val="{&quot;height&quot;:340,&quot;left&quot;:60,&quot;top&quot;:120,&quot;width&quot;:840}"/>
</p:tagLst>
</file>

<file path=ppt/tags/tag19.xml><?xml version="1.0" encoding="utf-8"?>
<p:tagLst xmlns:p="http://schemas.openxmlformats.org/presentationml/2006/main">
  <p:tag name="KSO_WM_DIAGRAM_VIRTUALLY_FRAME" val="{&quot;height&quot;:295,&quot;left&quot;:60,&quot;top&quot;:100,&quot;width&quot;:840}"/>
</p:tagLst>
</file>

<file path=ppt/tags/tag20.xml><?xml version="1.0" encoding="utf-8"?>
<p:tagLst xmlns:p="http://schemas.openxmlformats.org/presentationml/2006/main">
  <p:tag name="KSO_WM_DIAGRAM_VIRTUALLY_FRAME" val="{&quot;height&quot;:295,&quot;left&quot;:60,&quot;top&quot;:100,&quot;width&quot;:840}"/>
</p:tagLst>
</file>

<file path=ppt/tags/tag21.xml><?xml version="1.0" encoding="utf-8"?>
<p:tagLst xmlns:p="http://schemas.openxmlformats.org/presentationml/2006/main">
  <p:tag name="KSO_WM_DIAGRAM_VIRTUALLY_FRAME" val="{&quot;height&quot;:295,&quot;left&quot;:60,&quot;top&quot;:100,&quot;width&quot;:840}"/>
</p:tagLst>
</file>

<file path=ppt/tags/tag22.xml><?xml version="1.0" encoding="utf-8"?>
<p:tagLst xmlns:p="http://schemas.openxmlformats.org/presentationml/2006/main">
  <p:tag name="KSO_WM_DIAGRAM_VIRTUALLY_FRAME" val="{&quot;height&quot;:295,&quot;left&quot;:60,&quot;top&quot;:100,&quot;width&quot;:840}"/>
</p:tagLst>
</file>

<file path=ppt/tags/tag23.xml><?xml version="1.0" encoding="utf-8"?>
<p:tagLst xmlns:p="http://schemas.openxmlformats.org/presentationml/2006/main">
  <p:tag name="KSO_WM_DIAGRAM_VIRTUALLY_FRAME" val="{&quot;height&quot;:295,&quot;left&quot;:60,&quot;top&quot;:100,&quot;width&quot;:840}"/>
</p:tagLst>
</file>

<file path=ppt/tags/tag24.xml><?xml version="1.0" encoding="utf-8"?>
<p:tagLst xmlns:p="http://schemas.openxmlformats.org/presentationml/2006/main">
  <p:tag name="KSO_WM_DIAGRAM_VIRTUALLY_FRAME" val="{&quot;height&quot;:295,&quot;left&quot;:60,&quot;top&quot;:100,&quot;width&quot;:840}"/>
</p:tagLst>
</file>

<file path=ppt/tags/tag25.xml><?xml version="1.0" encoding="utf-8"?>
<p:tagLst xmlns:p="http://schemas.openxmlformats.org/presentationml/2006/main">
  <p:tag name="KSO_WM_DIAGRAM_VIRTUALLY_FRAME" val="{&quot;height&quot;:295,&quot;left&quot;:60,&quot;top&quot;:100,&quot;width&quot;:840}"/>
</p:tagLst>
</file>

<file path=ppt/tags/tag26.xml><?xml version="1.0" encoding="utf-8"?>
<p:tagLst xmlns:p="http://schemas.openxmlformats.org/presentationml/2006/main">
  <p:tag name="KSO_WM_DIAGRAM_VIRTUALLY_FRAME" val="{&quot;height&quot;:295,&quot;left&quot;:60,&quot;top&quot;:100,&quot;width&quot;:840}"/>
</p:tagLst>
</file>

<file path=ppt/tags/tag27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28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29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30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31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32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33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34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35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36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37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38.xml><?xml version="1.0" encoding="utf-8"?>
<p:tagLst xmlns:p="http://schemas.openxmlformats.org/presentationml/2006/main">
  <p:tag name="KSO_WM_DIAGRAM_VIRTUALLY_FRAME" val="{&quot;height&quot;:223.2,&quot;left&quot;:36,&quot;top&quot;:185.3,&quot;width&quot;:887.76}"/>
</p:tagLst>
</file>

<file path=ppt/tags/tag39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40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41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42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43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44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45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46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47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48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49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50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51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52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53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54.xml><?xml version="1.0" encoding="utf-8"?>
<p:tagLst xmlns:p="http://schemas.openxmlformats.org/presentationml/2006/main">
  <p:tag name="KSO_WM_DIAGRAM_VIRTUALLY_FRAME" val="{&quot;height&quot;:310,&quot;left&quot;:60,&quot;top&quot;:110,&quot;width&quot;:840}"/>
</p:tagLst>
</file>

<file path=ppt/tags/tag55.xml><?xml version="1.0" encoding="utf-8"?>
<p:tagLst xmlns:p="http://schemas.openxmlformats.org/presentationml/2006/main">
  <p:tag name="KSO_WM_DIAGRAM_VIRTUALLY_FRAME" val="{&quot;height&quot;:240,&quot;left&quot;:60,&quot;top&quot;:105,&quot;width&quot;:840}"/>
</p:tagLst>
</file>

<file path=ppt/tags/tag56.xml><?xml version="1.0" encoding="utf-8"?>
<p:tagLst xmlns:p="http://schemas.openxmlformats.org/presentationml/2006/main">
  <p:tag name="KSO_WM_DIAGRAM_VIRTUALLY_FRAME" val="{&quot;height&quot;:240,&quot;left&quot;:60,&quot;top&quot;:105,&quot;width&quot;:840}"/>
</p:tagLst>
</file>

<file path=ppt/tags/tag57.xml><?xml version="1.0" encoding="utf-8"?>
<p:tagLst xmlns:p="http://schemas.openxmlformats.org/presentationml/2006/main">
  <p:tag name="KSO_WM_DIAGRAM_VIRTUALLY_FRAME" val="{&quot;height&quot;:240,&quot;left&quot;:60,&quot;top&quot;:105,&quot;width&quot;:840}"/>
</p:tagLst>
</file>

<file path=ppt/tags/tag58.xml><?xml version="1.0" encoding="utf-8"?>
<p:tagLst xmlns:p="http://schemas.openxmlformats.org/presentationml/2006/main">
  <p:tag name="KSO_WM_DIAGRAM_VIRTUALLY_FRAME" val="{&quot;height&quot;:240,&quot;left&quot;:60,&quot;top&quot;:105,&quot;width&quot;:840}"/>
</p:tagLst>
</file>

<file path=ppt/tags/tag59.xml><?xml version="1.0" encoding="utf-8"?>
<p:tagLst xmlns:p="http://schemas.openxmlformats.org/presentationml/2006/main">
  <p:tag name="KSO_WM_DIAGRAM_VIRTUALLY_FRAME" val="{&quot;height&quot;:240,&quot;left&quot;:60,&quot;top&quot;:105,&quot;width&quot;:840}"/>
</p:tagLst>
</file>

<file path=ppt/tags/tag60.xml><?xml version="1.0" encoding="utf-8"?>
<p:tagLst xmlns:p="http://schemas.openxmlformats.org/presentationml/2006/main">
  <p:tag name="KSO_WM_DIAGRAM_VIRTUALLY_FRAME" val="{&quot;height&quot;:240,&quot;left&quot;:60,&quot;top&quot;:105,&quot;width&quot;:840}"/>
</p:tagLst>
</file>

<file path=ppt/tags/tag61.xml><?xml version="1.0" encoding="utf-8"?>
<p:tagLst xmlns:p="http://schemas.openxmlformats.org/presentationml/2006/main">
  <p:tag name="KSO_WM_DIAGRAM_VIRTUALLY_FRAME" val="{&quot;height&quot;:240,&quot;left&quot;:60,&quot;top&quot;:105,&quot;width&quot;:840}"/>
</p:tagLst>
</file>

<file path=ppt/tags/tag62.xml><?xml version="1.0" encoding="utf-8"?>
<p:tagLst xmlns:p="http://schemas.openxmlformats.org/presentationml/2006/main">
  <p:tag name="KSO_WM_DIAGRAM_VIRTUALLY_FRAME" val="{&quot;height&quot;:240,&quot;left&quot;:60,&quot;top&quot;:105,&quot;width&quot;:840}"/>
</p:tagLst>
</file>

<file path=ppt/tags/tag63.xml><?xml version="1.0" encoding="utf-8"?>
<p:tagLst xmlns:p="http://schemas.openxmlformats.org/presentationml/2006/main">
  <p:tag name="ISLIDE.VECTOR" val="7ff02aee-71f8-4a67-9b90-d833328db15d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6541</Words>
  <Application>WPS 演示</Application>
  <PresentationFormat/>
  <Paragraphs>609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黑体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℡劝自己要放手</cp:lastModifiedBy>
  <cp:revision>5</cp:revision>
  <dcterms:created xsi:type="dcterms:W3CDTF">2026-10-01T05:12:00Z</dcterms:created>
  <dcterms:modified xsi:type="dcterms:W3CDTF">2026-10-02T12:03:30Z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{"Label":"1","ContentProducer":"001191110102MACQD9K64010000","ProduceID":"7691558688830573864","ReservedCode1":"","ContentPropagator":"","PropagateID":"","ReservedCode2":""}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9AC6D88B1F5E446DB2D2D064C122A3AB_12</vt:lpwstr>
  </property>
</Properties>
</file>